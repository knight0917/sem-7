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83" r:id="rId2"/>
    <p:sldId id="410" r:id="rId3"/>
    <p:sldId id="433" r:id="rId4"/>
    <p:sldId id="455" r:id="rId5"/>
    <p:sldId id="434" r:id="rId6"/>
    <p:sldId id="436" r:id="rId7"/>
    <p:sldId id="435" r:id="rId8"/>
    <p:sldId id="437" r:id="rId9"/>
    <p:sldId id="438" r:id="rId10"/>
    <p:sldId id="446" r:id="rId11"/>
    <p:sldId id="448" r:id="rId12"/>
    <p:sldId id="440" r:id="rId13"/>
    <p:sldId id="442" r:id="rId14"/>
    <p:sldId id="457" r:id="rId15"/>
    <p:sldId id="456" r:id="rId16"/>
    <p:sldId id="458" r:id="rId17"/>
    <p:sldId id="444" r:id="rId18"/>
    <p:sldId id="459" r:id="rId19"/>
    <p:sldId id="484" r:id="rId20"/>
    <p:sldId id="451" r:id="rId21"/>
    <p:sldId id="452" r:id="rId22"/>
    <p:sldId id="453" r:id="rId23"/>
    <p:sldId id="445" r:id="rId24"/>
    <p:sldId id="460" r:id="rId25"/>
    <p:sldId id="496" r:id="rId26"/>
    <p:sldId id="461" r:id="rId27"/>
    <p:sldId id="462" r:id="rId28"/>
    <p:sldId id="463" r:id="rId29"/>
    <p:sldId id="464" r:id="rId30"/>
    <p:sldId id="465" r:id="rId31"/>
    <p:sldId id="466" r:id="rId32"/>
    <p:sldId id="467" r:id="rId33"/>
    <p:sldId id="468" r:id="rId34"/>
    <p:sldId id="469" r:id="rId35"/>
    <p:sldId id="470" r:id="rId36"/>
    <p:sldId id="489" r:id="rId37"/>
    <p:sldId id="483" r:id="rId38"/>
    <p:sldId id="495" r:id="rId39"/>
    <p:sldId id="473" r:id="rId40"/>
    <p:sldId id="477" r:id="rId41"/>
    <p:sldId id="486" r:id="rId42"/>
    <p:sldId id="487" r:id="rId43"/>
    <p:sldId id="478" r:id="rId44"/>
    <p:sldId id="491" r:id="rId45"/>
    <p:sldId id="492" r:id="rId46"/>
    <p:sldId id="485" r:id="rId47"/>
    <p:sldId id="488" r:id="rId48"/>
    <p:sldId id="490" r:id="rId49"/>
    <p:sldId id="479" r:id="rId50"/>
    <p:sldId id="480" r:id="rId51"/>
    <p:sldId id="481" r:id="rId52"/>
    <p:sldId id="494" r:id="rId53"/>
    <p:sldId id="48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xeQMYPaCMEaWBMK9xtnZlg==" hashData="NKfqjTSz9znUMSSxeUwwrfpAqP7WX3abeM9cSH6Kj8itCh6YE+fnZQ2rjfXsb4nYBbbeXlbmlFWQzuJNaxCKjQ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064"/>
    <a:srgbClr val="1D558C"/>
    <a:srgbClr val="ED524F"/>
    <a:srgbClr val="00CC99"/>
    <a:srgbClr val="301B92"/>
    <a:srgbClr val="673BB7"/>
    <a:srgbClr val="607D8B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F6A2BA-40B6-4187-AFF8-F8F9AF80E7F9}" type="doc">
      <dgm:prSet loTypeId="urn:microsoft.com/office/officeart/2005/8/layout/cycle6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B7A3099-1224-4ECB-902C-396EC7BA796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175"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00</a:t>
          </a:r>
        </a:p>
      </dgm:t>
    </dgm:pt>
    <dgm:pt modelId="{46544552-34FE-49BE-BA33-CC66D1619F8A}" type="parTrans" cxnId="{6C05350F-B991-4F58-97D1-AE4044723B42}">
      <dgm:prSet/>
      <dgm:spPr/>
      <dgm:t>
        <a:bodyPr/>
        <a:lstStyle/>
        <a:p>
          <a:endParaRPr lang="en-US"/>
        </a:p>
      </dgm:t>
    </dgm:pt>
    <dgm:pt modelId="{50D7F308-47D9-4906-97CC-2D84909FC247}" type="sibTrans" cxnId="{6C05350F-B991-4F58-97D1-AE4044723B42}">
      <dgm:prSet/>
      <dgm:spPr>
        <a:ln w="3175"/>
      </dgm:spPr>
      <dgm:t>
        <a:bodyPr/>
        <a:lstStyle/>
        <a:p>
          <a:endParaRPr lang="en-US" sz="2800"/>
        </a:p>
      </dgm:t>
    </dgm:pt>
    <dgm:pt modelId="{05255914-D32A-40B4-8C21-21202418932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01</a:t>
          </a:r>
        </a:p>
      </dgm:t>
    </dgm:pt>
    <dgm:pt modelId="{739FD09D-8045-4F96-B9E7-D3DCBC8AC11E}" type="parTrans" cxnId="{92B7CF88-19DA-4C68-B48A-56C5D09BD078}">
      <dgm:prSet/>
      <dgm:spPr/>
      <dgm:t>
        <a:bodyPr/>
        <a:lstStyle/>
        <a:p>
          <a:endParaRPr lang="en-US"/>
        </a:p>
      </dgm:t>
    </dgm:pt>
    <dgm:pt modelId="{DF2D58BB-B07E-4427-B0B4-7328C7A546CF}" type="sibTrans" cxnId="{92B7CF88-19DA-4C68-B48A-56C5D09BD078}">
      <dgm:prSet/>
      <dgm:spPr>
        <a:ln w="3175"/>
      </dgm:spPr>
      <dgm:t>
        <a:bodyPr/>
        <a:lstStyle/>
        <a:p>
          <a:endParaRPr lang="en-US" sz="2800"/>
        </a:p>
      </dgm:t>
    </dgm:pt>
    <dgm:pt modelId="{CF291975-5B89-42C1-A954-78B0363C5805}">
      <dgm:prSet phldrT="[Text]" custT="1"/>
      <dgm:spPr>
        <a:ln w="3175"/>
      </dgm:spPr>
      <dgm:t>
        <a:bodyPr/>
        <a:lstStyle/>
        <a:p>
          <a:r>
            <a:rPr lang="en-US" sz="900" dirty="0"/>
            <a:t>02</a:t>
          </a:r>
        </a:p>
      </dgm:t>
    </dgm:pt>
    <dgm:pt modelId="{F3DC7968-B68E-4A83-B115-D21E76300FFF}" type="parTrans" cxnId="{29A30ADC-A6BC-435E-945B-0D4B92AD8430}">
      <dgm:prSet/>
      <dgm:spPr/>
      <dgm:t>
        <a:bodyPr/>
        <a:lstStyle/>
        <a:p>
          <a:endParaRPr lang="en-US"/>
        </a:p>
      </dgm:t>
    </dgm:pt>
    <dgm:pt modelId="{BB5988A9-792F-4F35-BF7A-F0D97FB3530B}" type="sibTrans" cxnId="{29A30ADC-A6BC-435E-945B-0D4B92AD8430}">
      <dgm:prSet/>
      <dgm:spPr>
        <a:ln w="3175"/>
      </dgm:spPr>
      <dgm:t>
        <a:bodyPr/>
        <a:lstStyle/>
        <a:p>
          <a:endParaRPr lang="en-US" sz="2800"/>
        </a:p>
      </dgm:t>
    </dgm:pt>
    <dgm:pt modelId="{0F1EED64-1422-4916-86A1-6EC539D1088A}">
      <dgm:prSet phldrT="[Text]" custT="1"/>
      <dgm:spPr>
        <a:ln w="3175"/>
      </dgm:spPr>
      <dgm:t>
        <a:bodyPr/>
        <a:lstStyle/>
        <a:p>
          <a:r>
            <a:rPr lang="en-US" sz="900" dirty="0"/>
            <a:t>03</a:t>
          </a:r>
        </a:p>
      </dgm:t>
    </dgm:pt>
    <dgm:pt modelId="{A31802B4-E52B-4F45-9C81-62E72A979B4E}" type="parTrans" cxnId="{F506E86B-8150-47A3-B191-82DF382E8CD4}">
      <dgm:prSet/>
      <dgm:spPr/>
      <dgm:t>
        <a:bodyPr/>
        <a:lstStyle/>
        <a:p>
          <a:endParaRPr lang="en-US"/>
        </a:p>
      </dgm:t>
    </dgm:pt>
    <dgm:pt modelId="{C682A7C4-7A1C-44E3-9B83-DF842E56DA03}" type="sibTrans" cxnId="{F506E86B-8150-47A3-B191-82DF382E8CD4}">
      <dgm:prSet/>
      <dgm:spPr>
        <a:ln w="3175"/>
      </dgm:spPr>
      <dgm:t>
        <a:bodyPr/>
        <a:lstStyle/>
        <a:p>
          <a:endParaRPr lang="en-US" sz="2800"/>
        </a:p>
      </dgm:t>
    </dgm:pt>
    <dgm:pt modelId="{EA111F39-A024-4AB2-977C-8988D99FEE4B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04</a:t>
          </a:r>
        </a:p>
      </dgm:t>
    </dgm:pt>
    <dgm:pt modelId="{677D4B4F-F54C-408A-B8A9-FB080E0A8B92}" type="parTrans" cxnId="{0ED10D25-2B43-4953-84C0-C0E9E9235DCD}">
      <dgm:prSet/>
      <dgm:spPr/>
      <dgm:t>
        <a:bodyPr/>
        <a:lstStyle/>
        <a:p>
          <a:endParaRPr lang="en-US"/>
        </a:p>
      </dgm:t>
    </dgm:pt>
    <dgm:pt modelId="{AA774F68-286C-419B-8B7D-02F83155FDF4}" type="sibTrans" cxnId="{0ED10D25-2B43-4953-84C0-C0E9E9235DCD}">
      <dgm:prSet/>
      <dgm:spPr>
        <a:ln w="3175"/>
      </dgm:spPr>
      <dgm:t>
        <a:bodyPr/>
        <a:lstStyle/>
        <a:p>
          <a:endParaRPr lang="en-US" sz="2800"/>
        </a:p>
      </dgm:t>
    </dgm:pt>
    <dgm:pt modelId="{B84CDA86-2342-4CD5-A2D0-3EE2D6B77400}">
      <dgm:prSet phldrT="[Text]" custT="1"/>
      <dgm:spPr>
        <a:ln w="3175"/>
      </dgm:spPr>
      <dgm:t>
        <a:bodyPr/>
        <a:lstStyle/>
        <a:p>
          <a:r>
            <a:rPr lang="en-US" sz="900" dirty="0"/>
            <a:t>05</a:t>
          </a:r>
        </a:p>
      </dgm:t>
    </dgm:pt>
    <dgm:pt modelId="{6D543B5E-EEF0-418E-B140-9726487CF57E}" type="parTrans" cxnId="{A8717369-5DD7-4FC7-8DA8-D37B79527841}">
      <dgm:prSet/>
      <dgm:spPr/>
      <dgm:t>
        <a:bodyPr/>
        <a:lstStyle/>
        <a:p>
          <a:endParaRPr lang="en-US"/>
        </a:p>
      </dgm:t>
    </dgm:pt>
    <dgm:pt modelId="{29F8A4A0-082D-4991-B443-0A8AFA42422B}" type="sibTrans" cxnId="{A8717369-5DD7-4FC7-8DA8-D37B79527841}">
      <dgm:prSet/>
      <dgm:spPr>
        <a:ln w="3175"/>
      </dgm:spPr>
      <dgm:t>
        <a:bodyPr/>
        <a:lstStyle/>
        <a:p>
          <a:endParaRPr lang="en-US" sz="2800"/>
        </a:p>
      </dgm:t>
    </dgm:pt>
    <dgm:pt modelId="{5625A0BA-3784-45B6-97EC-2096A47B399F}">
      <dgm:prSet phldrT="[Text]" custT="1"/>
      <dgm:spPr>
        <a:ln w="3175"/>
      </dgm:spPr>
      <dgm:t>
        <a:bodyPr/>
        <a:lstStyle/>
        <a:p>
          <a:r>
            <a:rPr lang="en-US" sz="900" dirty="0"/>
            <a:t>06</a:t>
          </a:r>
        </a:p>
      </dgm:t>
    </dgm:pt>
    <dgm:pt modelId="{51144210-2446-443F-A25F-970665996710}" type="parTrans" cxnId="{9546C045-C4C2-4C71-84A9-8821CE74D4A7}">
      <dgm:prSet/>
      <dgm:spPr/>
      <dgm:t>
        <a:bodyPr/>
        <a:lstStyle/>
        <a:p>
          <a:endParaRPr lang="en-US"/>
        </a:p>
      </dgm:t>
    </dgm:pt>
    <dgm:pt modelId="{A6D5980C-35E2-4AB0-8246-6AAB28C06B23}" type="sibTrans" cxnId="{9546C045-C4C2-4C71-84A9-8821CE74D4A7}">
      <dgm:prSet/>
      <dgm:spPr>
        <a:ln w="3175"/>
      </dgm:spPr>
      <dgm:t>
        <a:bodyPr/>
        <a:lstStyle/>
        <a:p>
          <a:endParaRPr lang="en-US" sz="2800"/>
        </a:p>
      </dgm:t>
    </dgm:pt>
    <dgm:pt modelId="{B2DF35EF-9BDC-40A7-BFCA-A1A3E1293144}">
      <dgm:prSet phldrT="[Text]" custT="1"/>
      <dgm:spPr>
        <a:ln w="3175"/>
      </dgm:spPr>
      <dgm:t>
        <a:bodyPr/>
        <a:lstStyle/>
        <a:p>
          <a:r>
            <a:rPr lang="en-US" sz="900" dirty="0"/>
            <a:t>07</a:t>
          </a:r>
        </a:p>
      </dgm:t>
    </dgm:pt>
    <dgm:pt modelId="{2769CC40-045F-4640-A563-15B6F6571048}" type="parTrans" cxnId="{C53B7F7A-3F7C-4500-9CAA-E1066ACD9201}">
      <dgm:prSet/>
      <dgm:spPr/>
      <dgm:t>
        <a:bodyPr/>
        <a:lstStyle/>
        <a:p>
          <a:endParaRPr lang="en-US"/>
        </a:p>
      </dgm:t>
    </dgm:pt>
    <dgm:pt modelId="{3515389E-A2D9-4A91-A416-D06FB2BCF4D7}" type="sibTrans" cxnId="{C53B7F7A-3F7C-4500-9CAA-E1066ACD9201}">
      <dgm:prSet/>
      <dgm:spPr>
        <a:ln w="3175"/>
      </dgm:spPr>
      <dgm:t>
        <a:bodyPr/>
        <a:lstStyle/>
        <a:p>
          <a:endParaRPr lang="en-US" sz="2800"/>
        </a:p>
      </dgm:t>
    </dgm:pt>
    <dgm:pt modelId="{868767A5-C3E4-4645-9C8D-69D5627043D3}">
      <dgm:prSet phldrT="[Text]" custT="1"/>
      <dgm:spPr>
        <a:ln w="3175"/>
      </dgm:spPr>
      <dgm:t>
        <a:bodyPr/>
        <a:lstStyle/>
        <a:p>
          <a:r>
            <a:rPr lang="en-US" sz="900" dirty="0"/>
            <a:t>08</a:t>
          </a:r>
        </a:p>
      </dgm:t>
    </dgm:pt>
    <dgm:pt modelId="{09A882C0-93B2-4C56-BE95-EDAAA5B0FF47}" type="parTrans" cxnId="{D30E7CF0-5B4B-40D3-96D0-383F887793FD}">
      <dgm:prSet/>
      <dgm:spPr/>
      <dgm:t>
        <a:bodyPr/>
        <a:lstStyle/>
        <a:p>
          <a:endParaRPr lang="en-US"/>
        </a:p>
      </dgm:t>
    </dgm:pt>
    <dgm:pt modelId="{BE0F9672-9967-4BB3-945A-82902934D4C9}" type="sibTrans" cxnId="{D30E7CF0-5B4B-40D3-96D0-383F887793FD}">
      <dgm:prSet/>
      <dgm:spPr>
        <a:ln w="3175"/>
      </dgm:spPr>
      <dgm:t>
        <a:bodyPr/>
        <a:lstStyle/>
        <a:p>
          <a:endParaRPr lang="en-US" sz="2800"/>
        </a:p>
      </dgm:t>
    </dgm:pt>
    <dgm:pt modelId="{9281F980-DBAB-4458-BA3E-080893361045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09</a:t>
          </a:r>
        </a:p>
      </dgm:t>
    </dgm:pt>
    <dgm:pt modelId="{FC98046A-08E0-48A4-B812-F4BADECAFB37}" type="parTrans" cxnId="{1F774BA2-9135-42D7-A6A7-1C39E6459835}">
      <dgm:prSet/>
      <dgm:spPr/>
      <dgm:t>
        <a:bodyPr/>
        <a:lstStyle/>
        <a:p>
          <a:endParaRPr lang="en-US"/>
        </a:p>
      </dgm:t>
    </dgm:pt>
    <dgm:pt modelId="{EE9F8E24-F686-4CD7-B40D-889B181D327C}" type="sibTrans" cxnId="{1F774BA2-9135-42D7-A6A7-1C39E6459835}">
      <dgm:prSet/>
      <dgm:spPr>
        <a:ln w="3175"/>
      </dgm:spPr>
      <dgm:t>
        <a:bodyPr/>
        <a:lstStyle/>
        <a:p>
          <a:endParaRPr lang="en-US" sz="2800"/>
        </a:p>
      </dgm:t>
    </dgm:pt>
    <dgm:pt modelId="{A895021A-1FC9-40D9-9A23-C05D673066F3}">
      <dgm:prSet phldrT="[Text]" custT="1"/>
      <dgm:spPr>
        <a:ln w="3175"/>
      </dgm:spPr>
      <dgm:t>
        <a:bodyPr/>
        <a:lstStyle/>
        <a:p>
          <a:r>
            <a:rPr lang="en-US" sz="900" dirty="0"/>
            <a:t>10</a:t>
          </a:r>
        </a:p>
      </dgm:t>
    </dgm:pt>
    <dgm:pt modelId="{ED7432BF-B985-48B1-B8F2-801A42157DE6}" type="parTrans" cxnId="{3D4E97EA-89D6-4F69-8109-635B0AF236FD}">
      <dgm:prSet/>
      <dgm:spPr/>
      <dgm:t>
        <a:bodyPr/>
        <a:lstStyle/>
        <a:p>
          <a:endParaRPr lang="en-US"/>
        </a:p>
      </dgm:t>
    </dgm:pt>
    <dgm:pt modelId="{C63CE439-C9A4-437A-AA24-C2B1C4D3EC13}" type="sibTrans" cxnId="{3D4E97EA-89D6-4F69-8109-635B0AF236FD}">
      <dgm:prSet/>
      <dgm:spPr>
        <a:ln w="3175"/>
      </dgm:spPr>
      <dgm:t>
        <a:bodyPr/>
        <a:lstStyle/>
        <a:p>
          <a:endParaRPr lang="en-US" sz="2800"/>
        </a:p>
      </dgm:t>
    </dgm:pt>
    <dgm:pt modelId="{EE1F149E-F983-420A-AE26-0CA291A969CC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11</a:t>
          </a:r>
        </a:p>
      </dgm:t>
    </dgm:pt>
    <dgm:pt modelId="{9B36F709-981A-4F1F-96A6-2972426A3A63}" type="parTrans" cxnId="{C4D13FB4-0FD1-48FF-AB4B-035F479BA4E7}">
      <dgm:prSet/>
      <dgm:spPr/>
      <dgm:t>
        <a:bodyPr/>
        <a:lstStyle/>
        <a:p>
          <a:endParaRPr lang="en-US"/>
        </a:p>
      </dgm:t>
    </dgm:pt>
    <dgm:pt modelId="{3FDD498B-C338-4F3C-9707-6A31F5EB9217}" type="sibTrans" cxnId="{C4D13FB4-0FD1-48FF-AB4B-035F479BA4E7}">
      <dgm:prSet/>
      <dgm:spPr>
        <a:ln w="3175"/>
      </dgm:spPr>
      <dgm:t>
        <a:bodyPr/>
        <a:lstStyle/>
        <a:p>
          <a:endParaRPr lang="en-US" sz="2800"/>
        </a:p>
      </dgm:t>
    </dgm:pt>
    <dgm:pt modelId="{3EBDEC13-B94B-424C-B6D8-E23828E29484}">
      <dgm:prSet phldrT="[Text]" custT="1"/>
      <dgm:spPr>
        <a:ln w="3175"/>
      </dgm:spPr>
      <dgm:t>
        <a:bodyPr/>
        <a:lstStyle/>
        <a:p>
          <a:r>
            <a:rPr lang="en-US" sz="900" dirty="0"/>
            <a:t>12</a:t>
          </a:r>
        </a:p>
      </dgm:t>
    </dgm:pt>
    <dgm:pt modelId="{4194DC5B-FCB2-47F2-A7AB-F8C802D2C380}" type="parTrans" cxnId="{EBC68FFD-0F35-4FBB-B798-DB0A754358E6}">
      <dgm:prSet/>
      <dgm:spPr/>
      <dgm:t>
        <a:bodyPr/>
        <a:lstStyle/>
        <a:p>
          <a:endParaRPr lang="en-US"/>
        </a:p>
      </dgm:t>
    </dgm:pt>
    <dgm:pt modelId="{910D43BF-2E12-4265-8F31-790375B138D8}" type="sibTrans" cxnId="{EBC68FFD-0F35-4FBB-B798-DB0A754358E6}">
      <dgm:prSet/>
      <dgm:spPr>
        <a:ln w="3175"/>
      </dgm:spPr>
      <dgm:t>
        <a:bodyPr/>
        <a:lstStyle/>
        <a:p>
          <a:endParaRPr lang="en-US" sz="2800"/>
        </a:p>
      </dgm:t>
    </dgm:pt>
    <dgm:pt modelId="{DB1B9677-421A-4935-8C22-9192CE87F0FF}">
      <dgm:prSet phldrT="[Text]" custT="1"/>
      <dgm:spPr>
        <a:ln w="3175"/>
      </dgm:spPr>
      <dgm:t>
        <a:bodyPr/>
        <a:lstStyle/>
        <a:p>
          <a:r>
            <a:rPr lang="en-US" sz="900" dirty="0"/>
            <a:t>13</a:t>
          </a:r>
        </a:p>
      </dgm:t>
    </dgm:pt>
    <dgm:pt modelId="{C1DA78D6-0CE1-41A2-A0EE-D8D11B345670}" type="parTrans" cxnId="{1A792AAE-2086-4C09-9299-F978E6D076E1}">
      <dgm:prSet/>
      <dgm:spPr/>
      <dgm:t>
        <a:bodyPr/>
        <a:lstStyle/>
        <a:p>
          <a:endParaRPr lang="en-US"/>
        </a:p>
      </dgm:t>
    </dgm:pt>
    <dgm:pt modelId="{8BCD7E9B-E908-4EDF-8514-EDD1DB17AEBC}" type="sibTrans" cxnId="{1A792AAE-2086-4C09-9299-F978E6D076E1}">
      <dgm:prSet/>
      <dgm:spPr>
        <a:ln w="3175"/>
      </dgm:spPr>
      <dgm:t>
        <a:bodyPr/>
        <a:lstStyle/>
        <a:p>
          <a:endParaRPr lang="en-US" sz="2800"/>
        </a:p>
      </dgm:t>
    </dgm:pt>
    <dgm:pt modelId="{939662E8-1580-40AE-9B6C-323E8300E63E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14</a:t>
          </a:r>
        </a:p>
      </dgm:t>
    </dgm:pt>
    <dgm:pt modelId="{A9B8F123-7BAB-41C3-840A-4F646C50888F}" type="parTrans" cxnId="{9576AAAE-58F2-424F-B8E3-B337460ABDE1}">
      <dgm:prSet/>
      <dgm:spPr/>
      <dgm:t>
        <a:bodyPr/>
        <a:lstStyle/>
        <a:p>
          <a:endParaRPr lang="en-US"/>
        </a:p>
      </dgm:t>
    </dgm:pt>
    <dgm:pt modelId="{122F0F2A-9D73-4F96-9BEF-3D5D0F3739CC}" type="sibTrans" cxnId="{9576AAAE-58F2-424F-B8E3-B337460ABDE1}">
      <dgm:prSet/>
      <dgm:spPr>
        <a:ln w="3175"/>
      </dgm:spPr>
      <dgm:t>
        <a:bodyPr/>
        <a:lstStyle/>
        <a:p>
          <a:endParaRPr lang="en-US" sz="2800"/>
        </a:p>
      </dgm:t>
    </dgm:pt>
    <dgm:pt modelId="{A8370C54-57BB-4D77-84F2-21B7BBCB8CD1}">
      <dgm:prSet phldrT="[Text]" custT="1"/>
      <dgm:spPr>
        <a:ln w="3175"/>
      </dgm:spPr>
      <dgm:t>
        <a:bodyPr/>
        <a:lstStyle/>
        <a:p>
          <a:r>
            <a:rPr lang="en-US" sz="900" dirty="0"/>
            <a:t>15</a:t>
          </a:r>
        </a:p>
      </dgm:t>
    </dgm:pt>
    <dgm:pt modelId="{2A095022-B111-4BF4-8A3A-F583A99A0136}" type="parTrans" cxnId="{F90BA62E-E794-48A5-8857-5262442DCA4D}">
      <dgm:prSet/>
      <dgm:spPr/>
      <dgm:t>
        <a:bodyPr/>
        <a:lstStyle/>
        <a:p>
          <a:endParaRPr lang="en-US"/>
        </a:p>
      </dgm:t>
    </dgm:pt>
    <dgm:pt modelId="{3D64D77A-FD09-4D3C-876D-C0CB137E62CD}" type="sibTrans" cxnId="{F90BA62E-E794-48A5-8857-5262442DCA4D}">
      <dgm:prSet/>
      <dgm:spPr>
        <a:ln w="3175"/>
      </dgm:spPr>
      <dgm:t>
        <a:bodyPr/>
        <a:lstStyle/>
        <a:p>
          <a:endParaRPr lang="en-US" sz="2800"/>
        </a:p>
      </dgm:t>
    </dgm:pt>
    <dgm:pt modelId="{83672DD1-994D-4D7A-9A37-481E9664950D}">
      <dgm:prSet phldrT="[Text]" custT="1"/>
      <dgm:spPr>
        <a:ln w="3175"/>
      </dgm:spPr>
      <dgm:t>
        <a:bodyPr/>
        <a:lstStyle/>
        <a:p>
          <a:r>
            <a:rPr lang="en-US" sz="900" dirty="0"/>
            <a:t>16</a:t>
          </a:r>
        </a:p>
      </dgm:t>
    </dgm:pt>
    <dgm:pt modelId="{DDC0B2F7-016B-4613-8A55-5AA6A2FDE60C}" type="parTrans" cxnId="{88623BD7-0B78-4848-B319-4C616239BAB7}">
      <dgm:prSet/>
      <dgm:spPr/>
      <dgm:t>
        <a:bodyPr/>
        <a:lstStyle/>
        <a:p>
          <a:endParaRPr lang="en-US"/>
        </a:p>
      </dgm:t>
    </dgm:pt>
    <dgm:pt modelId="{B40BDC04-4CE6-4D7E-9F97-0E08939E39C6}" type="sibTrans" cxnId="{88623BD7-0B78-4848-B319-4C616239BAB7}">
      <dgm:prSet/>
      <dgm:spPr>
        <a:ln w="3175"/>
      </dgm:spPr>
      <dgm:t>
        <a:bodyPr/>
        <a:lstStyle/>
        <a:p>
          <a:endParaRPr lang="en-US" sz="2800"/>
        </a:p>
      </dgm:t>
    </dgm:pt>
    <dgm:pt modelId="{FB04C0DC-EAE0-413B-AB0C-0534D7083871}">
      <dgm:prSet phldrT="[Text]" custT="1"/>
      <dgm:spPr>
        <a:ln w="3175"/>
      </dgm:spPr>
      <dgm:t>
        <a:bodyPr/>
        <a:lstStyle/>
        <a:p>
          <a:r>
            <a:rPr lang="en-US" sz="900" dirty="0"/>
            <a:t>17</a:t>
          </a:r>
        </a:p>
      </dgm:t>
    </dgm:pt>
    <dgm:pt modelId="{3EEDB1CF-A50E-4C9A-8150-B0451961C9D5}" type="parTrans" cxnId="{1026074B-CC37-4BE4-828F-B18EFD1D274C}">
      <dgm:prSet/>
      <dgm:spPr/>
      <dgm:t>
        <a:bodyPr/>
        <a:lstStyle/>
        <a:p>
          <a:endParaRPr lang="en-US"/>
        </a:p>
      </dgm:t>
    </dgm:pt>
    <dgm:pt modelId="{5F59E52A-EEFC-4001-A3E3-1E6D1568133C}" type="sibTrans" cxnId="{1026074B-CC37-4BE4-828F-B18EFD1D274C}">
      <dgm:prSet/>
      <dgm:spPr>
        <a:ln w="3175"/>
      </dgm:spPr>
      <dgm:t>
        <a:bodyPr/>
        <a:lstStyle/>
        <a:p>
          <a:endParaRPr lang="en-US" sz="2800"/>
        </a:p>
      </dgm:t>
    </dgm:pt>
    <dgm:pt modelId="{BAB1302C-DD81-4AE2-A8FB-5C6A8E8133E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18</a:t>
          </a:r>
        </a:p>
      </dgm:t>
    </dgm:pt>
    <dgm:pt modelId="{B37CBE12-A1DC-48AE-9D35-BC5397163DD3}" type="parTrans" cxnId="{0B4ECD0A-BE7F-46F0-9F93-AB82BB4736EF}">
      <dgm:prSet/>
      <dgm:spPr/>
      <dgm:t>
        <a:bodyPr/>
        <a:lstStyle/>
        <a:p>
          <a:endParaRPr lang="en-US"/>
        </a:p>
      </dgm:t>
    </dgm:pt>
    <dgm:pt modelId="{E18762FF-2354-4F30-90ED-6FBC8FFF9078}" type="sibTrans" cxnId="{0B4ECD0A-BE7F-46F0-9F93-AB82BB4736EF}">
      <dgm:prSet/>
      <dgm:spPr>
        <a:ln w="3175"/>
      </dgm:spPr>
      <dgm:t>
        <a:bodyPr/>
        <a:lstStyle/>
        <a:p>
          <a:endParaRPr lang="en-US" sz="2800"/>
        </a:p>
      </dgm:t>
    </dgm:pt>
    <dgm:pt modelId="{A69216B9-B887-4EAA-9118-9814BCE4A626}">
      <dgm:prSet phldrT="[Text]" custT="1"/>
      <dgm:spPr>
        <a:ln w="3175"/>
      </dgm:spPr>
      <dgm:t>
        <a:bodyPr/>
        <a:lstStyle/>
        <a:p>
          <a:r>
            <a:rPr lang="en-US" sz="900" dirty="0"/>
            <a:t>19</a:t>
          </a:r>
        </a:p>
      </dgm:t>
    </dgm:pt>
    <dgm:pt modelId="{1D5DB990-5536-4125-944D-02ECBBA33DE4}" type="parTrans" cxnId="{07A50D78-6639-4A33-A74B-7706837DD05D}">
      <dgm:prSet/>
      <dgm:spPr/>
      <dgm:t>
        <a:bodyPr/>
        <a:lstStyle/>
        <a:p>
          <a:endParaRPr lang="en-US"/>
        </a:p>
      </dgm:t>
    </dgm:pt>
    <dgm:pt modelId="{EC947020-A574-4203-9CD7-6728E8A1F218}" type="sibTrans" cxnId="{07A50D78-6639-4A33-A74B-7706837DD05D}">
      <dgm:prSet/>
      <dgm:spPr>
        <a:ln w="3175"/>
      </dgm:spPr>
      <dgm:t>
        <a:bodyPr/>
        <a:lstStyle/>
        <a:p>
          <a:endParaRPr lang="en-US" sz="2800"/>
        </a:p>
      </dgm:t>
    </dgm:pt>
    <dgm:pt modelId="{76B5D27C-739F-4BE1-BB49-1559BF61D55D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20</a:t>
          </a:r>
        </a:p>
      </dgm:t>
    </dgm:pt>
    <dgm:pt modelId="{2119873A-C3A9-416C-A97E-7FBD1FC98807}" type="parTrans" cxnId="{1930D50E-D92E-4107-B01A-44265EC00184}">
      <dgm:prSet/>
      <dgm:spPr/>
      <dgm:t>
        <a:bodyPr/>
        <a:lstStyle/>
        <a:p>
          <a:endParaRPr lang="en-US"/>
        </a:p>
      </dgm:t>
    </dgm:pt>
    <dgm:pt modelId="{C55123D5-8763-48CB-8093-D52598355663}" type="sibTrans" cxnId="{1930D50E-D92E-4107-B01A-44265EC00184}">
      <dgm:prSet/>
      <dgm:spPr>
        <a:ln w="3175"/>
      </dgm:spPr>
      <dgm:t>
        <a:bodyPr/>
        <a:lstStyle/>
        <a:p>
          <a:endParaRPr lang="en-US" sz="2800"/>
        </a:p>
      </dgm:t>
    </dgm:pt>
    <dgm:pt modelId="{35385F59-FD3A-4E0E-806D-0D171FD73B60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21</a:t>
          </a:r>
        </a:p>
      </dgm:t>
    </dgm:pt>
    <dgm:pt modelId="{567BD894-944E-4EF2-8D98-51536C8E1C83}" type="parTrans" cxnId="{9FC3C574-02ED-4232-A01F-9EB4AFF41996}">
      <dgm:prSet/>
      <dgm:spPr/>
      <dgm:t>
        <a:bodyPr/>
        <a:lstStyle/>
        <a:p>
          <a:endParaRPr lang="en-US"/>
        </a:p>
      </dgm:t>
    </dgm:pt>
    <dgm:pt modelId="{6D67EEEA-04ED-4D88-A526-8907150BA8B9}" type="sibTrans" cxnId="{9FC3C574-02ED-4232-A01F-9EB4AFF41996}">
      <dgm:prSet/>
      <dgm:spPr>
        <a:ln w="3175"/>
      </dgm:spPr>
      <dgm:t>
        <a:bodyPr/>
        <a:lstStyle/>
        <a:p>
          <a:endParaRPr lang="en-US" sz="2800"/>
        </a:p>
      </dgm:t>
    </dgm:pt>
    <dgm:pt modelId="{4386FCAA-717C-484A-8040-46E0C7874DC0}">
      <dgm:prSet phldrT="[Text]" custT="1"/>
      <dgm:spPr>
        <a:ln w="3175"/>
      </dgm:spPr>
      <dgm:t>
        <a:bodyPr/>
        <a:lstStyle/>
        <a:p>
          <a:r>
            <a:rPr lang="en-US" sz="900" dirty="0"/>
            <a:t>22</a:t>
          </a:r>
        </a:p>
      </dgm:t>
    </dgm:pt>
    <dgm:pt modelId="{7B2FE6D5-2676-445F-AC55-28FB452BBC94}" type="parTrans" cxnId="{16A34594-33A6-4493-BA23-38BF5100BDF4}">
      <dgm:prSet/>
      <dgm:spPr/>
      <dgm:t>
        <a:bodyPr/>
        <a:lstStyle/>
        <a:p>
          <a:endParaRPr lang="en-US"/>
        </a:p>
      </dgm:t>
    </dgm:pt>
    <dgm:pt modelId="{1D060F47-F191-4433-AAC1-B798E8CB1418}" type="sibTrans" cxnId="{16A34594-33A6-4493-BA23-38BF5100BDF4}">
      <dgm:prSet/>
      <dgm:spPr>
        <a:ln w="3175"/>
      </dgm:spPr>
      <dgm:t>
        <a:bodyPr/>
        <a:lstStyle/>
        <a:p>
          <a:endParaRPr lang="en-US" sz="2800"/>
        </a:p>
      </dgm:t>
    </dgm:pt>
    <dgm:pt modelId="{BB217A16-9AF2-4D4B-B615-1E19EDAD0C53}">
      <dgm:prSet phldrT="[Text]" custT="1"/>
      <dgm:spPr>
        <a:ln w="3175"/>
      </dgm:spPr>
      <dgm:t>
        <a:bodyPr/>
        <a:lstStyle/>
        <a:p>
          <a:r>
            <a:rPr lang="en-US" sz="900" dirty="0"/>
            <a:t>23</a:t>
          </a:r>
        </a:p>
      </dgm:t>
    </dgm:pt>
    <dgm:pt modelId="{C1AA23A3-532B-4317-BA6C-EB24CD6F69A6}" type="parTrans" cxnId="{D864FDE6-AE68-4123-A8AA-7FC1D1294C03}">
      <dgm:prSet/>
      <dgm:spPr/>
      <dgm:t>
        <a:bodyPr/>
        <a:lstStyle/>
        <a:p>
          <a:endParaRPr lang="en-US"/>
        </a:p>
      </dgm:t>
    </dgm:pt>
    <dgm:pt modelId="{C0983ED0-8E1A-4C36-9B3F-D751B585C5F1}" type="sibTrans" cxnId="{D864FDE6-AE68-4123-A8AA-7FC1D1294C03}">
      <dgm:prSet/>
      <dgm:spPr>
        <a:ln w="3175"/>
      </dgm:spPr>
      <dgm:t>
        <a:bodyPr/>
        <a:lstStyle/>
        <a:p>
          <a:endParaRPr lang="en-US" sz="2800"/>
        </a:p>
      </dgm:t>
    </dgm:pt>
    <dgm:pt modelId="{79F5EE38-222D-4BAC-ABC2-B06CAE63135B}">
      <dgm:prSet phldrT="[Text]" custT="1"/>
      <dgm:spPr>
        <a:ln w="3175"/>
      </dgm:spPr>
      <dgm:t>
        <a:bodyPr/>
        <a:lstStyle/>
        <a:p>
          <a:r>
            <a:rPr lang="en-US" sz="900" dirty="0"/>
            <a:t>24</a:t>
          </a:r>
        </a:p>
      </dgm:t>
    </dgm:pt>
    <dgm:pt modelId="{3ADBA506-0986-4716-88E4-2981DF0CE09F}" type="parTrans" cxnId="{0C29EC76-D4AC-4DC4-9D40-265DA37EAA2C}">
      <dgm:prSet/>
      <dgm:spPr/>
      <dgm:t>
        <a:bodyPr/>
        <a:lstStyle/>
        <a:p>
          <a:endParaRPr lang="en-US"/>
        </a:p>
      </dgm:t>
    </dgm:pt>
    <dgm:pt modelId="{6C9FBB1A-9ABC-41ED-8500-19720D0A6187}" type="sibTrans" cxnId="{0C29EC76-D4AC-4DC4-9D40-265DA37EAA2C}">
      <dgm:prSet/>
      <dgm:spPr>
        <a:ln w="3175"/>
      </dgm:spPr>
      <dgm:t>
        <a:bodyPr/>
        <a:lstStyle/>
        <a:p>
          <a:endParaRPr lang="en-US" sz="2800"/>
        </a:p>
      </dgm:t>
    </dgm:pt>
    <dgm:pt modelId="{49E309A8-4ACE-4E24-9468-1B63E3F6A1C8}">
      <dgm:prSet phldrT="[Text]" custT="1"/>
      <dgm:spPr>
        <a:ln w="3175"/>
      </dgm:spPr>
      <dgm:t>
        <a:bodyPr/>
        <a:lstStyle/>
        <a:p>
          <a:r>
            <a:rPr lang="en-US" sz="900" dirty="0"/>
            <a:t>25</a:t>
          </a:r>
        </a:p>
      </dgm:t>
    </dgm:pt>
    <dgm:pt modelId="{D6C68469-A6BE-45BF-A540-5A9AD7D1FDCC}" type="parTrans" cxnId="{C49149D8-B800-4423-B48C-40A1637857E9}">
      <dgm:prSet/>
      <dgm:spPr/>
      <dgm:t>
        <a:bodyPr/>
        <a:lstStyle/>
        <a:p>
          <a:endParaRPr lang="en-US"/>
        </a:p>
      </dgm:t>
    </dgm:pt>
    <dgm:pt modelId="{7115A82F-A0CA-47E6-9A40-2F50E0CCCA35}" type="sibTrans" cxnId="{C49149D8-B800-4423-B48C-40A1637857E9}">
      <dgm:prSet/>
      <dgm:spPr>
        <a:ln w="3175"/>
      </dgm:spPr>
      <dgm:t>
        <a:bodyPr/>
        <a:lstStyle/>
        <a:p>
          <a:endParaRPr lang="en-US" sz="2800"/>
        </a:p>
      </dgm:t>
    </dgm:pt>
    <dgm:pt modelId="{D02FAA77-956C-45D2-8464-ED2559956DD2}">
      <dgm:prSet phldrT="[Text]" custT="1"/>
      <dgm:spPr>
        <a:ln w="3175"/>
      </dgm:spPr>
      <dgm:t>
        <a:bodyPr/>
        <a:lstStyle/>
        <a:p>
          <a:r>
            <a:rPr lang="en-US" sz="900" dirty="0"/>
            <a:t>26</a:t>
          </a:r>
        </a:p>
      </dgm:t>
    </dgm:pt>
    <dgm:pt modelId="{C79E506C-53D3-4E39-8681-67DEA5CADD14}" type="parTrans" cxnId="{9751F274-5EE9-4DEF-9205-CAB8BEE9F26A}">
      <dgm:prSet/>
      <dgm:spPr/>
      <dgm:t>
        <a:bodyPr/>
        <a:lstStyle/>
        <a:p>
          <a:endParaRPr lang="en-US"/>
        </a:p>
      </dgm:t>
    </dgm:pt>
    <dgm:pt modelId="{AC94AC6E-FC58-470F-95C8-F928ABB93594}" type="sibTrans" cxnId="{9751F274-5EE9-4DEF-9205-CAB8BEE9F26A}">
      <dgm:prSet/>
      <dgm:spPr>
        <a:ln w="3175"/>
      </dgm:spPr>
      <dgm:t>
        <a:bodyPr/>
        <a:lstStyle/>
        <a:p>
          <a:endParaRPr lang="en-US" sz="2800"/>
        </a:p>
      </dgm:t>
    </dgm:pt>
    <dgm:pt modelId="{BA2EC476-731E-4903-8F01-CC5FC637BFFF}">
      <dgm:prSet phldrT="[Text]" custT="1"/>
      <dgm:spPr>
        <a:ln w="3175"/>
      </dgm:spPr>
      <dgm:t>
        <a:bodyPr/>
        <a:lstStyle/>
        <a:p>
          <a:r>
            <a:rPr lang="en-US" sz="900" dirty="0"/>
            <a:t>27</a:t>
          </a:r>
        </a:p>
      </dgm:t>
    </dgm:pt>
    <dgm:pt modelId="{1E93F294-9191-4F3C-8C73-307BDA462CD8}" type="parTrans" cxnId="{DDAE6729-4ABF-4BA0-9066-ABCD3045B768}">
      <dgm:prSet/>
      <dgm:spPr/>
      <dgm:t>
        <a:bodyPr/>
        <a:lstStyle/>
        <a:p>
          <a:endParaRPr lang="en-US"/>
        </a:p>
      </dgm:t>
    </dgm:pt>
    <dgm:pt modelId="{C81C93CF-4ABC-443A-B46F-7B67B7A103B0}" type="sibTrans" cxnId="{DDAE6729-4ABF-4BA0-9066-ABCD3045B768}">
      <dgm:prSet/>
      <dgm:spPr>
        <a:ln w="3175"/>
      </dgm:spPr>
      <dgm:t>
        <a:bodyPr/>
        <a:lstStyle/>
        <a:p>
          <a:endParaRPr lang="en-US" sz="2800"/>
        </a:p>
      </dgm:t>
    </dgm:pt>
    <dgm:pt modelId="{48A59AEC-96FC-49B4-88EA-A3EB39384894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28</a:t>
          </a:r>
        </a:p>
      </dgm:t>
    </dgm:pt>
    <dgm:pt modelId="{C44A88B5-B9C3-46DA-9DED-FD4A07327DFA}" type="parTrans" cxnId="{E4A6BC44-AE44-4BA5-B6D3-1BCE6AE0F149}">
      <dgm:prSet/>
      <dgm:spPr/>
      <dgm:t>
        <a:bodyPr/>
        <a:lstStyle/>
        <a:p>
          <a:endParaRPr lang="en-US"/>
        </a:p>
      </dgm:t>
    </dgm:pt>
    <dgm:pt modelId="{B7A4C8FA-340E-486F-81D8-FF544AB43A4E}" type="sibTrans" cxnId="{E4A6BC44-AE44-4BA5-B6D3-1BCE6AE0F149}">
      <dgm:prSet/>
      <dgm:spPr>
        <a:ln w="3175"/>
      </dgm:spPr>
      <dgm:t>
        <a:bodyPr/>
        <a:lstStyle/>
        <a:p>
          <a:endParaRPr lang="en-US" sz="2800"/>
        </a:p>
      </dgm:t>
    </dgm:pt>
    <dgm:pt modelId="{0C32458D-E832-48BB-9259-B17D8D2F155B}">
      <dgm:prSet phldrT="[Text]" custT="1"/>
      <dgm:spPr>
        <a:ln w="3175"/>
      </dgm:spPr>
      <dgm:t>
        <a:bodyPr/>
        <a:lstStyle/>
        <a:p>
          <a:r>
            <a:rPr lang="en-US" sz="900" dirty="0"/>
            <a:t>29</a:t>
          </a:r>
        </a:p>
      </dgm:t>
    </dgm:pt>
    <dgm:pt modelId="{4243369C-ADCF-43E1-B70D-7FEE941604AC}" type="parTrans" cxnId="{CA98B5B7-867D-41B4-A452-B4FC72D3A4DD}">
      <dgm:prSet/>
      <dgm:spPr/>
      <dgm:t>
        <a:bodyPr/>
        <a:lstStyle/>
        <a:p>
          <a:endParaRPr lang="en-US"/>
        </a:p>
      </dgm:t>
    </dgm:pt>
    <dgm:pt modelId="{DF88F8CF-9279-4F9F-A099-1B4E96148323}" type="sibTrans" cxnId="{CA98B5B7-867D-41B4-A452-B4FC72D3A4DD}">
      <dgm:prSet/>
      <dgm:spPr>
        <a:ln w="3175"/>
      </dgm:spPr>
      <dgm:t>
        <a:bodyPr/>
        <a:lstStyle/>
        <a:p>
          <a:endParaRPr lang="en-US" sz="2800"/>
        </a:p>
      </dgm:t>
    </dgm:pt>
    <dgm:pt modelId="{553BEC81-A978-430C-80DA-1DF185989AAF}">
      <dgm:prSet phldrT="[Text]" custT="1"/>
      <dgm:spPr>
        <a:ln w="3175"/>
      </dgm:spPr>
      <dgm:t>
        <a:bodyPr/>
        <a:lstStyle/>
        <a:p>
          <a:r>
            <a:rPr lang="en-US" sz="900" dirty="0"/>
            <a:t>30</a:t>
          </a:r>
        </a:p>
      </dgm:t>
    </dgm:pt>
    <dgm:pt modelId="{F967C4E0-84B8-4DD8-94B3-652A70C1E617}" type="parTrans" cxnId="{FE5DE3E6-FC91-4656-85E4-45B335D2DABB}">
      <dgm:prSet/>
      <dgm:spPr/>
      <dgm:t>
        <a:bodyPr/>
        <a:lstStyle/>
        <a:p>
          <a:endParaRPr lang="en-US"/>
        </a:p>
      </dgm:t>
    </dgm:pt>
    <dgm:pt modelId="{E48A52DD-C72D-4935-A10C-8179C47FCC6E}" type="sibTrans" cxnId="{FE5DE3E6-FC91-4656-85E4-45B335D2DABB}">
      <dgm:prSet/>
      <dgm:spPr/>
      <dgm:t>
        <a:bodyPr/>
        <a:lstStyle/>
        <a:p>
          <a:endParaRPr lang="en-US"/>
        </a:p>
      </dgm:t>
    </dgm:pt>
    <dgm:pt modelId="{E4888B1B-2BE2-4790-B9ED-71F3187B9F21}">
      <dgm:prSet phldrT="[Text]" custT="1"/>
      <dgm:spPr>
        <a:ln w="3175"/>
      </dgm:spPr>
      <dgm:t>
        <a:bodyPr/>
        <a:lstStyle/>
        <a:p>
          <a:r>
            <a:rPr lang="en-US" sz="900" dirty="0"/>
            <a:t>31</a:t>
          </a:r>
        </a:p>
      </dgm:t>
    </dgm:pt>
    <dgm:pt modelId="{73C1ADEF-47C9-4674-A811-66907754D373}" type="parTrans" cxnId="{361C1845-B91F-4C24-B652-323E1165FD8F}">
      <dgm:prSet/>
      <dgm:spPr/>
      <dgm:t>
        <a:bodyPr/>
        <a:lstStyle/>
        <a:p>
          <a:endParaRPr lang="en-US"/>
        </a:p>
      </dgm:t>
    </dgm:pt>
    <dgm:pt modelId="{E1A72A0C-6E1A-4616-AA17-2E6AC02A1850}" type="sibTrans" cxnId="{361C1845-B91F-4C24-B652-323E1165FD8F}">
      <dgm:prSet/>
      <dgm:spPr/>
      <dgm:t>
        <a:bodyPr/>
        <a:lstStyle/>
        <a:p>
          <a:endParaRPr lang="en-US"/>
        </a:p>
      </dgm:t>
    </dgm:pt>
    <dgm:pt modelId="{EFAE7302-6632-4D60-A96D-23F394241DE4}" type="pres">
      <dgm:prSet presAssocID="{B3F6A2BA-40B6-4187-AFF8-F8F9AF80E7F9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7F6FC54-D545-444E-B19E-55F8864057C9}" type="pres">
      <dgm:prSet presAssocID="{CB7A3099-1224-4ECB-902C-396EC7BA7968}" presName="node" presStyleLbl="node1" presStyleIdx="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3F8756-B089-4C69-872B-9C77B1D2E9B9}" type="pres">
      <dgm:prSet presAssocID="{CB7A3099-1224-4ECB-902C-396EC7BA7968}" presName="spNode" presStyleCnt="0"/>
      <dgm:spPr/>
    </dgm:pt>
    <dgm:pt modelId="{990317AE-40E7-4E24-A709-5C1E3D7DF428}" type="pres">
      <dgm:prSet presAssocID="{50D7F308-47D9-4906-97CC-2D84909FC247}" presName="sibTrans" presStyleLbl="sibTrans1D1" presStyleIdx="0" presStyleCnt="32" custScaleX="2000000" custScaleY="2000000"/>
      <dgm:spPr/>
      <dgm:t>
        <a:bodyPr/>
        <a:lstStyle/>
        <a:p>
          <a:endParaRPr lang="en-US"/>
        </a:p>
      </dgm:t>
    </dgm:pt>
    <dgm:pt modelId="{0A74DD1F-BEEA-4E1C-A32C-B77C043FA489}" type="pres">
      <dgm:prSet presAssocID="{05255914-D32A-40B4-8C21-212024189328}" presName="node" presStyleLbl="node1" presStyleIdx="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AA3025-9FF4-4436-AD56-351C2AA3B91C}" type="pres">
      <dgm:prSet presAssocID="{05255914-D32A-40B4-8C21-212024189328}" presName="spNode" presStyleCnt="0"/>
      <dgm:spPr/>
    </dgm:pt>
    <dgm:pt modelId="{53232857-986B-4378-8600-83D67A96D1FC}" type="pres">
      <dgm:prSet presAssocID="{DF2D58BB-B07E-4427-B0B4-7328C7A546CF}" presName="sibTrans" presStyleLbl="sibTrans1D1" presStyleIdx="1" presStyleCnt="32" custScaleX="2000000" custScaleY="2000000"/>
      <dgm:spPr/>
      <dgm:t>
        <a:bodyPr/>
        <a:lstStyle/>
        <a:p>
          <a:endParaRPr lang="en-US"/>
        </a:p>
      </dgm:t>
    </dgm:pt>
    <dgm:pt modelId="{B79BDE4E-122F-4949-877A-51460124312E}" type="pres">
      <dgm:prSet presAssocID="{CF291975-5B89-42C1-A954-78B0363C5805}" presName="node" presStyleLbl="node1" presStyleIdx="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A97052-E50B-4364-B8F3-C5BB55C62E43}" type="pres">
      <dgm:prSet presAssocID="{CF291975-5B89-42C1-A954-78B0363C5805}" presName="spNode" presStyleCnt="0"/>
      <dgm:spPr/>
    </dgm:pt>
    <dgm:pt modelId="{C1FBA839-DD16-4EA3-AA23-4F09E108C25C}" type="pres">
      <dgm:prSet presAssocID="{BB5988A9-792F-4F35-BF7A-F0D97FB3530B}" presName="sibTrans" presStyleLbl="sibTrans1D1" presStyleIdx="2" presStyleCnt="32" custScaleX="2000000" custScaleY="2000000"/>
      <dgm:spPr/>
      <dgm:t>
        <a:bodyPr/>
        <a:lstStyle/>
        <a:p>
          <a:endParaRPr lang="en-US"/>
        </a:p>
      </dgm:t>
    </dgm:pt>
    <dgm:pt modelId="{47D8252C-7210-4124-986D-C5A27EC7BB38}" type="pres">
      <dgm:prSet presAssocID="{0F1EED64-1422-4916-86A1-6EC539D1088A}" presName="node" presStyleLbl="node1" presStyleIdx="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128025-155A-4115-B8B9-1A751CA1730C}" type="pres">
      <dgm:prSet presAssocID="{0F1EED64-1422-4916-86A1-6EC539D1088A}" presName="spNode" presStyleCnt="0"/>
      <dgm:spPr/>
    </dgm:pt>
    <dgm:pt modelId="{9A5BE75C-4E4D-435D-8920-9E32832F465D}" type="pres">
      <dgm:prSet presAssocID="{C682A7C4-7A1C-44E3-9B83-DF842E56DA03}" presName="sibTrans" presStyleLbl="sibTrans1D1" presStyleIdx="3" presStyleCnt="32" custScaleX="2000000" custScaleY="2000000"/>
      <dgm:spPr/>
      <dgm:t>
        <a:bodyPr/>
        <a:lstStyle/>
        <a:p>
          <a:endParaRPr lang="en-US"/>
        </a:p>
      </dgm:t>
    </dgm:pt>
    <dgm:pt modelId="{E213AD56-109D-4571-A0B0-1181C7025370}" type="pres">
      <dgm:prSet presAssocID="{EA111F39-A024-4AB2-977C-8988D99FEE4B}" presName="node" presStyleLbl="node1" presStyleIdx="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190AB1-8428-4DEE-ADF0-BAC788A0917C}" type="pres">
      <dgm:prSet presAssocID="{EA111F39-A024-4AB2-977C-8988D99FEE4B}" presName="spNode" presStyleCnt="0"/>
      <dgm:spPr/>
    </dgm:pt>
    <dgm:pt modelId="{3E6F2280-A61F-493F-991B-F51BCDF11010}" type="pres">
      <dgm:prSet presAssocID="{AA774F68-286C-419B-8B7D-02F83155FDF4}" presName="sibTrans" presStyleLbl="sibTrans1D1" presStyleIdx="4" presStyleCnt="32" custScaleX="2000000" custScaleY="2000000"/>
      <dgm:spPr/>
      <dgm:t>
        <a:bodyPr/>
        <a:lstStyle/>
        <a:p>
          <a:endParaRPr lang="en-US"/>
        </a:p>
      </dgm:t>
    </dgm:pt>
    <dgm:pt modelId="{D0E1629B-81D1-410E-AE41-A68200AAD38A}" type="pres">
      <dgm:prSet presAssocID="{B84CDA86-2342-4CD5-A2D0-3EE2D6B77400}" presName="node" presStyleLbl="node1" presStyleIdx="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736DC7-D98D-4E78-942E-3E553CB51665}" type="pres">
      <dgm:prSet presAssocID="{B84CDA86-2342-4CD5-A2D0-3EE2D6B77400}" presName="spNode" presStyleCnt="0"/>
      <dgm:spPr/>
    </dgm:pt>
    <dgm:pt modelId="{896B2AF0-997F-4A3D-95E9-687AEE393215}" type="pres">
      <dgm:prSet presAssocID="{29F8A4A0-082D-4991-B443-0A8AFA42422B}" presName="sibTrans" presStyleLbl="sibTrans1D1" presStyleIdx="5" presStyleCnt="32" custScaleX="2000000" custScaleY="2000000"/>
      <dgm:spPr/>
      <dgm:t>
        <a:bodyPr/>
        <a:lstStyle/>
        <a:p>
          <a:endParaRPr lang="en-US"/>
        </a:p>
      </dgm:t>
    </dgm:pt>
    <dgm:pt modelId="{BC51FB21-3AAD-464F-AB4E-68130F6D9956}" type="pres">
      <dgm:prSet presAssocID="{5625A0BA-3784-45B6-97EC-2096A47B399F}" presName="node" presStyleLbl="node1" presStyleIdx="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8D2501-9B9B-4053-8341-251711D30C2F}" type="pres">
      <dgm:prSet presAssocID="{5625A0BA-3784-45B6-97EC-2096A47B399F}" presName="spNode" presStyleCnt="0"/>
      <dgm:spPr/>
    </dgm:pt>
    <dgm:pt modelId="{36A25B59-0286-4766-AF4A-4AD99255FB9A}" type="pres">
      <dgm:prSet presAssocID="{A6D5980C-35E2-4AB0-8246-6AAB28C06B23}" presName="sibTrans" presStyleLbl="sibTrans1D1" presStyleIdx="6" presStyleCnt="32" custScaleX="2000000" custScaleY="2000000"/>
      <dgm:spPr/>
      <dgm:t>
        <a:bodyPr/>
        <a:lstStyle/>
        <a:p>
          <a:endParaRPr lang="en-US"/>
        </a:p>
      </dgm:t>
    </dgm:pt>
    <dgm:pt modelId="{4EBAFEA8-38A7-4839-A196-E833865FEC3E}" type="pres">
      <dgm:prSet presAssocID="{B2DF35EF-9BDC-40A7-BFCA-A1A3E1293144}" presName="node" presStyleLbl="node1" presStyleIdx="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48C08C-3758-4EEE-8D81-59D26C39B226}" type="pres">
      <dgm:prSet presAssocID="{B2DF35EF-9BDC-40A7-BFCA-A1A3E1293144}" presName="spNode" presStyleCnt="0"/>
      <dgm:spPr/>
    </dgm:pt>
    <dgm:pt modelId="{A95F9BD2-8E6C-4D20-A2D9-24C989631FAC}" type="pres">
      <dgm:prSet presAssocID="{3515389E-A2D9-4A91-A416-D06FB2BCF4D7}" presName="sibTrans" presStyleLbl="sibTrans1D1" presStyleIdx="7" presStyleCnt="32" custScaleX="2000000" custScaleY="2000000"/>
      <dgm:spPr/>
      <dgm:t>
        <a:bodyPr/>
        <a:lstStyle/>
        <a:p>
          <a:endParaRPr lang="en-US"/>
        </a:p>
      </dgm:t>
    </dgm:pt>
    <dgm:pt modelId="{FCDBC8B2-A072-489D-B135-4F76C90ABB73}" type="pres">
      <dgm:prSet presAssocID="{868767A5-C3E4-4645-9C8D-69D5627043D3}" presName="node" presStyleLbl="node1" presStyleIdx="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502533-D656-4694-9BDA-B75F503AD108}" type="pres">
      <dgm:prSet presAssocID="{868767A5-C3E4-4645-9C8D-69D5627043D3}" presName="spNode" presStyleCnt="0"/>
      <dgm:spPr/>
    </dgm:pt>
    <dgm:pt modelId="{BBF115A0-E49F-481D-B9B9-7781A7700C68}" type="pres">
      <dgm:prSet presAssocID="{BE0F9672-9967-4BB3-945A-82902934D4C9}" presName="sibTrans" presStyleLbl="sibTrans1D1" presStyleIdx="8" presStyleCnt="32" custScaleX="2000000" custScaleY="2000000"/>
      <dgm:spPr/>
      <dgm:t>
        <a:bodyPr/>
        <a:lstStyle/>
        <a:p>
          <a:endParaRPr lang="en-US"/>
        </a:p>
      </dgm:t>
    </dgm:pt>
    <dgm:pt modelId="{27377A35-5C63-4153-A1CA-D07A81FEBED6}" type="pres">
      <dgm:prSet presAssocID="{9281F980-DBAB-4458-BA3E-080893361045}" presName="node" presStyleLbl="node1" presStyleIdx="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6E8CAE-7A6A-441E-B81D-F2A6930AEB34}" type="pres">
      <dgm:prSet presAssocID="{9281F980-DBAB-4458-BA3E-080893361045}" presName="spNode" presStyleCnt="0"/>
      <dgm:spPr/>
    </dgm:pt>
    <dgm:pt modelId="{C75F3799-6FE1-44D4-94E5-D0323DD9642D}" type="pres">
      <dgm:prSet presAssocID="{EE9F8E24-F686-4CD7-B40D-889B181D327C}" presName="sibTrans" presStyleLbl="sibTrans1D1" presStyleIdx="9" presStyleCnt="32" custScaleX="2000000" custScaleY="2000000"/>
      <dgm:spPr/>
      <dgm:t>
        <a:bodyPr/>
        <a:lstStyle/>
        <a:p>
          <a:endParaRPr lang="en-US"/>
        </a:p>
      </dgm:t>
    </dgm:pt>
    <dgm:pt modelId="{ACA3DEE4-4C37-414B-A20E-469C72FF631D}" type="pres">
      <dgm:prSet presAssocID="{A895021A-1FC9-40D9-9A23-C05D673066F3}" presName="node" presStyleLbl="node1" presStyleIdx="1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77587-15D8-428C-8F90-BB7C49868333}" type="pres">
      <dgm:prSet presAssocID="{A895021A-1FC9-40D9-9A23-C05D673066F3}" presName="spNode" presStyleCnt="0"/>
      <dgm:spPr/>
    </dgm:pt>
    <dgm:pt modelId="{39826E2A-859D-4D09-B02A-05287C251E70}" type="pres">
      <dgm:prSet presAssocID="{C63CE439-C9A4-437A-AA24-C2B1C4D3EC13}" presName="sibTrans" presStyleLbl="sibTrans1D1" presStyleIdx="10" presStyleCnt="32" custScaleX="2000000" custScaleY="2000000"/>
      <dgm:spPr/>
      <dgm:t>
        <a:bodyPr/>
        <a:lstStyle/>
        <a:p>
          <a:endParaRPr lang="en-US"/>
        </a:p>
      </dgm:t>
    </dgm:pt>
    <dgm:pt modelId="{508270A1-9056-4B9A-B0BC-2D3B1299FC58}" type="pres">
      <dgm:prSet presAssocID="{EE1F149E-F983-420A-AE26-0CA291A969CC}" presName="node" presStyleLbl="node1" presStyleIdx="1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B48CEE-BE6C-4B73-AA70-08340D7306CA}" type="pres">
      <dgm:prSet presAssocID="{EE1F149E-F983-420A-AE26-0CA291A969CC}" presName="spNode" presStyleCnt="0"/>
      <dgm:spPr/>
    </dgm:pt>
    <dgm:pt modelId="{0186EB4D-19E9-40A6-9853-FE75E1F1C601}" type="pres">
      <dgm:prSet presAssocID="{3FDD498B-C338-4F3C-9707-6A31F5EB9217}" presName="sibTrans" presStyleLbl="sibTrans1D1" presStyleIdx="11" presStyleCnt="32" custScaleX="2000000" custScaleY="2000000"/>
      <dgm:spPr/>
      <dgm:t>
        <a:bodyPr/>
        <a:lstStyle/>
        <a:p>
          <a:endParaRPr lang="en-US"/>
        </a:p>
      </dgm:t>
    </dgm:pt>
    <dgm:pt modelId="{E6415271-4602-49BD-8F77-B2554532B0A0}" type="pres">
      <dgm:prSet presAssocID="{3EBDEC13-B94B-424C-B6D8-E23828E29484}" presName="node" presStyleLbl="node1" presStyleIdx="1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476B6F-E555-4078-9F4F-FED8900C0811}" type="pres">
      <dgm:prSet presAssocID="{3EBDEC13-B94B-424C-B6D8-E23828E29484}" presName="spNode" presStyleCnt="0"/>
      <dgm:spPr/>
    </dgm:pt>
    <dgm:pt modelId="{0CA37BE1-2CF9-468E-BFF7-47A995E3BB08}" type="pres">
      <dgm:prSet presAssocID="{910D43BF-2E12-4265-8F31-790375B138D8}" presName="sibTrans" presStyleLbl="sibTrans1D1" presStyleIdx="12" presStyleCnt="32" custScaleX="2000000" custScaleY="2000000"/>
      <dgm:spPr/>
      <dgm:t>
        <a:bodyPr/>
        <a:lstStyle/>
        <a:p>
          <a:endParaRPr lang="en-US"/>
        </a:p>
      </dgm:t>
    </dgm:pt>
    <dgm:pt modelId="{C10433AE-724D-434E-B55F-F8FBA5E6691B}" type="pres">
      <dgm:prSet presAssocID="{DB1B9677-421A-4935-8C22-9192CE87F0FF}" presName="node" presStyleLbl="node1" presStyleIdx="1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F69A71-2EE3-482B-A6FD-09CDD6717BD2}" type="pres">
      <dgm:prSet presAssocID="{DB1B9677-421A-4935-8C22-9192CE87F0FF}" presName="spNode" presStyleCnt="0"/>
      <dgm:spPr/>
    </dgm:pt>
    <dgm:pt modelId="{6361BE26-1613-4254-AAB5-23BC794B38F0}" type="pres">
      <dgm:prSet presAssocID="{8BCD7E9B-E908-4EDF-8514-EDD1DB17AEBC}" presName="sibTrans" presStyleLbl="sibTrans1D1" presStyleIdx="13" presStyleCnt="32" custScaleX="2000000" custScaleY="2000000"/>
      <dgm:spPr/>
      <dgm:t>
        <a:bodyPr/>
        <a:lstStyle/>
        <a:p>
          <a:endParaRPr lang="en-US"/>
        </a:p>
      </dgm:t>
    </dgm:pt>
    <dgm:pt modelId="{75C04093-B402-44E4-A02F-D9D20B3CFE9D}" type="pres">
      <dgm:prSet presAssocID="{939662E8-1580-40AE-9B6C-323E8300E63E}" presName="node" presStyleLbl="node1" presStyleIdx="1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0450C4-F523-4B16-B2D9-4DF083C0D164}" type="pres">
      <dgm:prSet presAssocID="{939662E8-1580-40AE-9B6C-323E8300E63E}" presName="spNode" presStyleCnt="0"/>
      <dgm:spPr/>
    </dgm:pt>
    <dgm:pt modelId="{76F78CE6-90C8-4B35-9F7E-1F5EB9B22151}" type="pres">
      <dgm:prSet presAssocID="{122F0F2A-9D73-4F96-9BEF-3D5D0F3739CC}" presName="sibTrans" presStyleLbl="sibTrans1D1" presStyleIdx="14" presStyleCnt="32" custScaleX="2000000" custScaleY="2000000"/>
      <dgm:spPr/>
      <dgm:t>
        <a:bodyPr/>
        <a:lstStyle/>
        <a:p>
          <a:endParaRPr lang="en-US"/>
        </a:p>
      </dgm:t>
    </dgm:pt>
    <dgm:pt modelId="{618D29F1-B27A-4177-81E5-AC40E22B797C}" type="pres">
      <dgm:prSet presAssocID="{A8370C54-57BB-4D77-84F2-21B7BBCB8CD1}" presName="node" presStyleLbl="node1" presStyleIdx="1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A6B6DF-5C12-40CD-AAE4-BEDED49DD127}" type="pres">
      <dgm:prSet presAssocID="{A8370C54-57BB-4D77-84F2-21B7BBCB8CD1}" presName="spNode" presStyleCnt="0"/>
      <dgm:spPr/>
    </dgm:pt>
    <dgm:pt modelId="{B309ED74-66A5-480C-86D1-D4E840F406AC}" type="pres">
      <dgm:prSet presAssocID="{3D64D77A-FD09-4D3C-876D-C0CB137E62CD}" presName="sibTrans" presStyleLbl="sibTrans1D1" presStyleIdx="15" presStyleCnt="32" custScaleX="2000000" custScaleY="2000000"/>
      <dgm:spPr/>
      <dgm:t>
        <a:bodyPr/>
        <a:lstStyle/>
        <a:p>
          <a:endParaRPr lang="en-US"/>
        </a:p>
      </dgm:t>
    </dgm:pt>
    <dgm:pt modelId="{1DFE6595-7230-483C-9D32-BFCA9CE92D85}" type="pres">
      <dgm:prSet presAssocID="{83672DD1-994D-4D7A-9A37-481E9664950D}" presName="node" presStyleLbl="node1" presStyleIdx="1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1B332A-C98B-433A-BC90-670312A65140}" type="pres">
      <dgm:prSet presAssocID="{83672DD1-994D-4D7A-9A37-481E9664950D}" presName="spNode" presStyleCnt="0"/>
      <dgm:spPr/>
    </dgm:pt>
    <dgm:pt modelId="{F136BB06-5C60-4B50-98D8-C6FCDB3F7F8E}" type="pres">
      <dgm:prSet presAssocID="{B40BDC04-4CE6-4D7E-9F97-0E08939E39C6}" presName="sibTrans" presStyleLbl="sibTrans1D1" presStyleIdx="16" presStyleCnt="32" custScaleX="2000000" custScaleY="2000000"/>
      <dgm:spPr/>
      <dgm:t>
        <a:bodyPr/>
        <a:lstStyle/>
        <a:p>
          <a:endParaRPr lang="en-US"/>
        </a:p>
      </dgm:t>
    </dgm:pt>
    <dgm:pt modelId="{2CC1B40C-A928-4D28-85BB-5E0283FC2F77}" type="pres">
      <dgm:prSet presAssocID="{FB04C0DC-EAE0-413B-AB0C-0534D7083871}" presName="node" presStyleLbl="node1" presStyleIdx="1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F4F930-8B6A-4ECB-AEE6-E6BBCDEDB007}" type="pres">
      <dgm:prSet presAssocID="{FB04C0DC-EAE0-413B-AB0C-0534D7083871}" presName="spNode" presStyleCnt="0"/>
      <dgm:spPr/>
    </dgm:pt>
    <dgm:pt modelId="{68E8B125-993D-469E-AA0B-682C870C8CE0}" type="pres">
      <dgm:prSet presAssocID="{5F59E52A-EEFC-4001-A3E3-1E6D1568133C}" presName="sibTrans" presStyleLbl="sibTrans1D1" presStyleIdx="17" presStyleCnt="32" custScaleX="2000000" custScaleY="2000000"/>
      <dgm:spPr/>
      <dgm:t>
        <a:bodyPr/>
        <a:lstStyle/>
        <a:p>
          <a:endParaRPr lang="en-US"/>
        </a:p>
      </dgm:t>
    </dgm:pt>
    <dgm:pt modelId="{FADD2792-6893-42FB-A020-33C72A283A6C}" type="pres">
      <dgm:prSet presAssocID="{BAB1302C-DD81-4AE2-A8FB-5C6A8E8133E8}" presName="node" presStyleLbl="node1" presStyleIdx="1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47F71B-899A-499F-BE60-DD768007AE3D}" type="pres">
      <dgm:prSet presAssocID="{BAB1302C-DD81-4AE2-A8FB-5C6A8E8133E8}" presName="spNode" presStyleCnt="0"/>
      <dgm:spPr/>
    </dgm:pt>
    <dgm:pt modelId="{B9DC5B5E-81C6-4A00-AD4E-BE0007B91F2F}" type="pres">
      <dgm:prSet presAssocID="{E18762FF-2354-4F30-90ED-6FBC8FFF9078}" presName="sibTrans" presStyleLbl="sibTrans1D1" presStyleIdx="18" presStyleCnt="32" custScaleX="2000000" custScaleY="2000000"/>
      <dgm:spPr/>
      <dgm:t>
        <a:bodyPr/>
        <a:lstStyle/>
        <a:p>
          <a:endParaRPr lang="en-US"/>
        </a:p>
      </dgm:t>
    </dgm:pt>
    <dgm:pt modelId="{FD352E1F-0C68-49D5-B0E2-54376D4F934A}" type="pres">
      <dgm:prSet presAssocID="{A69216B9-B887-4EAA-9118-9814BCE4A626}" presName="node" presStyleLbl="node1" presStyleIdx="1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C5354E-3415-46FB-ADB3-32C666B3BC89}" type="pres">
      <dgm:prSet presAssocID="{A69216B9-B887-4EAA-9118-9814BCE4A626}" presName="spNode" presStyleCnt="0"/>
      <dgm:spPr/>
    </dgm:pt>
    <dgm:pt modelId="{F4BCE455-286B-4204-B5F1-B8A634EE86AA}" type="pres">
      <dgm:prSet presAssocID="{EC947020-A574-4203-9CD7-6728E8A1F218}" presName="sibTrans" presStyleLbl="sibTrans1D1" presStyleIdx="19" presStyleCnt="32" custScaleX="2000000" custScaleY="2000000"/>
      <dgm:spPr/>
      <dgm:t>
        <a:bodyPr/>
        <a:lstStyle/>
        <a:p>
          <a:endParaRPr lang="en-US"/>
        </a:p>
      </dgm:t>
    </dgm:pt>
    <dgm:pt modelId="{C78ECE81-A2B2-47AC-8CB7-A602A09D7084}" type="pres">
      <dgm:prSet presAssocID="{76B5D27C-739F-4BE1-BB49-1559BF61D55D}" presName="node" presStyleLbl="node1" presStyleIdx="2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56EB1A-D3E6-4B49-8BAB-D14453A9BB73}" type="pres">
      <dgm:prSet presAssocID="{76B5D27C-739F-4BE1-BB49-1559BF61D55D}" presName="spNode" presStyleCnt="0"/>
      <dgm:spPr/>
    </dgm:pt>
    <dgm:pt modelId="{E5C3F0BA-DB69-495D-9DEA-D13C90EA3630}" type="pres">
      <dgm:prSet presAssocID="{C55123D5-8763-48CB-8093-D52598355663}" presName="sibTrans" presStyleLbl="sibTrans1D1" presStyleIdx="20" presStyleCnt="32" custScaleX="2000000" custScaleY="2000000"/>
      <dgm:spPr/>
      <dgm:t>
        <a:bodyPr/>
        <a:lstStyle/>
        <a:p>
          <a:endParaRPr lang="en-US"/>
        </a:p>
      </dgm:t>
    </dgm:pt>
    <dgm:pt modelId="{43DDAB27-C0DF-44FA-802A-67BF1D0F81B4}" type="pres">
      <dgm:prSet presAssocID="{35385F59-FD3A-4E0E-806D-0D171FD73B60}" presName="node" presStyleLbl="node1" presStyleIdx="2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07BEE8-98F3-4383-8C3D-272C0DCA3135}" type="pres">
      <dgm:prSet presAssocID="{35385F59-FD3A-4E0E-806D-0D171FD73B60}" presName="spNode" presStyleCnt="0"/>
      <dgm:spPr/>
    </dgm:pt>
    <dgm:pt modelId="{4564EECB-4F9B-4DE6-A4A8-79CB80D711FC}" type="pres">
      <dgm:prSet presAssocID="{6D67EEEA-04ED-4D88-A526-8907150BA8B9}" presName="sibTrans" presStyleLbl="sibTrans1D1" presStyleIdx="21" presStyleCnt="32" custScaleX="2000000" custScaleY="2000000"/>
      <dgm:spPr/>
      <dgm:t>
        <a:bodyPr/>
        <a:lstStyle/>
        <a:p>
          <a:endParaRPr lang="en-US"/>
        </a:p>
      </dgm:t>
    </dgm:pt>
    <dgm:pt modelId="{E7B2F824-C131-4F6E-BF3B-11B8D84C3259}" type="pres">
      <dgm:prSet presAssocID="{4386FCAA-717C-484A-8040-46E0C7874DC0}" presName="node" presStyleLbl="node1" presStyleIdx="2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E160C9-3944-49D9-A382-EDFD6F07F2AF}" type="pres">
      <dgm:prSet presAssocID="{4386FCAA-717C-484A-8040-46E0C7874DC0}" presName="spNode" presStyleCnt="0"/>
      <dgm:spPr/>
    </dgm:pt>
    <dgm:pt modelId="{F221C969-D840-4207-AD08-C8DF473E761E}" type="pres">
      <dgm:prSet presAssocID="{1D060F47-F191-4433-AAC1-B798E8CB1418}" presName="sibTrans" presStyleLbl="sibTrans1D1" presStyleIdx="22" presStyleCnt="32" custScaleX="2000000" custScaleY="2000000"/>
      <dgm:spPr/>
      <dgm:t>
        <a:bodyPr/>
        <a:lstStyle/>
        <a:p>
          <a:endParaRPr lang="en-US"/>
        </a:p>
      </dgm:t>
    </dgm:pt>
    <dgm:pt modelId="{CFCF3D4C-32A1-4968-B438-404BD7D6114A}" type="pres">
      <dgm:prSet presAssocID="{BB217A16-9AF2-4D4B-B615-1E19EDAD0C53}" presName="node" presStyleLbl="node1" presStyleIdx="2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31A5A7-B87C-4299-8B1F-207925CD4C27}" type="pres">
      <dgm:prSet presAssocID="{BB217A16-9AF2-4D4B-B615-1E19EDAD0C53}" presName="spNode" presStyleCnt="0"/>
      <dgm:spPr/>
    </dgm:pt>
    <dgm:pt modelId="{21A7A6A5-C6D1-4211-8A8E-22C0ECD96F49}" type="pres">
      <dgm:prSet presAssocID="{C0983ED0-8E1A-4C36-9B3F-D751B585C5F1}" presName="sibTrans" presStyleLbl="sibTrans1D1" presStyleIdx="23" presStyleCnt="32" custScaleX="2000000" custScaleY="2000000"/>
      <dgm:spPr/>
      <dgm:t>
        <a:bodyPr/>
        <a:lstStyle/>
        <a:p>
          <a:endParaRPr lang="en-US"/>
        </a:p>
      </dgm:t>
    </dgm:pt>
    <dgm:pt modelId="{991A4C05-42A7-4815-BBC2-046FF52DA966}" type="pres">
      <dgm:prSet presAssocID="{79F5EE38-222D-4BAC-ABC2-B06CAE63135B}" presName="node" presStyleLbl="node1" presStyleIdx="2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D292EF-B75E-4B66-9CEA-DD3FDDF0A21E}" type="pres">
      <dgm:prSet presAssocID="{79F5EE38-222D-4BAC-ABC2-B06CAE63135B}" presName="spNode" presStyleCnt="0"/>
      <dgm:spPr/>
    </dgm:pt>
    <dgm:pt modelId="{F56FC7F1-C52A-48DE-AD95-4D744553B23F}" type="pres">
      <dgm:prSet presAssocID="{6C9FBB1A-9ABC-41ED-8500-19720D0A6187}" presName="sibTrans" presStyleLbl="sibTrans1D1" presStyleIdx="24" presStyleCnt="32" custScaleX="2000000" custScaleY="2000000"/>
      <dgm:spPr/>
      <dgm:t>
        <a:bodyPr/>
        <a:lstStyle/>
        <a:p>
          <a:endParaRPr lang="en-US"/>
        </a:p>
      </dgm:t>
    </dgm:pt>
    <dgm:pt modelId="{9FC84676-4902-4A78-9386-9F053440A259}" type="pres">
      <dgm:prSet presAssocID="{49E309A8-4ACE-4E24-9468-1B63E3F6A1C8}" presName="node" presStyleLbl="node1" presStyleIdx="2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DB1E6E-FCB9-4EA8-A0AA-8C3DCE7A8970}" type="pres">
      <dgm:prSet presAssocID="{49E309A8-4ACE-4E24-9468-1B63E3F6A1C8}" presName="spNode" presStyleCnt="0"/>
      <dgm:spPr/>
    </dgm:pt>
    <dgm:pt modelId="{D6FF76DD-C30F-4EB0-8FCF-74271CBF245A}" type="pres">
      <dgm:prSet presAssocID="{7115A82F-A0CA-47E6-9A40-2F50E0CCCA35}" presName="sibTrans" presStyleLbl="sibTrans1D1" presStyleIdx="25" presStyleCnt="32" custScaleX="2000000" custScaleY="2000000"/>
      <dgm:spPr/>
      <dgm:t>
        <a:bodyPr/>
        <a:lstStyle/>
        <a:p>
          <a:endParaRPr lang="en-US"/>
        </a:p>
      </dgm:t>
    </dgm:pt>
    <dgm:pt modelId="{BB6CD61F-322C-4EEA-85CC-48F3CC9DA29B}" type="pres">
      <dgm:prSet presAssocID="{D02FAA77-956C-45D2-8464-ED2559956DD2}" presName="node" presStyleLbl="node1" presStyleIdx="2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AD30FD-571A-4F8C-8E69-85180761E85D}" type="pres">
      <dgm:prSet presAssocID="{D02FAA77-956C-45D2-8464-ED2559956DD2}" presName="spNode" presStyleCnt="0"/>
      <dgm:spPr/>
    </dgm:pt>
    <dgm:pt modelId="{F9A0D072-B17C-43D0-9A88-104CAF700717}" type="pres">
      <dgm:prSet presAssocID="{AC94AC6E-FC58-470F-95C8-F928ABB93594}" presName="sibTrans" presStyleLbl="sibTrans1D1" presStyleIdx="26" presStyleCnt="32" custScaleX="2000000" custScaleY="2000000"/>
      <dgm:spPr/>
      <dgm:t>
        <a:bodyPr/>
        <a:lstStyle/>
        <a:p>
          <a:endParaRPr lang="en-US"/>
        </a:p>
      </dgm:t>
    </dgm:pt>
    <dgm:pt modelId="{98BE2733-5EA3-4FB9-B572-1CE18B1FAD50}" type="pres">
      <dgm:prSet presAssocID="{BA2EC476-731E-4903-8F01-CC5FC637BFFF}" presName="node" presStyleLbl="node1" presStyleIdx="2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1E8F09-86AE-4903-9E8B-058B849FCB04}" type="pres">
      <dgm:prSet presAssocID="{BA2EC476-731E-4903-8F01-CC5FC637BFFF}" presName="spNode" presStyleCnt="0"/>
      <dgm:spPr/>
    </dgm:pt>
    <dgm:pt modelId="{7F89DABF-7369-48F0-8963-A2942746E850}" type="pres">
      <dgm:prSet presAssocID="{C81C93CF-4ABC-443A-B46F-7B67B7A103B0}" presName="sibTrans" presStyleLbl="sibTrans1D1" presStyleIdx="27" presStyleCnt="32" custScaleX="2000000" custScaleY="2000000"/>
      <dgm:spPr/>
      <dgm:t>
        <a:bodyPr/>
        <a:lstStyle/>
        <a:p>
          <a:endParaRPr lang="en-US"/>
        </a:p>
      </dgm:t>
    </dgm:pt>
    <dgm:pt modelId="{CD308359-DDF9-4556-B21D-E2264F4EE573}" type="pres">
      <dgm:prSet presAssocID="{48A59AEC-96FC-49B4-88EA-A3EB39384894}" presName="node" presStyleLbl="node1" presStyleIdx="2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8E9D9-3C8D-4C82-BD13-F54DE66BCE27}" type="pres">
      <dgm:prSet presAssocID="{48A59AEC-96FC-49B4-88EA-A3EB39384894}" presName="spNode" presStyleCnt="0"/>
      <dgm:spPr/>
    </dgm:pt>
    <dgm:pt modelId="{81F2DA4D-EFC8-4AA8-9C5F-683BBAC275F5}" type="pres">
      <dgm:prSet presAssocID="{B7A4C8FA-340E-486F-81D8-FF544AB43A4E}" presName="sibTrans" presStyleLbl="sibTrans1D1" presStyleIdx="28" presStyleCnt="32" custScaleX="2000000" custScaleY="2000000"/>
      <dgm:spPr/>
      <dgm:t>
        <a:bodyPr/>
        <a:lstStyle/>
        <a:p>
          <a:endParaRPr lang="en-US"/>
        </a:p>
      </dgm:t>
    </dgm:pt>
    <dgm:pt modelId="{9AC4915E-252C-49E2-84A8-90A6E8385642}" type="pres">
      <dgm:prSet presAssocID="{0C32458D-E832-48BB-9259-B17D8D2F155B}" presName="node" presStyleLbl="node1" presStyleIdx="2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DC71D3-7FED-47C0-AFD0-4EAC0EA8659A}" type="pres">
      <dgm:prSet presAssocID="{0C32458D-E832-48BB-9259-B17D8D2F155B}" presName="spNode" presStyleCnt="0"/>
      <dgm:spPr/>
    </dgm:pt>
    <dgm:pt modelId="{10B85967-A5CA-441C-B74B-8FD7919CBCCC}" type="pres">
      <dgm:prSet presAssocID="{DF88F8CF-9279-4F9F-A099-1B4E96148323}" presName="sibTrans" presStyleLbl="sibTrans1D1" presStyleIdx="29" presStyleCnt="32" custScaleX="2000000" custScaleY="2000000"/>
      <dgm:spPr/>
      <dgm:t>
        <a:bodyPr/>
        <a:lstStyle/>
        <a:p>
          <a:endParaRPr lang="en-US"/>
        </a:p>
      </dgm:t>
    </dgm:pt>
    <dgm:pt modelId="{F724F2BE-3492-48DF-BEB0-18E86EC3383D}" type="pres">
      <dgm:prSet presAssocID="{553BEC81-A978-430C-80DA-1DF185989AAF}" presName="node" presStyleLbl="node1" presStyleIdx="3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3A32DE-60CE-418E-8DBF-72B8A707C45D}" type="pres">
      <dgm:prSet presAssocID="{553BEC81-A978-430C-80DA-1DF185989AAF}" presName="spNode" presStyleCnt="0"/>
      <dgm:spPr/>
    </dgm:pt>
    <dgm:pt modelId="{D385CF75-2DC0-41B5-94A8-CB366CF3094B}" type="pres">
      <dgm:prSet presAssocID="{E48A52DD-C72D-4935-A10C-8179C47FCC6E}" presName="sibTrans" presStyleLbl="sibTrans1D1" presStyleIdx="30" presStyleCnt="32" custScaleX="2000000" custScaleY="2000000"/>
      <dgm:spPr/>
      <dgm:t>
        <a:bodyPr/>
        <a:lstStyle/>
        <a:p>
          <a:endParaRPr lang="en-US"/>
        </a:p>
      </dgm:t>
    </dgm:pt>
    <dgm:pt modelId="{503B42BA-B449-428B-A7CE-2DFEE7DEF4F0}" type="pres">
      <dgm:prSet presAssocID="{E4888B1B-2BE2-4790-B9ED-71F3187B9F21}" presName="node" presStyleLbl="node1" presStyleIdx="3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256912-B98B-4477-9DD1-348D614FCC59}" type="pres">
      <dgm:prSet presAssocID="{E4888B1B-2BE2-4790-B9ED-71F3187B9F21}" presName="spNode" presStyleCnt="0"/>
      <dgm:spPr/>
    </dgm:pt>
    <dgm:pt modelId="{5CFB3FD2-2DF6-4205-823E-F0FEC3D98719}" type="pres">
      <dgm:prSet presAssocID="{E1A72A0C-6E1A-4616-AA17-2E6AC02A1850}" presName="sibTrans" presStyleLbl="sibTrans1D1" presStyleIdx="31" presStyleCnt="32" custScaleX="2000000" custScaleY="2000000"/>
      <dgm:spPr/>
      <dgm:t>
        <a:bodyPr/>
        <a:lstStyle/>
        <a:p>
          <a:endParaRPr lang="en-US"/>
        </a:p>
      </dgm:t>
    </dgm:pt>
  </dgm:ptLst>
  <dgm:cxnLst>
    <dgm:cxn modelId="{6D838910-20A2-424C-AD5B-E2DEA23D02D9}" type="presOf" srcId="{EE1F149E-F983-420A-AE26-0CA291A969CC}" destId="{508270A1-9056-4B9A-B0BC-2D3B1299FC58}" srcOrd="0" destOrd="0" presId="urn:microsoft.com/office/officeart/2005/8/layout/cycle6"/>
    <dgm:cxn modelId="{6C05350F-B991-4F58-97D1-AE4044723B42}" srcId="{B3F6A2BA-40B6-4187-AFF8-F8F9AF80E7F9}" destId="{CB7A3099-1224-4ECB-902C-396EC7BA7968}" srcOrd="0" destOrd="0" parTransId="{46544552-34FE-49BE-BA33-CC66D1619F8A}" sibTransId="{50D7F308-47D9-4906-97CC-2D84909FC247}"/>
    <dgm:cxn modelId="{7AEF220F-8717-4BE7-AC4C-DE42D3B3E8CD}" type="presOf" srcId="{6C9FBB1A-9ABC-41ED-8500-19720D0A6187}" destId="{F56FC7F1-C52A-48DE-AD95-4D744553B23F}" srcOrd="0" destOrd="0" presId="urn:microsoft.com/office/officeart/2005/8/layout/cycle6"/>
    <dgm:cxn modelId="{E43AA6B6-F0A7-46F4-9FDF-C71B70616FC6}" type="presOf" srcId="{AC94AC6E-FC58-470F-95C8-F928ABB93594}" destId="{F9A0D072-B17C-43D0-9A88-104CAF700717}" srcOrd="0" destOrd="0" presId="urn:microsoft.com/office/officeart/2005/8/layout/cycle6"/>
    <dgm:cxn modelId="{89089F61-BBE7-4034-9458-B2AB905A7B03}" type="presOf" srcId="{3515389E-A2D9-4A91-A416-D06FB2BCF4D7}" destId="{A95F9BD2-8E6C-4D20-A2D9-24C989631FAC}" srcOrd="0" destOrd="0" presId="urn:microsoft.com/office/officeart/2005/8/layout/cycle6"/>
    <dgm:cxn modelId="{29A30ADC-A6BC-435E-945B-0D4B92AD8430}" srcId="{B3F6A2BA-40B6-4187-AFF8-F8F9AF80E7F9}" destId="{CF291975-5B89-42C1-A954-78B0363C5805}" srcOrd="2" destOrd="0" parTransId="{F3DC7968-B68E-4A83-B115-D21E76300FFF}" sibTransId="{BB5988A9-792F-4F35-BF7A-F0D97FB3530B}"/>
    <dgm:cxn modelId="{37EC9231-3C79-48AE-8B7D-6917C46BE83A}" type="presOf" srcId="{B3F6A2BA-40B6-4187-AFF8-F8F9AF80E7F9}" destId="{EFAE7302-6632-4D60-A96D-23F394241DE4}" srcOrd="0" destOrd="0" presId="urn:microsoft.com/office/officeart/2005/8/layout/cycle6"/>
    <dgm:cxn modelId="{BDB66EB9-D29D-4C10-852B-7037D139A0B7}" type="presOf" srcId="{B84CDA86-2342-4CD5-A2D0-3EE2D6B77400}" destId="{D0E1629B-81D1-410E-AE41-A68200AAD38A}" srcOrd="0" destOrd="0" presId="urn:microsoft.com/office/officeart/2005/8/layout/cycle6"/>
    <dgm:cxn modelId="{3650ABC4-7632-4CEC-9C94-704B3B900887}" type="presOf" srcId="{C81C93CF-4ABC-443A-B46F-7B67B7A103B0}" destId="{7F89DABF-7369-48F0-8963-A2942746E850}" srcOrd="0" destOrd="0" presId="urn:microsoft.com/office/officeart/2005/8/layout/cycle6"/>
    <dgm:cxn modelId="{D30E7CF0-5B4B-40D3-96D0-383F887793FD}" srcId="{B3F6A2BA-40B6-4187-AFF8-F8F9AF80E7F9}" destId="{868767A5-C3E4-4645-9C8D-69D5627043D3}" srcOrd="8" destOrd="0" parTransId="{09A882C0-93B2-4C56-BE95-EDAAA5B0FF47}" sibTransId="{BE0F9672-9967-4BB3-945A-82902934D4C9}"/>
    <dgm:cxn modelId="{E578E34E-C565-493C-A5E6-2153C852F371}" type="presOf" srcId="{939662E8-1580-40AE-9B6C-323E8300E63E}" destId="{75C04093-B402-44E4-A02F-D9D20B3CFE9D}" srcOrd="0" destOrd="0" presId="urn:microsoft.com/office/officeart/2005/8/layout/cycle6"/>
    <dgm:cxn modelId="{27D1042C-9CE5-4120-8CC0-7878C38AE515}" type="presOf" srcId="{0C32458D-E832-48BB-9259-B17D8D2F155B}" destId="{9AC4915E-252C-49E2-84A8-90A6E8385642}" srcOrd="0" destOrd="0" presId="urn:microsoft.com/office/officeart/2005/8/layout/cycle6"/>
    <dgm:cxn modelId="{EF3D2429-E156-4601-91E7-35C0424995A3}" type="presOf" srcId="{E1A72A0C-6E1A-4616-AA17-2E6AC02A1850}" destId="{5CFB3FD2-2DF6-4205-823E-F0FEC3D98719}" srcOrd="0" destOrd="0" presId="urn:microsoft.com/office/officeart/2005/8/layout/cycle6"/>
    <dgm:cxn modelId="{C4D13FB4-0FD1-48FF-AB4B-035F479BA4E7}" srcId="{B3F6A2BA-40B6-4187-AFF8-F8F9AF80E7F9}" destId="{EE1F149E-F983-420A-AE26-0CA291A969CC}" srcOrd="11" destOrd="0" parTransId="{9B36F709-981A-4F1F-96A6-2972426A3A63}" sibTransId="{3FDD498B-C338-4F3C-9707-6A31F5EB9217}"/>
    <dgm:cxn modelId="{05B44286-D06E-45CB-90F8-613CB1B75D7D}" type="presOf" srcId="{910D43BF-2E12-4265-8F31-790375B138D8}" destId="{0CA37BE1-2CF9-468E-BFF7-47A995E3BB08}" srcOrd="0" destOrd="0" presId="urn:microsoft.com/office/officeart/2005/8/layout/cycle6"/>
    <dgm:cxn modelId="{F506E86B-8150-47A3-B191-82DF382E8CD4}" srcId="{B3F6A2BA-40B6-4187-AFF8-F8F9AF80E7F9}" destId="{0F1EED64-1422-4916-86A1-6EC539D1088A}" srcOrd="3" destOrd="0" parTransId="{A31802B4-E52B-4F45-9C81-62E72A979B4E}" sibTransId="{C682A7C4-7A1C-44E3-9B83-DF842E56DA03}"/>
    <dgm:cxn modelId="{14497D08-2D61-459B-BC0D-00CFFF09C6EF}" type="presOf" srcId="{C0983ED0-8E1A-4C36-9B3F-D751B585C5F1}" destId="{21A7A6A5-C6D1-4211-8A8E-22C0ECD96F49}" srcOrd="0" destOrd="0" presId="urn:microsoft.com/office/officeart/2005/8/layout/cycle6"/>
    <dgm:cxn modelId="{3D4E97EA-89D6-4F69-8109-635B0AF236FD}" srcId="{B3F6A2BA-40B6-4187-AFF8-F8F9AF80E7F9}" destId="{A895021A-1FC9-40D9-9A23-C05D673066F3}" srcOrd="10" destOrd="0" parTransId="{ED7432BF-B985-48B1-B8F2-801A42157DE6}" sibTransId="{C63CE439-C9A4-437A-AA24-C2B1C4D3EC13}"/>
    <dgm:cxn modelId="{8EFE6746-F463-4134-B327-FE098C302029}" type="presOf" srcId="{BA2EC476-731E-4903-8F01-CC5FC637BFFF}" destId="{98BE2733-5EA3-4FB9-B572-1CE18B1FAD50}" srcOrd="0" destOrd="0" presId="urn:microsoft.com/office/officeart/2005/8/layout/cycle6"/>
    <dgm:cxn modelId="{160F6119-8114-406E-BBDA-40967AFE27FB}" type="presOf" srcId="{553BEC81-A978-430C-80DA-1DF185989AAF}" destId="{F724F2BE-3492-48DF-BEB0-18E86EC3383D}" srcOrd="0" destOrd="0" presId="urn:microsoft.com/office/officeart/2005/8/layout/cycle6"/>
    <dgm:cxn modelId="{831B7B17-8E44-459E-AF78-FA96C49C73BE}" type="presOf" srcId="{D02FAA77-956C-45D2-8464-ED2559956DD2}" destId="{BB6CD61F-322C-4EEA-85CC-48F3CC9DA29B}" srcOrd="0" destOrd="0" presId="urn:microsoft.com/office/officeart/2005/8/layout/cycle6"/>
    <dgm:cxn modelId="{3DF0DB52-0915-4CBF-B379-BA2A1CE53FFD}" type="presOf" srcId="{C682A7C4-7A1C-44E3-9B83-DF842E56DA03}" destId="{9A5BE75C-4E4D-435D-8920-9E32832F465D}" srcOrd="0" destOrd="0" presId="urn:microsoft.com/office/officeart/2005/8/layout/cycle6"/>
    <dgm:cxn modelId="{0C29EC76-D4AC-4DC4-9D40-265DA37EAA2C}" srcId="{B3F6A2BA-40B6-4187-AFF8-F8F9AF80E7F9}" destId="{79F5EE38-222D-4BAC-ABC2-B06CAE63135B}" srcOrd="24" destOrd="0" parTransId="{3ADBA506-0986-4716-88E4-2981DF0CE09F}" sibTransId="{6C9FBB1A-9ABC-41ED-8500-19720D0A6187}"/>
    <dgm:cxn modelId="{9576AAAE-58F2-424F-B8E3-B337460ABDE1}" srcId="{B3F6A2BA-40B6-4187-AFF8-F8F9AF80E7F9}" destId="{939662E8-1580-40AE-9B6C-323E8300E63E}" srcOrd="14" destOrd="0" parTransId="{A9B8F123-7BAB-41C3-840A-4F646C50888F}" sibTransId="{122F0F2A-9D73-4F96-9BEF-3D5D0F3739CC}"/>
    <dgm:cxn modelId="{25279551-2760-46EB-9F51-02AFC9F54675}" type="presOf" srcId="{6D67EEEA-04ED-4D88-A526-8907150BA8B9}" destId="{4564EECB-4F9B-4DE6-A4A8-79CB80D711FC}" srcOrd="0" destOrd="0" presId="urn:microsoft.com/office/officeart/2005/8/layout/cycle6"/>
    <dgm:cxn modelId="{5181B613-4054-4BE3-9E8D-9DFFE7E4BC24}" type="presOf" srcId="{DF2D58BB-B07E-4427-B0B4-7328C7A546CF}" destId="{53232857-986B-4378-8600-83D67A96D1FC}" srcOrd="0" destOrd="0" presId="urn:microsoft.com/office/officeart/2005/8/layout/cycle6"/>
    <dgm:cxn modelId="{CA98B5B7-867D-41B4-A452-B4FC72D3A4DD}" srcId="{B3F6A2BA-40B6-4187-AFF8-F8F9AF80E7F9}" destId="{0C32458D-E832-48BB-9259-B17D8D2F155B}" srcOrd="29" destOrd="0" parTransId="{4243369C-ADCF-43E1-B70D-7FEE941604AC}" sibTransId="{DF88F8CF-9279-4F9F-A099-1B4E96148323}"/>
    <dgm:cxn modelId="{88623BD7-0B78-4848-B319-4C616239BAB7}" srcId="{B3F6A2BA-40B6-4187-AFF8-F8F9AF80E7F9}" destId="{83672DD1-994D-4D7A-9A37-481E9664950D}" srcOrd="16" destOrd="0" parTransId="{DDC0B2F7-016B-4613-8A55-5AA6A2FDE60C}" sibTransId="{B40BDC04-4CE6-4D7E-9F97-0E08939E39C6}"/>
    <dgm:cxn modelId="{9C522398-5C12-4126-8EF6-1DA7DB5D791D}" type="presOf" srcId="{3EBDEC13-B94B-424C-B6D8-E23828E29484}" destId="{E6415271-4602-49BD-8F77-B2554532B0A0}" srcOrd="0" destOrd="0" presId="urn:microsoft.com/office/officeart/2005/8/layout/cycle6"/>
    <dgm:cxn modelId="{1026074B-CC37-4BE4-828F-B18EFD1D274C}" srcId="{B3F6A2BA-40B6-4187-AFF8-F8F9AF80E7F9}" destId="{FB04C0DC-EAE0-413B-AB0C-0534D7083871}" srcOrd="17" destOrd="0" parTransId="{3EEDB1CF-A50E-4C9A-8150-B0451961C9D5}" sibTransId="{5F59E52A-EEFC-4001-A3E3-1E6D1568133C}"/>
    <dgm:cxn modelId="{0ED10D25-2B43-4953-84C0-C0E9E9235DCD}" srcId="{B3F6A2BA-40B6-4187-AFF8-F8F9AF80E7F9}" destId="{EA111F39-A024-4AB2-977C-8988D99FEE4B}" srcOrd="4" destOrd="0" parTransId="{677D4B4F-F54C-408A-B8A9-FB080E0A8B92}" sibTransId="{AA774F68-286C-419B-8B7D-02F83155FDF4}"/>
    <dgm:cxn modelId="{158B0377-0546-4FE1-AC7F-08D163F799BD}" type="presOf" srcId="{B40BDC04-4CE6-4D7E-9F97-0E08939E39C6}" destId="{F136BB06-5C60-4B50-98D8-C6FCDB3F7F8E}" srcOrd="0" destOrd="0" presId="urn:microsoft.com/office/officeart/2005/8/layout/cycle6"/>
    <dgm:cxn modelId="{28E2E78C-384D-47C5-87BE-889739BADE8D}" type="presOf" srcId="{EE9F8E24-F686-4CD7-B40D-889B181D327C}" destId="{C75F3799-6FE1-44D4-94E5-D0323DD9642D}" srcOrd="0" destOrd="0" presId="urn:microsoft.com/office/officeart/2005/8/layout/cycle6"/>
    <dgm:cxn modelId="{B07D5156-10D9-4BC4-BEF0-147DC709ABD8}" type="presOf" srcId="{EA111F39-A024-4AB2-977C-8988D99FEE4B}" destId="{E213AD56-109D-4571-A0B0-1181C7025370}" srcOrd="0" destOrd="0" presId="urn:microsoft.com/office/officeart/2005/8/layout/cycle6"/>
    <dgm:cxn modelId="{769E57BF-3711-45AD-9A72-ADEC0EF7D253}" type="presOf" srcId="{79F5EE38-222D-4BAC-ABC2-B06CAE63135B}" destId="{991A4C05-42A7-4815-BBC2-046FF52DA966}" srcOrd="0" destOrd="0" presId="urn:microsoft.com/office/officeart/2005/8/layout/cycle6"/>
    <dgm:cxn modelId="{CABAE896-5671-4967-9198-3C40DB14CDBC}" type="presOf" srcId="{4386FCAA-717C-484A-8040-46E0C7874DC0}" destId="{E7B2F824-C131-4F6E-BF3B-11B8D84C3259}" srcOrd="0" destOrd="0" presId="urn:microsoft.com/office/officeart/2005/8/layout/cycle6"/>
    <dgm:cxn modelId="{DA8AF4C2-8321-4FD0-B0AF-16A4E4BE660C}" type="presOf" srcId="{7115A82F-A0CA-47E6-9A40-2F50E0CCCA35}" destId="{D6FF76DD-C30F-4EB0-8FCF-74271CBF245A}" srcOrd="0" destOrd="0" presId="urn:microsoft.com/office/officeart/2005/8/layout/cycle6"/>
    <dgm:cxn modelId="{A242A124-FE97-4F9C-BA86-CF9A0F59193A}" type="presOf" srcId="{3D64D77A-FD09-4D3C-876D-C0CB137E62CD}" destId="{B309ED74-66A5-480C-86D1-D4E840F406AC}" srcOrd="0" destOrd="0" presId="urn:microsoft.com/office/officeart/2005/8/layout/cycle6"/>
    <dgm:cxn modelId="{D50E1A11-7949-492A-9313-4BE4662B8386}" type="presOf" srcId="{E48A52DD-C72D-4935-A10C-8179C47FCC6E}" destId="{D385CF75-2DC0-41B5-94A8-CB366CF3094B}" srcOrd="0" destOrd="0" presId="urn:microsoft.com/office/officeart/2005/8/layout/cycle6"/>
    <dgm:cxn modelId="{1D37DBDD-D539-46D9-B2EC-16365E34361C}" type="presOf" srcId="{BE0F9672-9967-4BB3-945A-82902934D4C9}" destId="{BBF115A0-E49F-481D-B9B9-7781A7700C68}" srcOrd="0" destOrd="0" presId="urn:microsoft.com/office/officeart/2005/8/layout/cycle6"/>
    <dgm:cxn modelId="{47B91BB7-C5F8-4888-BD6F-329C216F3AA2}" type="presOf" srcId="{CF291975-5B89-42C1-A954-78B0363C5805}" destId="{B79BDE4E-122F-4949-877A-51460124312E}" srcOrd="0" destOrd="0" presId="urn:microsoft.com/office/officeart/2005/8/layout/cycle6"/>
    <dgm:cxn modelId="{7B57F587-A075-4844-BE73-5BC197CA2576}" type="presOf" srcId="{B2DF35EF-9BDC-40A7-BFCA-A1A3E1293144}" destId="{4EBAFEA8-38A7-4839-A196-E833865FEC3E}" srcOrd="0" destOrd="0" presId="urn:microsoft.com/office/officeart/2005/8/layout/cycle6"/>
    <dgm:cxn modelId="{17A5F48A-0C81-4F1B-999E-B31927FDCC39}" type="presOf" srcId="{FB04C0DC-EAE0-413B-AB0C-0534D7083871}" destId="{2CC1B40C-A928-4D28-85BB-5E0283FC2F77}" srcOrd="0" destOrd="0" presId="urn:microsoft.com/office/officeart/2005/8/layout/cycle6"/>
    <dgm:cxn modelId="{92B7CF88-19DA-4C68-B48A-56C5D09BD078}" srcId="{B3F6A2BA-40B6-4187-AFF8-F8F9AF80E7F9}" destId="{05255914-D32A-40B4-8C21-212024189328}" srcOrd="1" destOrd="0" parTransId="{739FD09D-8045-4F96-B9E7-D3DCBC8AC11E}" sibTransId="{DF2D58BB-B07E-4427-B0B4-7328C7A546CF}"/>
    <dgm:cxn modelId="{BF375E7F-91A3-4C43-A089-3218686D9E6F}" type="presOf" srcId="{EC947020-A574-4203-9CD7-6728E8A1F218}" destId="{F4BCE455-286B-4204-B5F1-B8A634EE86AA}" srcOrd="0" destOrd="0" presId="urn:microsoft.com/office/officeart/2005/8/layout/cycle6"/>
    <dgm:cxn modelId="{4ECD4F58-A024-4EBF-A4B4-6B0947A67086}" type="presOf" srcId="{A8370C54-57BB-4D77-84F2-21B7BBCB8CD1}" destId="{618D29F1-B27A-4177-81E5-AC40E22B797C}" srcOrd="0" destOrd="0" presId="urn:microsoft.com/office/officeart/2005/8/layout/cycle6"/>
    <dgm:cxn modelId="{533C7CD2-D873-48D7-A656-E71698058400}" type="presOf" srcId="{8BCD7E9B-E908-4EDF-8514-EDD1DB17AEBC}" destId="{6361BE26-1613-4254-AAB5-23BC794B38F0}" srcOrd="0" destOrd="0" presId="urn:microsoft.com/office/officeart/2005/8/layout/cycle6"/>
    <dgm:cxn modelId="{2A970F1B-1FF3-4DF7-BCAF-53A34682541C}" type="presOf" srcId="{48A59AEC-96FC-49B4-88EA-A3EB39384894}" destId="{CD308359-DDF9-4556-B21D-E2264F4EE573}" srcOrd="0" destOrd="0" presId="urn:microsoft.com/office/officeart/2005/8/layout/cycle6"/>
    <dgm:cxn modelId="{5959438E-4F2F-446B-A07D-802701F0D827}" type="presOf" srcId="{35385F59-FD3A-4E0E-806D-0D171FD73B60}" destId="{43DDAB27-C0DF-44FA-802A-67BF1D0F81B4}" srcOrd="0" destOrd="0" presId="urn:microsoft.com/office/officeart/2005/8/layout/cycle6"/>
    <dgm:cxn modelId="{0BBF4C24-ED08-4BE1-88F0-2E9909A621C2}" type="presOf" srcId="{05255914-D32A-40B4-8C21-212024189328}" destId="{0A74DD1F-BEEA-4E1C-A32C-B77C043FA489}" srcOrd="0" destOrd="0" presId="urn:microsoft.com/office/officeart/2005/8/layout/cycle6"/>
    <dgm:cxn modelId="{16A34594-33A6-4493-BA23-38BF5100BDF4}" srcId="{B3F6A2BA-40B6-4187-AFF8-F8F9AF80E7F9}" destId="{4386FCAA-717C-484A-8040-46E0C7874DC0}" srcOrd="22" destOrd="0" parTransId="{7B2FE6D5-2676-445F-AC55-28FB452BBC94}" sibTransId="{1D060F47-F191-4433-AAC1-B798E8CB1418}"/>
    <dgm:cxn modelId="{DDAE6729-4ABF-4BA0-9066-ABCD3045B768}" srcId="{B3F6A2BA-40B6-4187-AFF8-F8F9AF80E7F9}" destId="{BA2EC476-731E-4903-8F01-CC5FC637BFFF}" srcOrd="27" destOrd="0" parTransId="{1E93F294-9191-4F3C-8C73-307BDA462CD8}" sibTransId="{C81C93CF-4ABC-443A-B46F-7B67B7A103B0}"/>
    <dgm:cxn modelId="{9546C045-C4C2-4C71-84A9-8821CE74D4A7}" srcId="{B3F6A2BA-40B6-4187-AFF8-F8F9AF80E7F9}" destId="{5625A0BA-3784-45B6-97EC-2096A47B399F}" srcOrd="6" destOrd="0" parTransId="{51144210-2446-443F-A25F-970665996710}" sibTransId="{A6D5980C-35E2-4AB0-8246-6AAB28C06B23}"/>
    <dgm:cxn modelId="{B1D36019-E519-42EA-B3CB-B671E25F0069}" type="presOf" srcId="{C63CE439-C9A4-437A-AA24-C2B1C4D3EC13}" destId="{39826E2A-859D-4D09-B02A-05287C251E70}" srcOrd="0" destOrd="0" presId="urn:microsoft.com/office/officeart/2005/8/layout/cycle6"/>
    <dgm:cxn modelId="{FE5DE3E6-FC91-4656-85E4-45B335D2DABB}" srcId="{B3F6A2BA-40B6-4187-AFF8-F8F9AF80E7F9}" destId="{553BEC81-A978-430C-80DA-1DF185989AAF}" srcOrd="30" destOrd="0" parTransId="{F967C4E0-84B8-4DD8-94B3-652A70C1E617}" sibTransId="{E48A52DD-C72D-4935-A10C-8179C47FCC6E}"/>
    <dgm:cxn modelId="{7DFA0198-3F02-4B50-9407-124692FBF876}" type="presOf" srcId="{76B5D27C-739F-4BE1-BB49-1559BF61D55D}" destId="{C78ECE81-A2B2-47AC-8CB7-A602A09D7084}" srcOrd="0" destOrd="0" presId="urn:microsoft.com/office/officeart/2005/8/layout/cycle6"/>
    <dgm:cxn modelId="{2FB933D8-0E4D-47D8-AE37-EC72241C38BA}" type="presOf" srcId="{9281F980-DBAB-4458-BA3E-080893361045}" destId="{27377A35-5C63-4153-A1CA-D07A81FEBED6}" srcOrd="0" destOrd="0" presId="urn:microsoft.com/office/officeart/2005/8/layout/cycle6"/>
    <dgm:cxn modelId="{476C6466-E7C4-4C96-A51E-FFF9DA5BEEA8}" type="presOf" srcId="{BB217A16-9AF2-4D4B-B615-1E19EDAD0C53}" destId="{CFCF3D4C-32A1-4968-B438-404BD7D6114A}" srcOrd="0" destOrd="0" presId="urn:microsoft.com/office/officeart/2005/8/layout/cycle6"/>
    <dgm:cxn modelId="{9751F274-5EE9-4DEF-9205-CAB8BEE9F26A}" srcId="{B3F6A2BA-40B6-4187-AFF8-F8F9AF80E7F9}" destId="{D02FAA77-956C-45D2-8464-ED2559956DD2}" srcOrd="26" destOrd="0" parTransId="{C79E506C-53D3-4E39-8681-67DEA5CADD14}" sibTransId="{AC94AC6E-FC58-470F-95C8-F928ABB93594}"/>
    <dgm:cxn modelId="{A4736BBA-A6BA-43AF-BA8F-F7BAE47A8A4D}" type="presOf" srcId="{1D060F47-F191-4433-AAC1-B798E8CB1418}" destId="{F221C969-D840-4207-AD08-C8DF473E761E}" srcOrd="0" destOrd="0" presId="urn:microsoft.com/office/officeart/2005/8/layout/cycle6"/>
    <dgm:cxn modelId="{D79617AD-BF7F-46E3-AE89-25F921DCBD96}" type="presOf" srcId="{A69216B9-B887-4EAA-9118-9814BCE4A626}" destId="{FD352E1F-0C68-49D5-B0E2-54376D4F934A}" srcOrd="0" destOrd="0" presId="urn:microsoft.com/office/officeart/2005/8/layout/cycle6"/>
    <dgm:cxn modelId="{1A792AAE-2086-4C09-9299-F978E6D076E1}" srcId="{B3F6A2BA-40B6-4187-AFF8-F8F9AF80E7F9}" destId="{DB1B9677-421A-4935-8C22-9192CE87F0FF}" srcOrd="13" destOrd="0" parTransId="{C1DA78D6-0CE1-41A2-A0EE-D8D11B345670}" sibTransId="{8BCD7E9B-E908-4EDF-8514-EDD1DB17AEBC}"/>
    <dgm:cxn modelId="{361C1845-B91F-4C24-B652-323E1165FD8F}" srcId="{B3F6A2BA-40B6-4187-AFF8-F8F9AF80E7F9}" destId="{E4888B1B-2BE2-4790-B9ED-71F3187B9F21}" srcOrd="31" destOrd="0" parTransId="{73C1ADEF-47C9-4674-A811-66907754D373}" sibTransId="{E1A72A0C-6E1A-4616-AA17-2E6AC02A1850}"/>
    <dgm:cxn modelId="{A8717369-5DD7-4FC7-8DA8-D37B79527841}" srcId="{B3F6A2BA-40B6-4187-AFF8-F8F9AF80E7F9}" destId="{B84CDA86-2342-4CD5-A2D0-3EE2D6B77400}" srcOrd="5" destOrd="0" parTransId="{6D543B5E-EEF0-418E-B140-9726487CF57E}" sibTransId="{29F8A4A0-082D-4991-B443-0A8AFA42422B}"/>
    <dgm:cxn modelId="{303A15C8-9282-4C6B-AD14-9E073D241B71}" type="presOf" srcId="{E4888B1B-2BE2-4790-B9ED-71F3187B9F21}" destId="{503B42BA-B449-428B-A7CE-2DFEE7DEF4F0}" srcOrd="0" destOrd="0" presId="urn:microsoft.com/office/officeart/2005/8/layout/cycle6"/>
    <dgm:cxn modelId="{BB5395CA-ED99-4A34-A244-E149F986DA60}" type="presOf" srcId="{AA774F68-286C-419B-8B7D-02F83155FDF4}" destId="{3E6F2280-A61F-493F-991B-F51BCDF11010}" srcOrd="0" destOrd="0" presId="urn:microsoft.com/office/officeart/2005/8/layout/cycle6"/>
    <dgm:cxn modelId="{DCA89794-5093-41BF-A258-A20010B51455}" type="presOf" srcId="{BAB1302C-DD81-4AE2-A8FB-5C6A8E8133E8}" destId="{FADD2792-6893-42FB-A020-33C72A283A6C}" srcOrd="0" destOrd="0" presId="urn:microsoft.com/office/officeart/2005/8/layout/cycle6"/>
    <dgm:cxn modelId="{BF1A66FB-1603-4464-988A-BAD31E349869}" type="presOf" srcId="{BB5988A9-792F-4F35-BF7A-F0D97FB3530B}" destId="{C1FBA839-DD16-4EA3-AA23-4F09E108C25C}" srcOrd="0" destOrd="0" presId="urn:microsoft.com/office/officeart/2005/8/layout/cycle6"/>
    <dgm:cxn modelId="{C49149D8-B800-4423-B48C-40A1637857E9}" srcId="{B3F6A2BA-40B6-4187-AFF8-F8F9AF80E7F9}" destId="{49E309A8-4ACE-4E24-9468-1B63E3F6A1C8}" srcOrd="25" destOrd="0" parTransId="{D6C68469-A6BE-45BF-A540-5A9AD7D1FDCC}" sibTransId="{7115A82F-A0CA-47E6-9A40-2F50E0CCCA35}"/>
    <dgm:cxn modelId="{B2F31B79-6161-40D1-8730-663E7026D79C}" type="presOf" srcId="{29F8A4A0-082D-4991-B443-0A8AFA42422B}" destId="{896B2AF0-997F-4A3D-95E9-687AEE393215}" srcOrd="0" destOrd="0" presId="urn:microsoft.com/office/officeart/2005/8/layout/cycle6"/>
    <dgm:cxn modelId="{5A7157F7-F1E8-4475-B154-957D0C99798E}" type="presOf" srcId="{A6D5980C-35E2-4AB0-8246-6AAB28C06B23}" destId="{36A25B59-0286-4766-AF4A-4AD99255FB9A}" srcOrd="0" destOrd="0" presId="urn:microsoft.com/office/officeart/2005/8/layout/cycle6"/>
    <dgm:cxn modelId="{9AFBF7E1-BA54-4C07-B735-C429D321D874}" type="presOf" srcId="{E18762FF-2354-4F30-90ED-6FBC8FFF9078}" destId="{B9DC5B5E-81C6-4A00-AD4E-BE0007B91F2F}" srcOrd="0" destOrd="0" presId="urn:microsoft.com/office/officeart/2005/8/layout/cycle6"/>
    <dgm:cxn modelId="{1930D50E-D92E-4107-B01A-44265EC00184}" srcId="{B3F6A2BA-40B6-4187-AFF8-F8F9AF80E7F9}" destId="{76B5D27C-739F-4BE1-BB49-1559BF61D55D}" srcOrd="20" destOrd="0" parTransId="{2119873A-C3A9-416C-A97E-7FBD1FC98807}" sibTransId="{C55123D5-8763-48CB-8093-D52598355663}"/>
    <dgm:cxn modelId="{0F35521B-D74A-402F-AE5D-496BC0A9AAC3}" type="presOf" srcId="{49E309A8-4ACE-4E24-9468-1B63E3F6A1C8}" destId="{9FC84676-4902-4A78-9386-9F053440A259}" srcOrd="0" destOrd="0" presId="urn:microsoft.com/office/officeart/2005/8/layout/cycle6"/>
    <dgm:cxn modelId="{41FDF758-BB65-4460-B76A-9CEC2C29D15B}" type="presOf" srcId="{122F0F2A-9D73-4F96-9BEF-3D5D0F3739CC}" destId="{76F78CE6-90C8-4B35-9F7E-1F5EB9B22151}" srcOrd="0" destOrd="0" presId="urn:microsoft.com/office/officeart/2005/8/layout/cycle6"/>
    <dgm:cxn modelId="{D864FDE6-AE68-4123-A8AA-7FC1D1294C03}" srcId="{B3F6A2BA-40B6-4187-AFF8-F8F9AF80E7F9}" destId="{BB217A16-9AF2-4D4B-B615-1E19EDAD0C53}" srcOrd="23" destOrd="0" parTransId="{C1AA23A3-532B-4317-BA6C-EB24CD6F69A6}" sibTransId="{C0983ED0-8E1A-4C36-9B3F-D751B585C5F1}"/>
    <dgm:cxn modelId="{DAD583AF-765D-42B2-9627-E00E8BF55DE9}" type="presOf" srcId="{5625A0BA-3784-45B6-97EC-2096A47B399F}" destId="{BC51FB21-3AAD-464F-AB4E-68130F6D9956}" srcOrd="0" destOrd="0" presId="urn:microsoft.com/office/officeart/2005/8/layout/cycle6"/>
    <dgm:cxn modelId="{F90BA62E-E794-48A5-8857-5262442DCA4D}" srcId="{B3F6A2BA-40B6-4187-AFF8-F8F9AF80E7F9}" destId="{A8370C54-57BB-4D77-84F2-21B7BBCB8CD1}" srcOrd="15" destOrd="0" parTransId="{2A095022-B111-4BF4-8A3A-F583A99A0136}" sibTransId="{3D64D77A-FD09-4D3C-876D-C0CB137E62CD}"/>
    <dgm:cxn modelId="{1097F171-4F03-4072-8BE9-F173520E878F}" type="presOf" srcId="{B7A4C8FA-340E-486F-81D8-FF544AB43A4E}" destId="{81F2DA4D-EFC8-4AA8-9C5F-683BBAC275F5}" srcOrd="0" destOrd="0" presId="urn:microsoft.com/office/officeart/2005/8/layout/cycle6"/>
    <dgm:cxn modelId="{F61063F4-669A-4585-B0C0-72057A3C7B2D}" type="presOf" srcId="{868767A5-C3E4-4645-9C8D-69D5627043D3}" destId="{FCDBC8B2-A072-489D-B135-4F76C90ABB73}" srcOrd="0" destOrd="0" presId="urn:microsoft.com/office/officeart/2005/8/layout/cycle6"/>
    <dgm:cxn modelId="{9FC3C574-02ED-4232-A01F-9EB4AFF41996}" srcId="{B3F6A2BA-40B6-4187-AFF8-F8F9AF80E7F9}" destId="{35385F59-FD3A-4E0E-806D-0D171FD73B60}" srcOrd="21" destOrd="0" parTransId="{567BD894-944E-4EF2-8D98-51536C8E1C83}" sibTransId="{6D67EEEA-04ED-4D88-A526-8907150BA8B9}"/>
    <dgm:cxn modelId="{C53B7F7A-3F7C-4500-9CAA-E1066ACD9201}" srcId="{B3F6A2BA-40B6-4187-AFF8-F8F9AF80E7F9}" destId="{B2DF35EF-9BDC-40A7-BFCA-A1A3E1293144}" srcOrd="7" destOrd="0" parTransId="{2769CC40-045F-4640-A563-15B6F6571048}" sibTransId="{3515389E-A2D9-4A91-A416-D06FB2BCF4D7}"/>
    <dgm:cxn modelId="{2773AC57-0A50-4751-BF4F-2BCE6DE77842}" type="presOf" srcId="{A895021A-1FC9-40D9-9A23-C05D673066F3}" destId="{ACA3DEE4-4C37-414B-A20E-469C72FF631D}" srcOrd="0" destOrd="0" presId="urn:microsoft.com/office/officeart/2005/8/layout/cycle6"/>
    <dgm:cxn modelId="{860ECD86-03BF-4CEC-AE78-628F6348965A}" type="presOf" srcId="{DF88F8CF-9279-4F9F-A099-1B4E96148323}" destId="{10B85967-A5CA-441C-B74B-8FD7919CBCCC}" srcOrd="0" destOrd="0" presId="urn:microsoft.com/office/officeart/2005/8/layout/cycle6"/>
    <dgm:cxn modelId="{1F774BA2-9135-42D7-A6A7-1C39E6459835}" srcId="{B3F6A2BA-40B6-4187-AFF8-F8F9AF80E7F9}" destId="{9281F980-DBAB-4458-BA3E-080893361045}" srcOrd="9" destOrd="0" parTransId="{FC98046A-08E0-48A4-B812-F4BADECAFB37}" sibTransId="{EE9F8E24-F686-4CD7-B40D-889B181D327C}"/>
    <dgm:cxn modelId="{AA90B9BE-81E6-40A2-81F7-7A13DACACB04}" type="presOf" srcId="{83672DD1-994D-4D7A-9A37-481E9664950D}" destId="{1DFE6595-7230-483C-9D32-BFCA9CE92D85}" srcOrd="0" destOrd="0" presId="urn:microsoft.com/office/officeart/2005/8/layout/cycle6"/>
    <dgm:cxn modelId="{FEC5EC20-2624-4BB9-8851-88151FBE7501}" type="presOf" srcId="{0F1EED64-1422-4916-86A1-6EC539D1088A}" destId="{47D8252C-7210-4124-986D-C5A27EC7BB38}" srcOrd="0" destOrd="0" presId="urn:microsoft.com/office/officeart/2005/8/layout/cycle6"/>
    <dgm:cxn modelId="{60DC5526-9CB5-4709-B172-C78E3B996A14}" type="presOf" srcId="{CB7A3099-1224-4ECB-902C-396EC7BA7968}" destId="{37F6FC54-D545-444E-B19E-55F8864057C9}" srcOrd="0" destOrd="0" presId="urn:microsoft.com/office/officeart/2005/8/layout/cycle6"/>
    <dgm:cxn modelId="{A7D70DE1-D935-47C7-B832-D70D8668C0CF}" type="presOf" srcId="{3FDD498B-C338-4F3C-9707-6A31F5EB9217}" destId="{0186EB4D-19E9-40A6-9853-FE75E1F1C601}" srcOrd="0" destOrd="0" presId="urn:microsoft.com/office/officeart/2005/8/layout/cycle6"/>
    <dgm:cxn modelId="{68F2793E-5A63-4750-B6C7-6AE1ACC4ADB6}" type="presOf" srcId="{5F59E52A-EEFC-4001-A3E3-1E6D1568133C}" destId="{68E8B125-993D-469E-AA0B-682C870C8CE0}" srcOrd="0" destOrd="0" presId="urn:microsoft.com/office/officeart/2005/8/layout/cycle6"/>
    <dgm:cxn modelId="{E684F403-B62A-43B3-9D98-9462EDFE784C}" type="presOf" srcId="{50D7F308-47D9-4906-97CC-2D84909FC247}" destId="{990317AE-40E7-4E24-A709-5C1E3D7DF428}" srcOrd="0" destOrd="0" presId="urn:microsoft.com/office/officeart/2005/8/layout/cycle6"/>
    <dgm:cxn modelId="{E4A6BC44-AE44-4BA5-B6D3-1BCE6AE0F149}" srcId="{B3F6A2BA-40B6-4187-AFF8-F8F9AF80E7F9}" destId="{48A59AEC-96FC-49B4-88EA-A3EB39384894}" srcOrd="28" destOrd="0" parTransId="{C44A88B5-B9C3-46DA-9DED-FD4A07327DFA}" sibTransId="{B7A4C8FA-340E-486F-81D8-FF544AB43A4E}"/>
    <dgm:cxn modelId="{1983FD48-6526-438B-9E45-30C6DEC73048}" type="presOf" srcId="{DB1B9677-421A-4935-8C22-9192CE87F0FF}" destId="{C10433AE-724D-434E-B55F-F8FBA5E6691B}" srcOrd="0" destOrd="0" presId="urn:microsoft.com/office/officeart/2005/8/layout/cycle6"/>
    <dgm:cxn modelId="{07A50D78-6639-4A33-A74B-7706837DD05D}" srcId="{B3F6A2BA-40B6-4187-AFF8-F8F9AF80E7F9}" destId="{A69216B9-B887-4EAA-9118-9814BCE4A626}" srcOrd="19" destOrd="0" parTransId="{1D5DB990-5536-4125-944D-02ECBBA33DE4}" sibTransId="{EC947020-A574-4203-9CD7-6728E8A1F218}"/>
    <dgm:cxn modelId="{EBC68FFD-0F35-4FBB-B798-DB0A754358E6}" srcId="{B3F6A2BA-40B6-4187-AFF8-F8F9AF80E7F9}" destId="{3EBDEC13-B94B-424C-B6D8-E23828E29484}" srcOrd="12" destOrd="0" parTransId="{4194DC5B-FCB2-47F2-A7AB-F8C802D2C380}" sibTransId="{910D43BF-2E12-4265-8F31-790375B138D8}"/>
    <dgm:cxn modelId="{0B4ECD0A-BE7F-46F0-9F93-AB82BB4736EF}" srcId="{B3F6A2BA-40B6-4187-AFF8-F8F9AF80E7F9}" destId="{BAB1302C-DD81-4AE2-A8FB-5C6A8E8133E8}" srcOrd="18" destOrd="0" parTransId="{B37CBE12-A1DC-48AE-9D35-BC5397163DD3}" sibTransId="{E18762FF-2354-4F30-90ED-6FBC8FFF9078}"/>
    <dgm:cxn modelId="{498972D5-C863-4D17-AEE5-192FCB4D079F}" type="presOf" srcId="{C55123D5-8763-48CB-8093-D52598355663}" destId="{E5C3F0BA-DB69-495D-9DEA-D13C90EA3630}" srcOrd="0" destOrd="0" presId="urn:microsoft.com/office/officeart/2005/8/layout/cycle6"/>
    <dgm:cxn modelId="{2D71D16B-AE00-4220-B885-6ACACE26D344}" type="presParOf" srcId="{EFAE7302-6632-4D60-A96D-23F394241DE4}" destId="{37F6FC54-D545-444E-B19E-55F8864057C9}" srcOrd="0" destOrd="0" presId="urn:microsoft.com/office/officeart/2005/8/layout/cycle6"/>
    <dgm:cxn modelId="{1F185FC6-3967-4CD7-9FD1-CAEEE1E0258B}" type="presParOf" srcId="{EFAE7302-6632-4D60-A96D-23F394241DE4}" destId="{F73F8756-B089-4C69-872B-9C77B1D2E9B9}" srcOrd="1" destOrd="0" presId="urn:microsoft.com/office/officeart/2005/8/layout/cycle6"/>
    <dgm:cxn modelId="{B9751B98-8272-4EF5-B568-8CCA3E1389BD}" type="presParOf" srcId="{EFAE7302-6632-4D60-A96D-23F394241DE4}" destId="{990317AE-40E7-4E24-A709-5C1E3D7DF428}" srcOrd="2" destOrd="0" presId="urn:microsoft.com/office/officeart/2005/8/layout/cycle6"/>
    <dgm:cxn modelId="{FA383B6D-C0CD-44FA-A2D7-844913FCF148}" type="presParOf" srcId="{EFAE7302-6632-4D60-A96D-23F394241DE4}" destId="{0A74DD1F-BEEA-4E1C-A32C-B77C043FA489}" srcOrd="3" destOrd="0" presId="urn:microsoft.com/office/officeart/2005/8/layout/cycle6"/>
    <dgm:cxn modelId="{C81E2667-A7E3-4473-A570-34DBC3FF0C17}" type="presParOf" srcId="{EFAE7302-6632-4D60-A96D-23F394241DE4}" destId="{33AA3025-9FF4-4436-AD56-351C2AA3B91C}" srcOrd="4" destOrd="0" presId="urn:microsoft.com/office/officeart/2005/8/layout/cycle6"/>
    <dgm:cxn modelId="{C058DE81-D82D-4C00-AA48-2ADC9A275716}" type="presParOf" srcId="{EFAE7302-6632-4D60-A96D-23F394241DE4}" destId="{53232857-986B-4378-8600-83D67A96D1FC}" srcOrd="5" destOrd="0" presId="urn:microsoft.com/office/officeart/2005/8/layout/cycle6"/>
    <dgm:cxn modelId="{1AD24852-126D-4059-B19E-EDC81A12EDE1}" type="presParOf" srcId="{EFAE7302-6632-4D60-A96D-23F394241DE4}" destId="{B79BDE4E-122F-4949-877A-51460124312E}" srcOrd="6" destOrd="0" presId="urn:microsoft.com/office/officeart/2005/8/layout/cycle6"/>
    <dgm:cxn modelId="{4EA5F131-0D0E-4130-86CB-354EACEB6E33}" type="presParOf" srcId="{EFAE7302-6632-4D60-A96D-23F394241DE4}" destId="{E5A97052-E50B-4364-B8F3-C5BB55C62E43}" srcOrd="7" destOrd="0" presId="urn:microsoft.com/office/officeart/2005/8/layout/cycle6"/>
    <dgm:cxn modelId="{D8B7ECFC-FF2D-4FA4-83FD-2959AF2D85EC}" type="presParOf" srcId="{EFAE7302-6632-4D60-A96D-23F394241DE4}" destId="{C1FBA839-DD16-4EA3-AA23-4F09E108C25C}" srcOrd="8" destOrd="0" presId="urn:microsoft.com/office/officeart/2005/8/layout/cycle6"/>
    <dgm:cxn modelId="{355685B1-5B67-41CA-93EA-50624ADC9BB8}" type="presParOf" srcId="{EFAE7302-6632-4D60-A96D-23F394241DE4}" destId="{47D8252C-7210-4124-986D-C5A27EC7BB38}" srcOrd="9" destOrd="0" presId="urn:microsoft.com/office/officeart/2005/8/layout/cycle6"/>
    <dgm:cxn modelId="{E19B2C6E-47B7-4C73-B890-B67685E4E0D7}" type="presParOf" srcId="{EFAE7302-6632-4D60-A96D-23F394241DE4}" destId="{49128025-155A-4115-B8B9-1A751CA1730C}" srcOrd="10" destOrd="0" presId="urn:microsoft.com/office/officeart/2005/8/layout/cycle6"/>
    <dgm:cxn modelId="{38351671-A882-4DF6-8E72-317D1E7ADEFB}" type="presParOf" srcId="{EFAE7302-6632-4D60-A96D-23F394241DE4}" destId="{9A5BE75C-4E4D-435D-8920-9E32832F465D}" srcOrd="11" destOrd="0" presId="urn:microsoft.com/office/officeart/2005/8/layout/cycle6"/>
    <dgm:cxn modelId="{AD1D4D17-45C0-4D86-8016-D683FF7DCDC4}" type="presParOf" srcId="{EFAE7302-6632-4D60-A96D-23F394241DE4}" destId="{E213AD56-109D-4571-A0B0-1181C7025370}" srcOrd="12" destOrd="0" presId="urn:microsoft.com/office/officeart/2005/8/layout/cycle6"/>
    <dgm:cxn modelId="{FDEBAFDD-2956-4A14-A51C-9E4060A3A16A}" type="presParOf" srcId="{EFAE7302-6632-4D60-A96D-23F394241DE4}" destId="{41190AB1-8428-4DEE-ADF0-BAC788A0917C}" srcOrd="13" destOrd="0" presId="urn:microsoft.com/office/officeart/2005/8/layout/cycle6"/>
    <dgm:cxn modelId="{E0AD1B96-48D4-4929-9375-EF964F3E6824}" type="presParOf" srcId="{EFAE7302-6632-4D60-A96D-23F394241DE4}" destId="{3E6F2280-A61F-493F-991B-F51BCDF11010}" srcOrd="14" destOrd="0" presId="urn:microsoft.com/office/officeart/2005/8/layout/cycle6"/>
    <dgm:cxn modelId="{4A7F93C4-961C-4F31-8180-2DC3597ECC3C}" type="presParOf" srcId="{EFAE7302-6632-4D60-A96D-23F394241DE4}" destId="{D0E1629B-81D1-410E-AE41-A68200AAD38A}" srcOrd="15" destOrd="0" presId="urn:microsoft.com/office/officeart/2005/8/layout/cycle6"/>
    <dgm:cxn modelId="{B59F941B-CDAC-4BAD-B65B-29610BD868E4}" type="presParOf" srcId="{EFAE7302-6632-4D60-A96D-23F394241DE4}" destId="{98736DC7-D98D-4E78-942E-3E553CB51665}" srcOrd="16" destOrd="0" presId="urn:microsoft.com/office/officeart/2005/8/layout/cycle6"/>
    <dgm:cxn modelId="{A77B0A81-B991-4FD2-939D-368FA71BB821}" type="presParOf" srcId="{EFAE7302-6632-4D60-A96D-23F394241DE4}" destId="{896B2AF0-997F-4A3D-95E9-687AEE393215}" srcOrd="17" destOrd="0" presId="urn:microsoft.com/office/officeart/2005/8/layout/cycle6"/>
    <dgm:cxn modelId="{6ADBD601-5317-4E76-97CF-7B367AA11EEA}" type="presParOf" srcId="{EFAE7302-6632-4D60-A96D-23F394241DE4}" destId="{BC51FB21-3AAD-464F-AB4E-68130F6D9956}" srcOrd="18" destOrd="0" presId="urn:microsoft.com/office/officeart/2005/8/layout/cycle6"/>
    <dgm:cxn modelId="{F1671FCF-B41B-4CAC-B737-C11DFC4DC963}" type="presParOf" srcId="{EFAE7302-6632-4D60-A96D-23F394241DE4}" destId="{678D2501-9B9B-4053-8341-251711D30C2F}" srcOrd="19" destOrd="0" presId="urn:microsoft.com/office/officeart/2005/8/layout/cycle6"/>
    <dgm:cxn modelId="{5450FE48-7B9B-4463-93B0-DE853590E6A9}" type="presParOf" srcId="{EFAE7302-6632-4D60-A96D-23F394241DE4}" destId="{36A25B59-0286-4766-AF4A-4AD99255FB9A}" srcOrd="20" destOrd="0" presId="urn:microsoft.com/office/officeart/2005/8/layout/cycle6"/>
    <dgm:cxn modelId="{0B0B82D5-F6DE-48C8-AFEA-040959438059}" type="presParOf" srcId="{EFAE7302-6632-4D60-A96D-23F394241DE4}" destId="{4EBAFEA8-38A7-4839-A196-E833865FEC3E}" srcOrd="21" destOrd="0" presId="urn:microsoft.com/office/officeart/2005/8/layout/cycle6"/>
    <dgm:cxn modelId="{BAD0742D-C7FE-4530-B07F-2819D0785ACE}" type="presParOf" srcId="{EFAE7302-6632-4D60-A96D-23F394241DE4}" destId="{C248C08C-3758-4EEE-8D81-59D26C39B226}" srcOrd="22" destOrd="0" presId="urn:microsoft.com/office/officeart/2005/8/layout/cycle6"/>
    <dgm:cxn modelId="{9BDC6C53-D39F-424C-9AEF-8C850D236FCE}" type="presParOf" srcId="{EFAE7302-6632-4D60-A96D-23F394241DE4}" destId="{A95F9BD2-8E6C-4D20-A2D9-24C989631FAC}" srcOrd="23" destOrd="0" presId="urn:microsoft.com/office/officeart/2005/8/layout/cycle6"/>
    <dgm:cxn modelId="{15318B28-CDE7-4E9E-8478-43E890BC5B48}" type="presParOf" srcId="{EFAE7302-6632-4D60-A96D-23F394241DE4}" destId="{FCDBC8B2-A072-489D-B135-4F76C90ABB73}" srcOrd="24" destOrd="0" presId="urn:microsoft.com/office/officeart/2005/8/layout/cycle6"/>
    <dgm:cxn modelId="{7FEA887F-FCFB-47D3-AAE1-9D02FA3865A4}" type="presParOf" srcId="{EFAE7302-6632-4D60-A96D-23F394241DE4}" destId="{1A502533-D656-4694-9BDA-B75F503AD108}" srcOrd="25" destOrd="0" presId="urn:microsoft.com/office/officeart/2005/8/layout/cycle6"/>
    <dgm:cxn modelId="{18B0F610-2A01-4707-99A4-5907E53E78D2}" type="presParOf" srcId="{EFAE7302-6632-4D60-A96D-23F394241DE4}" destId="{BBF115A0-E49F-481D-B9B9-7781A7700C68}" srcOrd="26" destOrd="0" presId="urn:microsoft.com/office/officeart/2005/8/layout/cycle6"/>
    <dgm:cxn modelId="{7457E9A0-CA83-49B5-A347-607BE49C1053}" type="presParOf" srcId="{EFAE7302-6632-4D60-A96D-23F394241DE4}" destId="{27377A35-5C63-4153-A1CA-D07A81FEBED6}" srcOrd="27" destOrd="0" presId="urn:microsoft.com/office/officeart/2005/8/layout/cycle6"/>
    <dgm:cxn modelId="{58983EC2-8CA4-47A9-B58D-57F0B4E43506}" type="presParOf" srcId="{EFAE7302-6632-4D60-A96D-23F394241DE4}" destId="{166E8CAE-7A6A-441E-B81D-F2A6930AEB34}" srcOrd="28" destOrd="0" presId="urn:microsoft.com/office/officeart/2005/8/layout/cycle6"/>
    <dgm:cxn modelId="{330C3C08-4EFB-4760-B5D5-F0C74F5EDBF8}" type="presParOf" srcId="{EFAE7302-6632-4D60-A96D-23F394241DE4}" destId="{C75F3799-6FE1-44D4-94E5-D0323DD9642D}" srcOrd="29" destOrd="0" presId="urn:microsoft.com/office/officeart/2005/8/layout/cycle6"/>
    <dgm:cxn modelId="{12767C8E-704F-412F-A87B-662D3E159985}" type="presParOf" srcId="{EFAE7302-6632-4D60-A96D-23F394241DE4}" destId="{ACA3DEE4-4C37-414B-A20E-469C72FF631D}" srcOrd="30" destOrd="0" presId="urn:microsoft.com/office/officeart/2005/8/layout/cycle6"/>
    <dgm:cxn modelId="{E790FF58-B0EF-4CE3-9E98-22924E7E88EA}" type="presParOf" srcId="{EFAE7302-6632-4D60-A96D-23F394241DE4}" destId="{5E377587-15D8-428C-8F90-BB7C49868333}" srcOrd="31" destOrd="0" presId="urn:microsoft.com/office/officeart/2005/8/layout/cycle6"/>
    <dgm:cxn modelId="{8C50F100-C38B-4202-A015-509C1BDA8B5F}" type="presParOf" srcId="{EFAE7302-6632-4D60-A96D-23F394241DE4}" destId="{39826E2A-859D-4D09-B02A-05287C251E70}" srcOrd="32" destOrd="0" presId="urn:microsoft.com/office/officeart/2005/8/layout/cycle6"/>
    <dgm:cxn modelId="{62147EF9-A866-417D-9579-AC4264772FB1}" type="presParOf" srcId="{EFAE7302-6632-4D60-A96D-23F394241DE4}" destId="{508270A1-9056-4B9A-B0BC-2D3B1299FC58}" srcOrd="33" destOrd="0" presId="urn:microsoft.com/office/officeart/2005/8/layout/cycle6"/>
    <dgm:cxn modelId="{AD3604C8-9728-4467-BAE3-BA907B315124}" type="presParOf" srcId="{EFAE7302-6632-4D60-A96D-23F394241DE4}" destId="{32B48CEE-BE6C-4B73-AA70-08340D7306CA}" srcOrd="34" destOrd="0" presId="urn:microsoft.com/office/officeart/2005/8/layout/cycle6"/>
    <dgm:cxn modelId="{7E39556D-00AE-4A34-A568-E9B68E05865E}" type="presParOf" srcId="{EFAE7302-6632-4D60-A96D-23F394241DE4}" destId="{0186EB4D-19E9-40A6-9853-FE75E1F1C601}" srcOrd="35" destOrd="0" presId="urn:microsoft.com/office/officeart/2005/8/layout/cycle6"/>
    <dgm:cxn modelId="{67ED1FCF-73A2-430A-A6E4-CA28706D8191}" type="presParOf" srcId="{EFAE7302-6632-4D60-A96D-23F394241DE4}" destId="{E6415271-4602-49BD-8F77-B2554532B0A0}" srcOrd="36" destOrd="0" presId="urn:microsoft.com/office/officeart/2005/8/layout/cycle6"/>
    <dgm:cxn modelId="{DD4E970A-41D7-4AE1-B4C1-38905F168475}" type="presParOf" srcId="{EFAE7302-6632-4D60-A96D-23F394241DE4}" destId="{18476B6F-E555-4078-9F4F-FED8900C0811}" srcOrd="37" destOrd="0" presId="urn:microsoft.com/office/officeart/2005/8/layout/cycle6"/>
    <dgm:cxn modelId="{5D721C13-D5C6-499B-BEE2-D50BFD568080}" type="presParOf" srcId="{EFAE7302-6632-4D60-A96D-23F394241DE4}" destId="{0CA37BE1-2CF9-468E-BFF7-47A995E3BB08}" srcOrd="38" destOrd="0" presId="urn:microsoft.com/office/officeart/2005/8/layout/cycle6"/>
    <dgm:cxn modelId="{F79ADE9D-6D86-4B8F-A481-9B396A3E19E7}" type="presParOf" srcId="{EFAE7302-6632-4D60-A96D-23F394241DE4}" destId="{C10433AE-724D-434E-B55F-F8FBA5E6691B}" srcOrd="39" destOrd="0" presId="urn:microsoft.com/office/officeart/2005/8/layout/cycle6"/>
    <dgm:cxn modelId="{6E959ED3-AC96-46F6-8EF4-FB27CA55EA18}" type="presParOf" srcId="{EFAE7302-6632-4D60-A96D-23F394241DE4}" destId="{1BF69A71-2EE3-482B-A6FD-09CDD6717BD2}" srcOrd="40" destOrd="0" presId="urn:microsoft.com/office/officeart/2005/8/layout/cycle6"/>
    <dgm:cxn modelId="{A9F18C45-85A0-4E9C-833D-FD616CE84173}" type="presParOf" srcId="{EFAE7302-6632-4D60-A96D-23F394241DE4}" destId="{6361BE26-1613-4254-AAB5-23BC794B38F0}" srcOrd="41" destOrd="0" presId="urn:microsoft.com/office/officeart/2005/8/layout/cycle6"/>
    <dgm:cxn modelId="{CA86C5A9-7F13-4DFB-95BB-02FC153F27B2}" type="presParOf" srcId="{EFAE7302-6632-4D60-A96D-23F394241DE4}" destId="{75C04093-B402-44E4-A02F-D9D20B3CFE9D}" srcOrd="42" destOrd="0" presId="urn:microsoft.com/office/officeart/2005/8/layout/cycle6"/>
    <dgm:cxn modelId="{2F753070-D744-455E-8CE3-9B67C96BBE00}" type="presParOf" srcId="{EFAE7302-6632-4D60-A96D-23F394241DE4}" destId="{320450C4-F523-4B16-B2D9-4DF083C0D164}" srcOrd="43" destOrd="0" presId="urn:microsoft.com/office/officeart/2005/8/layout/cycle6"/>
    <dgm:cxn modelId="{33598780-2C87-4294-AD36-E351A1A0A336}" type="presParOf" srcId="{EFAE7302-6632-4D60-A96D-23F394241DE4}" destId="{76F78CE6-90C8-4B35-9F7E-1F5EB9B22151}" srcOrd="44" destOrd="0" presId="urn:microsoft.com/office/officeart/2005/8/layout/cycle6"/>
    <dgm:cxn modelId="{27A539D3-1501-45BE-8AAE-3B1AAF99213B}" type="presParOf" srcId="{EFAE7302-6632-4D60-A96D-23F394241DE4}" destId="{618D29F1-B27A-4177-81E5-AC40E22B797C}" srcOrd="45" destOrd="0" presId="urn:microsoft.com/office/officeart/2005/8/layout/cycle6"/>
    <dgm:cxn modelId="{C2EAA03F-6C32-4080-8337-81F01EE18934}" type="presParOf" srcId="{EFAE7302-6632-4D60-A96D-23F394241DE4}" destId="{6DA6B6DF-5C12-40CD-AAE4-BEDED49DD127}" srcOrd="46" destOrd="0" presId="urn:microsoft.com/office/officeart/2005/8/layout/cycle6"/>
    <dgm:cxn modelId="{2D61E718-CD61-4BCF-B228-5D2F465B4786}" type="presParOf" srcId="{EFAE7302-6632-4D60-A96D-23F394241DE4}" destId="{B309ED74-66A5-480C-86D1-D4E840F406AC}" srcOrd="47" destOrd="0" presId="urn:microsoft.com/office/officeart/2005/8/layout/cycle6"/>
    <dgm:cxn modelId="{458CA8CA-040F-4C47-9B25-5ECA1B69B430}" type="presParOf" srcId="{EFAE7302-6632-4D60-A96D-23F394241DE4}" destId="{1DFE6595-7230-483C-9D32-BFCA9CE92D85}" srcOrd="48" destOrd="0" presId="urn:microsoft.com/office/officeart/2005/8/layout/cycle6"/>
    <dgm:cxn modelId="{45B14203-8E9D-4301-8213-4FDFCD6BB8C2}" type="presParOf" srcId="{EFAE7302-6632-4D60-A96D-23F394241DE4}" destId="{951B332A-C98B-433A-BC90-670312A65140}" srcOrd="49" destOrd="0" presId="urn:microsoft.com/office/officeart/2005/8/layout/cycle6"/>
    <dgm:cxn modelId="{0E8DC60D-2A8E-40AA-A45D-E082B464A044}" type="presParOf" srcId="{EFAE7302-6632-4D60-A96D-23F394241DE4}" destId="{F136BB06-5C60-4B50-98D8-C6FCDB3F7F8E}" srcOrd="50" destOrd="0" presId="urn:microsoft.com/office/officeart/2005/8/layout/cycle6"/>
    <dgm:cxn modelId="{6F3C67DD-33DE-4E35-94B3-2CC8914870FE}" type="presParOf" srcId="{EFAE7302-6632-4D60-A96D-23F394241DE4}" destId="{2CC1B40C-A928-4D28-85BB-5E0283FC2F77}" srcOrd="51" destOrd="0" presId="urn:microsoft.com/office/officeart/2005/8/layout/cycle6"/>
    <dgm:cxn modelId="{5DC5C392-59B4-4450-BFEA-CF8BCC24E92D}" type="presParOf" srcId="{EFAE7302-6632-4D60-A96D-23F394241DE4}" destId="{7EF4F930-8B6A-4ECB-AEE6-E6BBCDEDB007}" srcOrd="52" destOrd="0" presId="urn:microsoft.com/office/officeart/2005/8/layout/cycle6"/>
    <dgm:cxn modelId="{9A7E766D-3266-43D4-810A-8C5CE4E31307}" type="presParOf" srcId="{EFAE7302-6632-4D60-A96D-23F394241DE4}" destId="{68E8B125-993D-469E-AA0B-682C870C8CE0}" srcOrd="53" destOrd="0" presId="urn:microsoft.com/office/officeart/2005/8/layout/cycle6"/>
    <dgm:cxn modelId="{913EC59D-3247-42C3-B921-6B7ED05A237A}" type="presParOf" srcId="{EFAE7302-6632-4D60-A96D-23F394241DE4}" destId="{FADD2792-6893-42FB-A020-33C72A283A6C}" srcOrd="54" destOrd="0" presId="urn:microsoft.com/office/officeart/2005/8/layout/cycle6"/>
    <dgm:cxn modelId="{27600CE6-FEF7-4CCD-9080-00213D3BE38B}" type="presParOf" srcId="{EFAE7302-6632-4D60-A96D-23F394241DE4}" destId="{3347F71B-899A-499F-BE60-DD768007AE3D}" srcOrd="55" destOrd="0" presId="urn:microsoft.com/office/officeart/2005/8/layout/cycle6"/>
    <dgm:cxn modelId="{E49CEA0A-0852-40FE-BC46-AC7182A98030}" type="presParOf" srcId="{EFAE7302-6632-4D60-A96D-23F394241DE4}" destId="{B9DC5B5E-81C6-4A00-AD4E-BE0007B91F2F}" srcOrd="56" destOrd="0" presId="urn:microsoft.com/office/officeart/2005/8/layout/cycle6"/>
    <dgm:cxn modelId="{045A1B1F-9FF6-4AFE-A83B-7126E0E0B3AF}" type="presParOf" srcId="{EFAE7302-6632-4D60-A96D-23F394241DE4}" destId="{FD352E1F-0C68-49D5-B0E2-54376D4F934A}" srcOrd="57" destOrd="0" presId="urn:microsoft.com/office/officeart/2005/8/layout/cycle6"/>
    <dgm:cxn modelId="{E01A8505-2B20-4174-8159-63EF7C6BB7C1}" type="presParOf" srcId="{EFAE7302-6632-4D60-A96D-23F394241DE4}" destId="{0BC5354E-3415-46FB-ADB3-32C666B3BC89}" srcOrd="58" destOrd="0" presId="urn:microsoft.com/office/officeart/2005/8/layout/cycle6"/>
    <dgm:cxn modelId="{2BB4AC44-B3A9-44BB-88B1-24EFD12E0D65}" type="presParOf" srcId="{EFAE7302-6632-4D60-A96D-23F394241DE4}" destId="{F4BCE455-286B-4204-B5F1-B8A634EE86AA}" srcOrd="59" destOrd="0" presId="urn:microsoft.com/office/officeart/2005/8/layout/cycle6"/>
    <dgm:cxn modelId="{3A6AC6D3-311B-4DF9-889D-AB4F89455A9D}" type="presParOf" srcId="{EFAE7302-6632-4D60-A96D-23F394241DE4}" destId="{C78ECE81-A2B2-47AC-8CB7-A602A09D7084}" srcOrd="60" destOrd="0" presId="urn:microsoft.com/office/officeart/2005/8/layout/cycle6"/>
    <dgm:cxn modelId="{C41DC579-743E-4C7B-AD06-87B242039CAA}" type="presParOf" srcId="{EFAE7302-6632-4D60-A96D-23F394241DE4}" destId="{7D56EB1A-D3E6-4B49-8BAB-D14453A9BB73}" srcOrd="61" destOrd="0" presId="urn:microsoft.com/office/officeart/2005/8/layout/cycle6"/>
    <dgm:cxn modelId="{F9B2879B-1B74-4976-B317-CD40B4AD3D55}" type="presParOf" srcId="{EFAE7302-6632-4D60-A96D-23F394241DE4}" destId="{E5C3F0BA-DB69-495D-9DEA-D13C90EA3630}" srcOrd="62" destOrd="0" presId="urn:microsoft.com/office/officeart/2005/8/layout/cycle6"/>
    <dgm:cxn modelId="{84A939FE-977A-4E8C-8741-7E92BAECA5FD}" type="presParOf" srcId="{EFAE7302-6632-4D60-A96D-23F394241DE4}" destId="{43DDAB27-C0DF-44FA-802A-67BF1D0F81B4}" srcOrd="63" destOrd="0" presId="urn:microsoft.com/office/officeart/2005/8/layout/cycle6"/>
    <dgm:cxn modelId="{7058D94B-4041-444A-A3C5-A8F873899C40}" type="presParOf" srcId="{EFAE7302-6632-4D60-A96D-23F394241DE4}" destId="{8C07BEE8-98F3-4383-8C3D-272C0DCA3135}" srcOrd="64" destOrd="0" presId="urn:microsoft.com/office/officeart/2005/8/layout/cycle6"/>
    <dgm:cxn modelId="{52C2946A-032B-4DBE-877E-5CB383271D20}" type="presParOf" srcId="{EFAE7302-6632-4D60-A96D-23F394241DE4}" destId="{4564EECB-4F9B-4DE6-A4A8-79CB80D711FC}" srcOrd="65" destOrd="0" presId="urn:microsoft.com/office/officeart/2005/8/layout/cycle6"/>
    <dgm:cxn modelId="{2C57E573-5232-40B0-B503-35C174E5926F}" type="presParOf" srcId="{EFAE7302-6632-4D60-A96D-23F394241DE4}" destId="{E7B2F824-C131-4F6E-BF3B-11B8D84C3259}" srcOrd="66" destOrd="0" presId="urn:microsoft.com/office/officeart/2005/8/layout/cycle6"/>
    <dgm:cxn modelId="{F08E4E20-4F56-4070-8486-9D111B9495C6}" type="presParOf" srcId="{EFAE7302-6632-4D60-A96D-23F394241DE4}" destId="{14E160C9-3944-49D9-A382-EDFD6F07F2AF}" srcOrd="67" destOrd="0" presId="urn:microsoft.com/office/officeart/2005/8/layout/cycle6"/>
    <dgm:cxn modelId="{647E13CF-A17C-4A95-8A9A-F8EFBC552437}" type="presParOf" srcId="{EFAE7302-6632-4D60-A96D-23F394241DE4}" destId="{F221C969-D840-4207-AD08-C8DF473E761E}" srcOrd="68" destOrd="0" presId="urn:microsoft.com/office/officeart/2005/8/layout/cycle6"/>
    <dgm:cxn modelId="{82C43ED1-79E8-4ED4-AEA7-229C189D249E}" type="presParOf" srcId="{EFAE7302-6632-4D60-A96D-23F394241DE4}" destId="{CFCF3D4C-32A1-4968-B438-404BD7D6114A}" srcOrd="69" destOrd="0" presId="urn:microsoft.com/office/officeart/2005/8/layout/cycle6"/>
    <dgm:cxn modelId="{5615104F-FBA1-4063-A718-83F3F8E46C27}" type="presParOf" srcId="{EFAE7302-6632-4D60-A96D-23F394241DE4}" destId="{A331A5A7-B87C-4299-8B1F-207925CD4C27}" srcOrd="70" destOrd="0" presId="urn:microsoft.com/office/officeart/2005/8/layout/cycle6"/>
    <dgm:cxn modelId="{1964A449-DD67-48C6-9522-1F3FF33A8FC6}" type="presParOf" srcId="{EFAE7302-6632-4D60-A96D-23F394241DE4}" destId="{21A7A6A5-C6D1-4211-8A8E-22C0ECD96F49}" srcOrd="71" destOrd="0" presId="urn:microsoft.com/office/officeart/2005/8/layout/cycle6"/>
    <dgm:cxn modelId="{2C92FD8B-40B6-477E-8C30-97E94984B5B9}" type="presParOf" srcId="{EFAE7302-6632-4D60-A96D-23F394241DE4}" destId="{991A4C05-42A7-4815-BBC2-046FF52DA966}" srcOrd="72" destOrd="0" presId="urn:microsoft.com/office/officeart/2005/8/layout/cycle6"/>
    <dgm:cxn modelId="{7C495092-CB01-48B3-AF58-ECC1C4625A8C}" type="presParOf" srcId="{EFAE7302-6632-4D60-A96D-23F394241DE4}" destId="{9AD292EF-B75E-4B66-9CEA-DD3FDDF0A21E}" srcOrd="73" destOrd="0" presId="urn:microsoft.com/office/officeart/2005/8/layout/cycle6"/>
    <dgm:cxn modelId="{AEA1A529-7ED5-4116-9564-12592C248625}" type="presParOf" srcId="{EFAE7302-6632-4D60-A96D-23F394241DE4}" destId="{F56FC7F1-C52A-48DE-AD95-4D744553B23F}" srcOrd="74" destOrd="0" presId="urn:microsoft.com/office/officeart/2005/8/layout/cycle6"/>
    <dgm:cxn modelId="{464B7995-A1F8-4DAB-B5A9-539A1E366CF6}" type="presParOf" srcId="{EFAE7302-6632-4D60-A96D-23F394241DE4}" destId="{9FC84676-4902-4A78-9386-9F053440A259}" srcOrd="75" destOrd="0" presId="urn:microsoft.com/office/officeart/2005/8/layout/cycle6"/>
    <dgm:cxn modelId="{FB5DC1EC-AEC9-4791-8AD2-7264330A2A84}" type="presParOf" srcId="{EFAE7302-6632-4D60-A96D-23F394241DE4}" destId="{5ADB1E6E-FCB9-4EA8-A0AA-8C3DCE7A8970}" srcOrd="76" destOrd="0" presId="urn:microsoft.com/office/officeart/2005/8/layout/cycle6"/>
    <dgm:cxn modelId="{3F6B9226-30E3-4F70-8A86-DA4B63A1BBF4}" type="presParOf" srcId="{EFAE7302-6632-4D60-A96D-23F394241DE4}" destId="{D6FF76DD-C30F-4EB0-8FCF-74271CBF245A}" srcOrd="77" destOrd="0" presId="urn:microsoft.com/office/officeart/2005/8/layout/cycle6"/>
    <dgm:cxn modelId="{59C5D1D7-99F6-41A7-8AE6-4FFF2649FBC5}" type="presParOf" srcId="{EFAE7302-6632-4D60-A96D-23F394241DE4}" destId="{BB6CD61F-322C-4EEA-85CC-48F3CC9DA29B}" srcOrd="78" destOrd="0" presId="urn:microsoft.com/office/officeart/2005/8/layout/cycle6"/>
    <dgm:cxn modelId="{C78EC361-6D25-494F-AA3F-74976AF28B9D}" type="presParOf" srcId="{EFAE7302-6632-4D60-A96D-23F394241DE4}" destId="{97AD30FD-571A-4F8C-8E69-85180761E85D}" srcOrd="79" destOrd="0" presId="urn:microsoft.com/office/officeart/2005/8/layout/cycle6"/>
    <dgm:cxn modelId="{6FBDCE0B-C06A-4A21-A590-F595D2300A74}" type="presParOf" srcId="{EFAE7302-6632-4D60-A96D-23F394241DE4}" destId="{F9A0D072-B17C-43D0-9A88-104CAF700717}" srcOrd="80" destOrd="0" presId="urn:microsoft.com/office/officeart/2005/8/layout/cycle6"/>
    <dgm:cxn modelId="{562E4AEF-EECB-4F0B-AA3B-65099DF26900}" type="presParOf" srcId="{EFAE7302-6632-4D60-A96D-23F394241DE4}" destId="{98BE2733-5EA3-4FB9-B572-1CE18B1FAD50}" srcOrd="81" destOrd="0" presId="urn:microsoft.com/office/officeart/2005/8/layout/cycle6"/>
    <dgm:cxn modelId="{967C53BA-20BA-40E8-8544-5178EC5D19BB}" type="presParOf" srcId="{EFAE7302-6632-4D60-A96D-23F394241DE4}" destId="{251E8F09-86AE-4903-9E8B-058B849FCB04}" srcOrd="82" destOrd="0" presId="urn:microsoft.com/office/officeart/2005/8/layout/cycle6"/>
    <dgm:cxn modelId="{EDDB01D5-CCD3-474F-817C-7E3482AAC553}" type="presParOf" srcId="{EFAE7302-6632-4D60-A96D-23F394241DE4}" destId="{7F89DABF-7369-48F0-8963-A2942746E850}" srcOrd="83" destOrd="0" presId="urn:microsoft.com/office/officeart/2005/8/layout/cycle6"/>
    <dgm:cxn modelId="{7783F50F-B768-4F87-A32D-EB0DBB3CBA3C}" type="presParOf" srcId="{EFAE7302-6632-4D60-A96D-23F394241DE4}" destId="{CD308359-DDF9-4556-B21D-E2264F4EE573}" srcOrd="84" destOrd="0" presId="urn:microsoft.com/office/officeart/2005/8/layout/cycle6"/>
    <dgm:cxn modelId="{220D8C22-B2B6-4997-BCF4-F760D2D396CF}" type="presParOf" srcId="{EFAE7302-6632-4D60-A96D-23F394241DE4}" destId="{F968E9D9-3C8D-4C82-BD13-F54DE66BCE27}" srcOrd="85" destOrd="0" presId="urn:microsoft.com/office/officeart/2005/8/layout/cycle6"/>
    <dgm:cxn modelId="{B47F5705-1A55-4CA5-9FD6-B4403F609AB5}" type="presParOf" srcId="{EFAE7302-6632-4D60-A96D-23F394241DE4}" destId="{81F2DA4D-EFC8-4AA8-9C5F-683BBAC275F5}" srcOrd="86" destOrd="0" presId="urn:microsoft.com/office/officeart/2005/8/layout/cycle6"/>
    <dgm:cxn modelId="{78316355-B5D6-45B5-A5F6-125E42222614}" type="presParOf" srcId="{EFAE7302-6632-4D60-A96D-23F394241DE4}" destId="{9AC4915E-252C-49E2-84A8-90A6E8385642}" srcOrd="87" destOrd="0" presId="urn:microsoft.com/office/officeart/2005/8/layout/cycle6"/>
    <dgm:cxn modelId="{F0C6471F-523C-4ADC-8A8A-3FC7624A2FEE}" type="presParOf" srcId="{EFAE7302-6632-4D60-A96D-23F394241DE4}" destId="{90DC71D3-7FED-47C0-AFD0-4EAC0EA8659A}" srcOrd="88" destOrd="0" presId="urn:microsoft.com/office/officeart/2005/8/layout/cycle6"/>
    <dgm:cxn modelId="{25604783-902C-479F-96C1-78A26659E7AF}" type="presParOf" srcId="{EFAE7302-6632-4D60-A96D-23F394241DE4}" destId="{10B85967-A5CA-441C-B74B-8FD7919CBCCC}" srcOrd="89" destOrd="0" presId="urn:microsoft.com/office/officeart/2005/8/layout/cycle6"/>
    <dgm:cxn modelId="{8CB84D7A-8F6F-4BE8-BC48-03844FCAD996}" type="presParOf" srcId="{EFAE7302-6632-4D60-A96D-23F394241DE4}" destId="{F724F2BE-3492-48DF-BEB0-18E86EC3383D}" srcOrd="90" destOrd="0" presId="urn:microsoft.com/office/officeart/2005/8/layout/cycle6"/>
    <dgm:cxn modelId="{4EDC1585-CD6F-40C1-B266-50137508B9D9}" type="presParOf" srcId="{EFAE7302-6632-4D60-A96D-23F394241DE4}" destId="{1E3A32DE-60CE-418E-8DBF-72B8A707C45D}" srcOrd="91" destOrd="0" presId="urn:microsoft.com/office/officeart/2005/8/layout/cycle6"/>
    <dgm:cxn modelId="{5D70D645-E6F1-4B30-8E70-C76B483F4A8F}" type="presParOf" srcId="{EFAE7302-6632-4D60-A96D-23F394241DE4}" destId="{D385CF75-2DC0-41B5-94A8-CB366CF3094B}" srcOrd="92" destOrd="0" presId="urn:microsoft.com/office/officeart/2005/8/layout/cycle6"/>
    <dgm:cxn modelId="{CFB0DC68-E52B-4336-968F-111F37D1D182}" type="presParOf" srcId="{EFAE7302-6632-4D60-A96D-23F394241DE4}" destId="{503B42BA-B449-428B-A7CE-2DFEE7DEF4F0}" srcOrd="93" destOrd="0" presId="urn:microsoft.com/office/officeart/2005/8/layout/cycle6"/>
    <dgm:cxn modelId="{4A5C6D18-2A5F-431D-A51A-D5EC60CA97EE}" type="presParOf" srcId="{EFAE7302-6632-4D60-A96D-23F394241DE4}" destId="{3E256912-B98B-4477-9DD1-348D614FCC59}" srcOrd="94" destOrd="0" presId="urn:microsoft.com/office/officeart/2005/8/layout/cycle6"/>
    <dgm:cxn modelId="{90F344A5-C6A6-4069-AB72-1FB2C600A41A}" type="presParOf" srcId="{EFAE7302-6632-4D60-A96D-23F394241DE4}" destId="{5CFB3FD2-2DF6-4205-823E-F0FEC3D98719}" srcOrd="9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F6A2BA-40B6-4187-AFF8-F8F9AF80E7F9}" type="doc">
      <dgm:prSet loTypeId="urn:microsoft.com/office/officeart/2005/8/layout/cycle6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B7A3099-1224-4ECB-902C-396EC7BA796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175"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00</a:t>
          </a:r>
        </a:p>
      </dgm:t>
    </dgm:pt>
    <dgm:pt modelId="{46544552-34FE-49BE-BA33-CC66D1619F8A}" type="parTrans" cxnId="{6C05350F-B991-4F58-97D1-AE4044723B42}">
      <dgm:prSet/>
      <dgm:spPr/>
      <dgm:t>
        <a:bodyPr/>
        <a:lstStyle/>
        <a:p>
          <a:endParaRPr lang="en-US"/>
        </a:p>
      </dgm:t>
    </dgm:pt>
    <dgm:pt modelId="{50D7F308-47D9-4906-97CC-2D84909FC247}" type="sibTrans" cxnId="{6C05350F-B991-4F58-97D1-AE4044723B42}">
      <dgm:prSet/>
      <dgm:spPr>
        <a:ln w="3175"/>
      </dgm:spPr>
      <dgm:t>
        <a:bodyPr/>
        <a:lstStyle/>
        <a:p>
          <a:endParaRPr lang="en-US" sz="2800"/>
        </a:p>
      </dgm:t>
    </dgm:pt>
    <dgm:pt modelId="{05255914-D32A-40B4-8C21-21202418932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01</a:t>
          </a:r>
        </a:p>
      </dgm:t>
    </dgm:pt>
    <dgm:pt modelId="{739FD09D-8045-4F96-B9E7-D3DCBC8AC11E}" type="parTrans" cxnId="{92B7CF88-19DA-4C68-B48A-56C5D09BD078}">
      <dgm:prSet/>
      <dgm:spPr/>
      <dgm:t>
        <a:bodyPr/>
        <a:lstStyle/>
        <a:p>
          <a:endParaRPr lang="en-US"/>
        </a:p>
      </dgm:t>
    </dgm:pt>
    <dgm:pt modelId="{DF2D58BB-B07E-4427-B0B4-7328C7A546CF}" type="sibTrans" cxnId="{92B7CF88-19DA-4C68-B48A-56C5D09BD078}">
      <dgm:prSet/>
      <dgm:spPr>
        <a:ln w="3175"/>
      </dgm:spPr>
      <dgm:t>
        <a:bodyPr/>
        <a:lstStyle/>
        <a:p>
          <a:endParaRPr lang="en-US" sz="2800"/>
        </a:p>
      </dgm:t>
    </dgm:pt>
    <dgm:pt modelId="{CF291975-5B89-42C1-A954-78B0363C5805}">
      <dgm:prSet phldrT="[Text]" custT="1"/>
      <dgm:spPr>
        <a:ln w="3175"/>
      </dgm:spPr>
      <dgm:t>
        <a:bodyPr/>
        <a:lstStyle/>
        <a:p>
          <a:r>
            <a:rPr lang="en-US" sz="900" dirty="0"/>
            <a:t>02</a:t>
          </a:r>
        </a:p>
      </dgm:t>
    </dgm:pt>
    <dgm:pt modelId="{F3DC7968-B68E-4A83-B115-D21E76300FFF}" type="parTrans" cxnId="{29A30ADC-A6BC-435E-945B-0D4B92AD8430}">
      <dgm:prSet/>
      <dgm:spPr/>
      <dgm:t>
        <a:bodyPr/>
        <a:lstStyle/>
        <a:p>
          <a:endParaRPr lang="en-US"/>
        </a:p>
      </dgm:t>
    </dgm:pt>
    <dgm:pt modelId="{BB5988A9-792F-4F35-BF7A-F0D97FB3530B}" type="sibTrans" cxnId="{29A30ADC-A6BC-435E-945B-0D4B92AD8430}">
      <dgm:prSet/>
      <dgm:spPr>
        <a:ln w="3175"/>
      </dgm:spPr>
      <dgm:t>
        <a:bodyPr/>
        <a:lstStyle/>
        <a:p>
          <a:endParaRPr lang="en-US" sz="2800"/>
        </a:p>
      </dgm:t>
    </dgm:pt>
    <dgm:pt modelId="{0F1EED64-1422-4916-86A1-6EC539D1088A}">
      <dgm:prSet phldrT="[Text]" custT="1"/>
      <dgm:spPr>
        <a:ln w="3175"/>
      </dgm:spPr>
      <dgm:t>
        <a:bodyPr/>
        <a:lstStyle/>
        <a:p>
          <a:r>
            <a:rPr lang="en-US" sz="900" dirty="0"/>
            <a:t>03</a:t>
          </a:r>
        </a:p>
      </dgm:t>
    </dgm:pt>
    <dgm:pt modelId="{A31802B4-E52B-4F45-9C81-62E72A979B4E}" type="parTrans" cxnId="{F506E86B-8150-47A3-B191-82DF382E8CD4}">
      <dgm:prSet/>
      <dgm:spPr/>
      <dgm:t>
        <a:bodyPr/>
        <a:lstStyle/>
        <a:p>
          <a:endParaRPr lang="en-US"/>
        </a:p>
      </dgm:t>
    </dgm:pt>
    <dgm:pt modelId="{C682A7C4-7A1C-44E3-9B83-DF842E56DA03}" type="sibTrans" cxnId="{F506E86B-8150-47A3-B191-82DF382E8CD4}">
      <dgm:prSet/>
      <dgm:spPr>
        <a:ln w="3175"/>
      </dgm:spPr>
      <dgm:t>
        <a:bodyPr/>
        <a:lstStyle/>
        <a:p>
          <a:endParaRPr lang="en-US" sz="2800"/>
        </a:p>
      </dgm:t>
    </dgm:pt>
    <dgm:pt modelId="{EA111F39-A024-4AB2-977C-8988D99FEE4B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04</a:t>
          </a:r>
        </a:p>
      </dgm:t>
    </dgm:pt>
    <dgm:pt modelId="{677D4B4F-F54C-408A-B8A9-FB080E0A8B92}" type="parTrans" cxnId="{0ED10D25-2B43-4953-84C0-C0E9E9235DCD}">
      <dgm:prSet/>
      <dgm:spPr/>
      <dgm:t>
        <a:bodyPr/>
        <a:lstStyle/>
        <a:p>
          <a:endParaRPr lang="en-US"/>
        </a:p>
      </dgm:t>
    </dgm:pt>
    <dgm:pt modelId="{AA774F68-286C-419B-8B7D-02F83155FDF4}" type="sibTrans" cxnId="{0ED10D25-2B43-4953-84C0-C0E9E9235DCD}">
      <dgm:prSet/>
      <dgm:spPr>
        <a:ln w="3175"/>
      </dgm:spPr>
      <dgm:t>
        <a:bodyPr/>
        <a:lstStyle/>
        <a:p>
          <a:endParaRPr lang="en-US" sz="2800"/>
        </a:p>
      </dgm:t>
    </dgm:pt>
    <dgm:pt modelId="{B84CDA86-2342-4CD5-A2D0-3EE2D6B77400}">
      <dgm:prSet phldrT="[Text]" custT="1"/>
      <dgm:spPr>
        <a:ln w="3175"/>
      </dgm:spPr>
      <dgm:t>
        <a:bodyPr/>
        <a:lstStyle/>
        <a:p>
          <a:r>
            <a:rPr lang="en-US" sz="900" dirty="0"/>
            <a:t>05</a:t>
          </a:r>
        </a:p>
      </dgm:t>
    </dgm:pt>
    <dgm:pt modelId="{6D543B5E-EEF0-418E-B140-9726487CF57E}" type="parTrans" cxnId="{A8717369-5DD7-4FC7-8DA8-D37B79527841}">
      <dgm:prSet/>
      <dgm:spPr/>
      <dgm:t>
        <a:bodyPr/>
        <a:lstStyle/>
        <a:p>
          <a:endParaRPr lang="en-US"/>
        </a:p>
      </dgm:t>
    </dgm:pt>
    <dgm:pt modelId="{29F8A4A0-082D-4991-B443-0A8AFA42422B}" type="sibTrans" cxnId="{A8717369-5DD7-4FC7-8DA8-D37B79527841}">
      <dgm:prSet/>
      <dgm:spPr>
        <a:ln w="3175"/>
      </dgm:spPr>
      <dgm:t>
        <a:bodyPr/>
        <a:lstStyle/>
        <a:p>
          <a:endParaRPr lang="en-US" sz="2800"/>
        </a:p>
      </dgm:t>
    </dgm:pt>
    <dgm:pt modelId="{5625A0BA-3784-45B6-97EC-2096A47B399F}">
      <dgm:prSet phldrT="[Text]" custT="1"/>
      <dgm:spPr>
        <a:ln w="3175"/>
      </dgm:spPr>
      <dgm:t>
        <a:bodyPr/>
        <a:lstStyle/>
        <a:p>
          <a:r>
            <a:rPr lang="en-US" sz="900" dirty="0"/>
            <a:t>06</a:t>
          </a:r>
        </a:p>
      </dgm:t>
    </dgm:pt>
    <dgm:pt modelId="{51144210-2446-443F-A25F-970665996710}" type="parTrans" cxnId="{9546C045-C4C2-4C71-84A9-8821CE74D4A7}">
      <dgm:prSet/>
      <dgm:spPr/>
      <dgm:t>
        <a:bodyPr/>
        <a:lstStyle/>
        <a:p>
          <a:endParaRPr lang="en-US"/>
        </a:p>
      </dgm:t>
    </dgm:pt>
    <dgm:pt modelId="{A6D5980C-35E2-4AB0-8246-6AAB28C06B23}" type="sibTrans" cxnId="{9546C045-C4C2-4C71-84A9-8821CE74D4A7}">
      <dgm:prSet/>
      <dgm:spPr>
        <a:ln w="3175"/>
      </dgm:spPr>
      <dgm:t>
        <a:bodyPr/>
        <a:lstStyle/>
        <a:p>
          <a:endParaRPr lang="en-US" sz="2800"/>
        </a:p>
      </dgm:t>
    </dgm:pt>
    <dgm:pt modelId="{B2DF35EF-9BDC-40A7-BFCA-A1A3E1293144}">
      <dgm:prSet phldrT="[Text]" custT="1"/>
      <dgm:spPr>
        <a:ln w="3175"/>
      </dgm:spPr>
      <dgm:t>
        <a:bodyPr/>
        <a:lstStyle/>
        <a:p>
          <a:r>
            <a:rPr lang="en-US" sz="900" dirty="0"/>
            <a:t>07</a:t>
          </a:r>
        </a:p>
      </dgm:t>
    </dgm:pt>
    <dgm:pt modelId="{2769CC40-045F-4640-A563-15B6F6571048}" type="parTrans" cxnId="{C53B7F7A-3F7C-4500-9CAA-E1066ACD9201}">
      <dgm:prSet/>
      <dgm:spPr/>
      <dgm:t>
        <a:bodyPr/>
        <a:lstStyle/>
        <a:p>
          <a:endParaRPr lang="en-US"/>
        </a:p>
      </dgm:t>
    </dgm:pt>
    <dgm:pt modelId="{3515389E-A2D9-4A91-A416-D06FB2BCF4D7}" type="sibTrans" cxnId="{C53B7F7A-3F7C-4500-9CAA-E1066ACD9201}">
      <dgm:prSet/>
      <dgm:spPr>
        <a:ln w="3175"/>
      </dgm:spPr>
      <dgm:t>
        <a:bodyPr/>
        <a:lstStyle/>
        <a:p>
          <a:endParaRPr lang="en-US" sz="2800"/>
        </a:p>
      </dgm:t>
    </dgm:pt>
    <dgm:pt modelId="{868767A5-C3E4-4645-9C8D-69D5627043D3}">
      <dgm:prSet phldrT="[Text]" custT="1"/>
      <dgm:spPr>
        <a:ln w="3175"/>
      </dgm:spPr>
      <dgm:t>
        <a:bodyPr/>
        <a:lstStyle/>
        <a:p>
          <a:r>
            <a:rPr lang="en-US" sz="900" dirty="0"/>
            <a:t>08</a:t>
          </a:r>
        </a:p>
      </dgm:t>
    </dgm:pt>
    <dgm:pt modelId="{09A882C0-93B2-4C56-BE95-EDAAA5B0FF47}" type="parTrans" cxnId="{D30E7CF0-5B4B-40D3-96D0-383F887793FD}">
      <dgm:prSet/>
      <dgm:spPr/>
      <dgm:t>
        <a:bodyPr/>
        <a:lstStyle/>
        <a:p>
          <a:endParaRPr lang="en-US"/>
        </a:p>
      </dgm:t>
    </dgm:pt>
    <dgm:pt modelId="{BE0F9672-9967-4BB3-945A-82902934D4C9}" type="sibTrans" cxnId="{D30E7CF0-5B4B-40D3-96D0-383F887793FD}">
      <dgm:prSet/>
      <dgm:spPr>
        <a:ln w="3175"/>
      </dgm:spPr>
      <dgm:t>
        <a:bodyPr/>
        <a:lstStyle/>
        <a:p>
          <a:endParaRPr lang="en-US" sz="2800"/>
        </a:p>
      </dgm:t>
    </dgm:pt>
    <dgm:pt modelId="{9281F980-DBAB-4458-BA3E-080893361045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09</a:t>
          </a:r>
        </a:p>
      </dgm:t>
    </dgm:pt>
    <dgm:pt modelId="{FC98046A-08E0-48A4-B812-F4BADECAFB37}" type="parTrans" cxnId="{1F774BA2-9135-42D7-A6A7-1C39E6459835}">
      <dgm:prSet/>
      <dgm:spPr/>
      <dgm:t>
        <a:bodyPr/>
        <a:lstStyle/>
        <a:p>
          <a:endParaRPr lang="en-US"/>
        </a:p>
      </dgm:t>
    </dgm:pt>
    <dgm:pt modelId="{EE9F8E24-F686-4CD7-B40D-889B181D327C}" type="sibTrans" cxnId="{1F774BA2-9135-42D7-A6A7-1C39E6459835}">
      <dgm:prSet/>
      <dgm:spPr>
        <a:ln w="3175"/>
      </dgm:spPr>
      <dgm:t>
        <a:bodyPr/>
        <a:lstStyle/>
        <a:p>
          <a:endParaRPr lang="en-US" sz="2800"/>
        </a:p>
      </dgm:t>
    </dgm:pt>
    <dgm:pt modelId="{A895021A-1FC9-40D9-9A23-C05D673066F3}">
      <dgm:prSet phldrT="[Text]" custT="1"/>
      <dgm:spPr>
        <a:ln w="3175"/>
      </dgm:spPr>
      <dgm:t>
        <a:bodyPr/>
        <a:lstStyle/>
        <a:p>
          <a:r>
            <a:rPr lang="en-US" sz="900" dirty="0"/>
            <a:t>10</a:t>
          </a:r>
        </a:p>
      </dgm:t>
    </dgm:pt>
    <dgm:pt modelId="{ED7432BF-B985-48B1-B8F2-801A42157DE6}" type="parTrans" cxnId="{3D4E97EA-89D6-4F69-8109-635B0AF236FD}">
      <dgm:prSet/>
      <dgm:spPr/>
      <dgm:t>
        <a:bodyPr/>
        <a:lstStyle/>
        <a:p>
          <a:endParaRPr lang="en-US"/>
        </a:p>
      </dgm:t>
    </dgm:pt>
    <dgm:pt modelId="{C63CE439-C9A4-437A-AA24-C2B1C4D3EC13}" type="sibTrans" cxnId="{3D4E97EA-89D6-4F69-8109-635B0AF236FD}">
      <dgm:prSet/>
      <dgm:spPr>
        <a:ln w="3175"/>
      </dgm:spPr>
      <dgm:t>
        <a:bodyPr/>
        <a:lstStyle/>
        <a:p>
          <a:endParaRPr lang="en-US" sz="2800"/>
        </a:p>
      </dgm:t>
    </dgm:pt>
    <dgm:pt modelId="{EE1F149E-F983-420A-AE26-0CA291A969CC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11</a:t>
          </a:r>
        </a:p>
      </dgm:t>
    </dgm:pt>
    <dgm:pt modelId="{9B36F709-981A-4F1F-96A6-2972426A3A63}" type="parTrans" cxnId="{C4D13FB4-0FD1-48FF-AB4B-035F479BA4E7}">
      <dgm:prSet/>
      <dgm:spPr/>
      <dgm:t>
        <a:bodyPr/>
        <a:lstStyle/>
        <a:p>
          <a:endParaRPr lang="en-US"/>
        </a:p>
      </dgm:t>
    </dgm:pt>
    <dgm:pt modelId="{3FDD498B-C338-4F3C-9707-6A31F5EB9217}" type="sibTrans" cxnId="{C4D13FB4-0FD1-48FF-AB4B-035F479BA4E7}">
      <dgm:prSet/>
      <dgm:spPr>
        <a:ln w="3175"/>
      </dgm:spPr>
      <dgm:t>
        <a:bodyPr/>
        <a:lstStyle/>
        <a:p>
          <a:endParaRPr lang="en-US" sz="2800"/>
        </a:p>
      </dgm:t>
    </dgm:pt>
    <dgm:pt modelId="{3EBDEC13-B94B-424C-B6D8-E23828E29484}">
      <dgm:prSet phldrT="[Text]" custT="1"/>
      <dgm:spPr>
        <a:ln w="3175"/>
      </dgm:spPr>
      <dgm:t>
        <a:bodyPr/>
        <a:lstStyle/>
        <a:p>
          <a:r>
            <a:rPr lang="en-US" sz="900" dirty="0"/>
            <a:t>12</a:t>
          </a:r>
        </a:p>
      </dgm:t>
    </dgm:pt>
    <dgm:pt modelId="{4194DC5B-FCB2-47F2-A7AB-F8C802D2C380}" type="parTrans" cxnId="{EBC68FFD-0F35-4FBB-B798-DB0A754358E6}">
      <dgm:prSet/>
      <dgm:spPr/>
      <dgm:t>
        <a:bodyPr/>
        <a:lstStyle/>
        <a:p>
          <a:endParaRPr lang="en-US"/>
        </a:p>
      </dgm:t>
    </dgm:pt>
    <dgm:pt modelId="{910D43BF-2E12-4265-8F31-790375B138D8}" type="sibTrans" cxnId="{EBC68FFD-0F35-4FBB-B798-DB0A754358E6}">
      <dgm:prSet/>
      <dgm:spPr>
        <a:ln w="3175"/>
      </dgm:spPr>
      <dgm:t>
        <a:bodyPr/>
        <a:lstStyle/>
        <a:p>
          <a:endParaRPr lang="en-US" sz="2800"/>
        </a:p>
      </dgm:t>
    </dgm:pt>
    <dgm:pt modelId="{DB1B9677-421A-4935-8C22-9192CE87F0FF}">
      <dgm:prSet phldrT="[Text]" custT="1"/>
      <dgm:spPr>
        <a:ln w="3175"/>
      </dgm:spPr>
      <dgm:t>
        <a:bodyPr/>
        <a:lstStyle/>
        <a:p>
          <a:r>
            <a:rPr lang="en-US" sz="900" dirty="0"/>
            <a:t>13</a:t>
          </a:r>
        </a:p>
      </dgm:t>
    </dgm:pt>
    <dgm:pt modelId="{C1DA78D6-0CE1-41A2-A0EE-D8D11B345670}" type="parTrans" cxnId="{1A792AAE-2086-4C09-9299-F978E6D076E1}">
      <dgm:prSet/>
      <dgm:spPr/>
      <dgm:t>
        <a:bodyPr/>
        <a:lstStyle/>
        <a:p>
          <a:endParaRPr lang="en-US"/>
        </a:p>
      </dgm:t>
    </dgm:pt>
    <dgm:pt modelId="{8BCD7E9B-E908-4EDF-8514-EDD1DB17AEBC}" type="sibTrans" cxnId="{1A792AAE-2086-4C09-9299-F978E6D076E1}">
      <dgm:prSet/>
      <dgm:spPr>
        <a:ln w="3175"/>
      </dgm:spPr>
      <dgm:t>
        <a:bodyPr/>
        <a:lstStyle/>
        <a:p>
          <a:endParaRPr lang="en-US" sz="2800"/>
        </a:p>
      </dgm:t>
    </dgm:pt>
    <dgm:pt modelId="{939662E8-1580-40AE-9B6C-323E8300E63E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14</a:t>
          </a:r>
        </a:p>
      </dgm:t>
    </dgm:pt>
    <dgm:pt modelId="{A9B8F123-7BAB-41C3-840A-4F646C50888F}" type="parTrans" cxnId="{9576AAAE-58F2-424F-B8E3-B337460ABDE1}">
      <dgm:prSet/>
      <dgm:spPr/>
      <dgm:t>
        <a:bodyPr/>
        <a:lstStyle/>
        <a:p>
          <a:endParaRPr lang="en-US"/>
        </a:p>
      </dgm:t>
    </dgm:pt>
    <dgm:pt modelId="{122F0F2A-9D73-4F96-9BEF-3D5D0F3739CC}" type="sibTrans" cxnId="{9576AAAE-58F2-424F-B8E3-B337460ABDE1}">
      <dgm:prSet/>
      <dgm:spPr>
        <a:ln w="3175"/>
      </dgm:spPr>
      <dgm:t>
        <a:bodyPr/>
        <a:lstStyle/>
        <a:p>
          <a:endParaRPr lang="en-US" sz="2800"/>
        </a:p>
      </dgm:t>
    </dgm:pt>
    <dgm:pt modelId="{A8370C54-57BB-4D77-84F2-21B7BBCB8CD1}">
      <dgm:prSet phldrT="[Text]" custT="1"/>
      <dgm:spPr>
        <a:ln w="3175"/>
      </dgm:spPr>
      <dgm:t>
        <a:bodyPr/>
        <a:lstStyle/>
        <a:p>
          <a:r>
            <a:rPr lang="en-US" sz="900" dirty="0"/>
            <a:t>15</a:t>
          </a:r>
        </a:p>
      </dgm:t>
    </dgm:pt>
    <dgm:pt modelId="{2A095022-B111-4BF4-8A3A-F583A99A0136}" type="parTrans" cxnId="{F90BA62E-E794-48A5-8857-5262442DCA4D}">
      <dgm:prSet/>
      <dgm:spPr/>
      <dgm:t>
        <a:bodyPr/>
        <a:lstStyle/>
        <a:p>
          <a:endParaRPr lang="en-US"/>
        </a:p>
      </dgm:t>
    </dgm:pt>
    <dgm:pt modelId="{3D64D77A-FD09-4D3C-876D-C0CB137E62CD}" type="sibTrans" cxnId="{F90BA62E-E794-48A5-8857-5262442DCA4D}">
      <dgm:prSet/>
      <dgm:spPr>
        <a:ln w="3175"/>
      </dgm:spPr>
      <dgm:t>
        <a:bodyPr/>
        <a:lstStyle/>
        <a:p>
          <a:endParaRPr lang="en-US" sz="2800"/>
        </a:p>
      </dgm:t>
    </dgm:pt>
    <dgm:pt modelId="{83672DD1-994D-4D7A-9A37-481E9664950D}">
      <dgm:prSet phldrT="[Text]" custT="1"/>
      <dgm:spPr>
        <a:ln w="3175"/>
      </dgm:spPr>
      <dgm:t>
        <a:bodyPr/>
        <a:lstStyle/>
        <a:p>
          <a:r>
            <a:rPr lang="en-US" sz="900" dirty="0"/>
            <a:t>16</a:t>
          </a:r>
        </a:p>
      </dgm:t>
    </dgm:pt>
    <dgm:pt modelId="{DDC0B2F7-016B-4613-8A55-5AA6A2FDE60C}" type="parTrans" cxnId="{88623BD7-0B78-4848-B319-4C616239BAB7}">
      <dgm:prSet/>
      <dgm:spPr/>
      <dgm:t>
        <a:bodyPr/>
        <a:lstStyle/>
        <a:p>
          <a:endParaRPr lang="en-US"/>
        </a:p>
      </dgm:t>
    </dgm:pt>
    <dgm:pt modelId="{B40BDC04-4CE6-4D7E-9F97-0E08939E39C6}" type="sibTrans" cxnId="{88623BD7-0B78-4848-B319-4C616239BAB7}">
      <dgm:prSet/>
      <dgm:spPr>
        <a:ln w="3175"/>
      </dgm:spPr>
      <dgm:t>
        <a:bodyPr/>
        <a:lstStyle/>
        <a:p>
          <a:endParaRPr lang="en-US" sz="2800"/>
        </a:p>
      </dgm:t>
    </dgm:pt>
    <dgm:pt modelId="{FB04C0DC-EAE0-413B-AB0C-0534D7083871}">
      <dgm:prSet phldrT="[Text]" custT="1"/>
      <dgm:spPr>
        <a:ln w="3175"/>
      </dgm:spPr>
      <dgm:t>
        <a:bodyPr/>
        <a:lstStyle/>
        <a:p>
          <a:r>
            <a:rPr lang="en-US" sz="900" dirty="0"/>
            <a:t>17</a:t>
          </a:r>
        </a:p>
      </dgm:t>
    </dgm:pt>
    <dgm:pt modelId="{3EEDB1CF-A50E-4C9A-8150-B0451961C9D5}" type="parTrans" cxnId="{1026074B-CC37-4BE4-828F-B18EFD1D274C}">
      <dgm:prSet/>
      <dgm:spPr/>
      <dgm:t>
        <a:bodyPr/>
        <a:lstStyle/>
        <a:p>
          <a:endParaRPr lang="en-US"/>
        </a:p>
      </dgm:t>
    </dgm:pt>
    <dgm:pt modelId="{5F59E52A-EEFC-4001-A3E3-1E6D1568133C}" type="sibTrans" cxnId="{1026074B-CC37-4BE4-828F-B18EFD1D274C}">
      <dgm:prSet/>
      <dgm:spPr>
        <a:ln w="3175"/>
      </dgm:spPr>
      <dgm:t>
        <a:bodyPr/>
        <a:lstStyle/>
        <a:p>
          <a:endParaRPr lang="en-US" sz="2800"/>
        </a:p>
      </dgm:t>
    </dgm:pt>
    <dgm:pt modelId="{BAB1302C-DD81-4AE2-A8FB-5C6A8E8133E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18</a:t>
          </a:r>
        </a:p>
      </dgm:t>
    </dgm:pt>
    <dgm:pt modelId="{B37CBE12-A1DC-48AE-9D35-BC5397163DD3}" type="parTrans" cxnId="{0B4ECD0A-BE7F-46F0-9F93-AB82BB4736EF}">
      <dgm:prSet/>
      <dgm:spPr/>
      <dgm:t>
        <a:bodyPr/>
        <a:lstStyle/>
        <a:p>
          <a:endParaRPr lang="en-US"/>
        </a:p>
      </dgm:t>
    </dgm:pt>
    <dgm:pt modelId="{E18762FF-2354-4F30-90ED-6FBC8FFF9078}" type="sibTrans" cxnId="{0B4ECD0A-BE7F-46F0-9F93-AB82BB4736EF}">
      <dgm:prSet/>
      <dgm:spPr>
        <a:ln w="3175"/>
      </dgm:spPr>
      <dgm:t>
        <a:bodyPr/>
        <a:lstStyle/>
        <a:p>
          <a:endParaRPr lang="en-US" sz="2800"/>
        </a:p>
      </dgm:t>
    </dgm:pt>
    <dgm:pt modelId="{A69216B9-B887-4EAA-9118-9814BCE4A626}">
      <dgm:prSet phldrT="[Text]" custT="1"/>
      <dgm:spPr>
        <a:ln w="3175"/>
      </dgm:spPr>
      <dgm:t>
        <a:bodyPr/>
        <a:lstStyle/>
        <a:p>
          <a:r>
            <a:rPr lang="en-US" sz="900" dirty="0"/>
            <a:t>19</a:t>
          </a:r>
        </a:p>
      </dgm:t>
    </dgm:pt>
    <dgm:pt modelId="{1D5DB990-5536-4125-944D-02ECBBA33DE4}" type="parTrans" cxnId="{07A50D78-6639-4A33-A74B-7706837DD05D}">
      <dgm:prSet/>
      <dgm:spPr/>
      <dgm:t>
        <a:bodyPr/>
        <a:lstStyle/>
        <a:p>
          <a:endParaRPr lang="en-US"/>
        </a:p>
      </dgm:t>
    </dgm:pt>
    <dgm:pt modelId="{EC947020-A574-4203-9CD7-6728E8A1F218}" type="sibTrans" cxnId="{07A50D78-6639-4A33-A74B-7706837DD05D}">
      <dgm:prSet/>
      <dgm:spPr>
        <a:ln w="3175"/>
      </dgm:spPr>
      <dgm:t>
        <a:bodyPr/>
        <a:lstStyle/>
        <a:p>
          <a:endParaRPr lang="en-US" sz="2800"/>
        </a:p>
      </dgm:t>
    </dgm:pt>
    <dgm:pt modelId="{76B5D27C-739F-4BE1-BB49-1559BF61D55D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20</a:t>
          </a:r>
        </a:p>
      </dgm:t>
    </dgm:pt>
    <dgm:pt modelId="{2119873A-C3A9-416C-A97E-7FBD1FC98807}" type="parTrans" cxnId="{1930D50E-D92E-4107-B01A-44265EC00184}">
      <dgm:prSet/>
      <dgm:spPr/>
      <dgm:t>
        <a:bodyPr/>
        <a:lstStyle/>
        <a:p>
          <a:endParaRPr lang="en-US"/>
        </a:p>
      </dgm:t>
    </dgm:pt>
    <dgm:pt modelId="{C55123D5-8763-48CB-8093-D52598355663}" type="sibTrans" cxnId="{1930D50E-D92E-4107-B01A-44265EC00184}">
      <dgm:prSet/>
      <dgm:spPr>
        <a:ln w="3175"/>
      </dgm:spPr>
      <dgm:t>
        <a:bodyPr/>
        <a:lstStyle/>
        <a:p>
          <a:endParaRPr lang="en-US" sz="2800"/>
        </a:p>
      </dgm:t>
    </dgm:pt>
    <dgm:pt modelId="{35385F59-FD3A-4E0E-806D-0D171FD73B60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21</a:t>
          </a:r>
        </a:p>
      </dgm:t>
    </dgm:pt>
    <dgm:pt modelId="{567BD894-944E-4EF2-8D98-51536C8E1C83}" type="parTrans" cxnId="{9FC3C574-02ED-4232-A01F-9EB4AFF41996}">
      <dgm:prSet/>
      <dgm:spPr/>
      <dgm:t>
        <a:bodyPr/>
        <a:lstStyle/>
        <a:p>
          <a:endParaRPr lang="en-US"/>
        </a:p>
      </dgm:t>
    </dgm:pt>
    <dgm:pt modelId="{6D67EEEA-04ED-4D88-A526-8907150BA8B9}" type="sibTrans" cxnId="{9FC3C574-02ED-4232-A01F-9EB4AFF41996}">
      <dgm:prSet/>
      <dgm:spPr>
        <a:ln w="3175"/>
      </dgm:spPr>
      <dgm:t>
        <a:bodyPr/>
        <a:lstStyle/>
        <a:p>
          <a:endParaRPr lang="en-US" sz="2800"/>
        </a:p>
      </dgm:t>
    </dgm:pt>
    <dgm:pt modelId="{4386FCAA-717C-484A-8040-46E0C7874DC0}">
      <dgm:prSet phldrT="[Text]" custT="1"/>
      <dgm:spPr>
        <a:ln w="3175"/>
      </dgm:spPr>
      <dgm:t>
        <a:bodyPr/>
        <a:lstStyle/>
        <a:p>
          <a:r>
            <a:rPr lang="en-US" sz="900" dirty="0"/>
            <a:t>22</a:t>
          </a:r>
        </a:p>
      </dgm:t>
    </dgm:pt>
    <dgm:pt modelId="{7B2FE6D5-2676-445F-AC55-28FB452BBC94}" type="parTrans" cxnId="{16A34594-33A6-4493-BA23-38BF5100BDF4}">
      <dgm:prSet/>
      <dgm:spPr/>
      <dgm:t>
        <a:bodyPr/>
        <a:lstStyle/>
        <a:p>
          <a:endParaRPr lang="en-US"/>
        </a:p>
      </dgm:t>
    </dgm:pt>
    <dgm:pt modelId="{1D060F47-F191-4433-AAC1-B798E8CB1418}" type="sibTrans" cxnId="{16A34594-33A6-4493-BA23-38BF5100BDF4}">
      <dgm:prSet/>
      <dgm:spPr>
        <a:ln w="3175"/>
      </dgm:spPr>
      <dgm:t>
        <a:bodyPr/>
        <a:lstStyle/>
        <a:p>
          <a:endParaRPr lang="en-US" sz="2800"/>
        </a:p>
      </dgm:t>
    </dgm:pt>
    <dgm:pt modelId="{BB217A16-9AF2-4D4B-B615-1E19EDAD0C53}">
      <dgm:prSet phldrT="[Text]" custT="1"/>
      <dgm:spPr>
        <a:ln w="3175"/>
      </dgm:spPr>
      <dgm:t>
        <a:bodyPr/>
        <a:lstStyle/>
        <a:p>
          <a:r>
            <a:rPr lang="en-US" sz="900" dirty="0"/>
            <a:t>23</a:t>
          </a:r>
        </a:p>
      </dgm:t>
    </dgm:pt>
    <dgm:pt modelId="{C1AA23A3-532B-4317-BA6C-EB24CD6F69A6}" type="parTrans" cxnId="{D864FDE6-AE68-4123-A8AA-7FC1D1294C03}">
      <dgm:prSet/>
      <dgm:spPr/>
      <dgm:t>
        <a:bodyPr/>
        <a:lstStyle/>
        <a:p>
          <a:endParaRPr lang="en-US"/>
        </a:p>
      </dgm:t>
    </dgm:pt>
    <dgm:pt modelId="{C0983ED0-8E1A-4C36-9B3F-D751B585C5F1}" type="sibTrans" cxnId="{D864FDE6-AE68-4123-A8AA-7FC1D1294C03}">
      <dgm:prSet/>
      <dgm:spPr>
        <a:ln w="3175"/>
      </dgm:spPr>
      <dgm:t>
        <a:bodyPr/>
        <a:lstStyle/>
        <a:p>
          <a:endParaRPr lang="en-US" sz="2800"/>
        </a:p>
      </dgm:t>
    </dgm:pt>
    <dgm:pt modelId="{79F5EE38-222D-4BAC-ABC2-B06CAE63135B}">
      <dgm:prSet phldrT="[Text]" custT="1"/>
      <dgm:spPr>
        <a:ln w="3175"/>
      </dgm:spPr>
      <dgm:t>
        <a:bodyPr/>
        <a:lstStyle/>
        <a:p>
          <a:r>
            <a:rPr lang="en-US" sz="900" dirty="0"/>
            <a:t>24</a:t>
          </a:r>
        </a:p>
      </dgm:t>
    </dgm:pt>
    <dgm:pt modelId="{3ADBA506-0986-4716-88E4-2981DF0CE09F}" type="parTrans" cxnId="{0C29EC76-D4AC-4DC4-9D40-265DA37EAA2C}">
      <dgm:prSet/>
      <dgm:spPr/>
      <dgm:t>
        <a:bodyPr/>
        <a:lstStyle/>
        <a:p>
          <a:endParaRPr lang="en-US"/>
        </a:p>
      </dgm:t>
    </dgm:pt>
    <dgm:pt modelId="{6C9FBB1A-9ABC-41ED-8500-19720D0A6187}" type="sibTrans" cxnId="{0C29EC76-D4AC-4DC4-9D40-265DA37EAA2C}">
      <dgm:prSet/>
      <dgm:spPr>
        <a:ln w="3175"/>
      </dgm:spPr>
      <dgm:t>
        <a:bodyPr/>
        <a:lstStyle/>
        <a:p>
          <a:endParaRPr lang="en-US" sz="2800"/>
        </a:p>
      </dgm:t>
    </dgm:pt>
    <dgm:pt modelId="{49E309A8-4ACE-4E24-9468-1B63E3F6A1C8}">
      <dgm:prSet phldrT="[Text]" custT="1"/>
      <dgm:spPr>
        <a:ln w="3175"/>
      </dgm:spPr>
      <dgm:t>
        <a:bodyPr/>
        <a:lstStyle/>
        <a:p>
          <a:r>
            <a:rPr lang="en-US" sz="900" dirty="0"/>
            <a:t>25</a:t>
          </a:r>
        </a:p>
      </dgm:t>
    </dgm:pt>
    <dgm:pt modelId="{D6C68469-A6BE-45BF-A540-5A9AD7D1FDCC}" type="parTrans" cxnId="{C49149D8-B800-4423-B48C-40A1637857E9}">
      <dgm:prSet/>
      <dgm:spPr/>
      <dgm:t>
        <a:bodyPr/>
        <a:lstStyle/>
        <a:p>
          <a:endParaRPr lang="en-US"/>
        </a:p>
      </dgm:t>
    </dgm:pt>
    <dgm:pt modelId="{7115A82F-A0CA-47E6-9A40-2F50E0CCCA35}" type="sibTrans" cxnId="{C49149D8-B800-4423-B48C-40A1637857E9}">
      <dgm:prSet/>
      <dgm:spPr>
        <a:ln w="3175"/>
      </dgm:spPr>
      <dgm:t>
        <a:bodyPr/>
        <a:lstStyle/>
        <a:p>
          <a:endParaRPr lang="en-US" sz="2800"/>
        </a:p>
      </dgm:t>
    </dgm:pt>
    <dgm:pt modelId="{D02FAA77-956C-45D2-8464-ED2559956DD2}">
      <dgm:prSet phldrT="[Text]" custT="1"/>
      <dgm:spPr>
        <a:ln w="3175"/>
      </dgm:spPr>
      <dgm:t>
        <a:bodyPr/>
        <a:lstStyle/>
        <a:p>
          <a:r>
            <a:rPr lang="en-US" sz="900" dirty="0"/>
            <a:t>26</a:t>
          </a:r>
        </a:p>
      </dgm:t>
    </dgm:pt>
    <dgm:pt modelId="{C79E506C-53D3-4E39-8681-67DEA5CADD14}" type="parTrans" cxnId="{9751F274-5EE9-4DEF-9205-CAB8BEE9F26A}">
      <dgm:prSet/>
      <dgm:spPr/>
      <dgm:t>
        <a:bodyPr/>
        <a:lstStyle/>
        <a:p>
          <a:endParaRPr lang="en-US"/>
        </a:p>
      </dgm:t>
    </dgm:pt>
    <dgm:pt modelId="{AC94AC6E-FC58-470F-95C8-F928ABB93594}" type="sibTrans" cxnId="{9751F274-5EE9-4DEF-9205-CAB8BEE9F26A}">
      <dgm:prSet/>
      <dgm:spPr>
        <a:ln w="3175"/>
      </dgm:spPr>
      <dgm:t>
        <a:bodyPr/>
        <a:lstStyle/>
        <a:p>
          <a:endParaRPr lang="en-US" sz="2800"/>
        </a:p>
      </dgm:t>
    </dgm:pt>
    <dgm:pt modelId="{BA2EC476-731E-4903-8F01-CC5FC637BFFF}">
      <dgm:prSet phldrT="[Text]" custT="1"/>
      <dgm:spPr>
        <a:ln w="3175"/>
      </dgm:spPr>
      <dgm:t>
        <a:bodyPr/>
        <a:lstStyle/>
        <a:p>
          <a:r>
            <a:rPr lang="en-US" sz="900" dirty="0"/>
            <a:t>27</a:t>
          </a:r>
        </a:p>
      </dgm:t>
    </dgm:pt>
    <dgm:pt modelId="{1E93F294-9191-4F3C-8C73-307BDA462CD8}" type="parTrans" cxnId="{DDAE6729-4ABF-4BA0-9066-ABCD3045B768}">
      <dgm:prSet/>
      <dgm:spPr/>
      <dgm:t>
        <a:bodyPr/>
        <a:lstStyle/>
        <a:p>
          <a:endParaRPr lang="en-US"/>
        </a:p>
      </dgm:t>
    </dgm:pt>
    <dgm:pt modelId="{C81C93CF-4ABC-443A-B46F-7B67B7A103B0}" type="sibTrans" cxnId="{DDAE6729-4ABF-4BA0-9066-ABCD3045B768}">
      <dgm:prSet/>
      <dgm:spPr>
        <a:ln w="3175"/>
      </dgm:spPr>
      <dgm:t>
        <a:bodyPr/>
        <a:lstStyle/>
        <a:p>
          <a:endParaRPr lang="en-US" sz="2800"/>
        </a:p>
      </dgm:t>
    </dgm:pt>
    <dgm:pt modelId="{48A59AEC-96FC-49B4-88EA-A3EB39384894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28</a:t>
          </a:r>
        </a:p>
      </dgm:t>
    </dgm:pt>
    <dgm:pt modelId="{C44A88B5-B9C3-46DA-9DED-FD4A07327DFA}" type="parTrans" cxnId="{E4A6BC44-AE44-4BA5-B6D3-1BCE6AE0F149}">
      <dgm:prSet/>
      <dgm:spPr/>
      <dgm:t>
        <a:bodyPr/>
        <a:lstStyle/>
        <a:p>
          <a:endParaRPr lang="en-US"/>
        </a:p>
      </dgm:t>
    </dgm:pt>
    <dgm:pt modelId="{B7A4C8FA-340E-486F-81D8-FF544AB43A4E}" type="sibTrans" cxnId="{E4A6BC44-AE44-4BA5-B6D3-1BCE6AE0F149}">
      <dgm:prSet/>
      <dgm:spPr>
        <a:ln w="3175"/>
      </dgm:spPr>
      <dgm:t>
        <a:bodyPr/>
        <a:lstStyle/>
        <a:p>
          <a:endParaRPr lang="en-US" sz="2800"/>
        </a:p>
      </dgm:t>
    </dgm:pt>
    <dgm:pt modelId="{0C32458D-E832-48BB-9259-B17D8D2F155B}">
      <dgm:prSet phldrT="[Text]" custT="1"/>
      <dgm:spPr>
        <a:ln w="3175"/>
      </dgm:spPr>
      <dgm:t>
        <a:bodyPr/>
        <a:lstStyle/>
        <a:p>
          <a:r>
            <a:rPr lang="en-US" sz="900" dirty="0"/>
            <a:t>29</a:t>
          </a:r>
        </a:p>
      </dgm:t>
    </dgm:pt>
    <dgm:pt modelId="{4243369C-ADCF-43E1-B70D-7FEE941604AC}" type="parTrans" cxnId="{CA98B5B7-867D-41B4-A452-B4FC72D3A4DD}">
      <dgm:prSet/>
      <dgm:spPr/>
      <dgm:t>
        <a:bodyPr/>
        <a:lstStyle/>
        <a:p>
          <a:endParaRPr lang="en-US"/>
        </a:p>
      </dgm:t>
    </dgm:pt>
    <dgm:pt modelId="{DF88F8CF-9279-4F9F-A099-1B4E96148323}" type="sibTrans" cxnId="{CA98B5B7-867D-41B4-A452-B4FC72D3A4DD}">
      <dgm:prSet/>
      <dgm:spPr>
        <a:ln w="3175"/>
      </dgm:spPr>
      <dgm:t>
        <a:bodyPr/>
        <a:lstStyle/>
        <a:p>
          <a:endParaRPr lang="en-US" sz="2800"/>
        </a:p>
      </dgm:t>
    </dgm:pt>
    <dgm:pt modelId="{553BEC81-A978-430C-80DA-1DF185989AAF}">
      <dgm:prSet phldrT="[Text]" custT="1"/>
      <dgm:spPr>
        <a:ln w="3175"/>
      </dgm:spPr>
      <dgm:t>
        <a:bodyPr/>
        <a:lstStyle/>
        <a:p>
          <a:r>
            <a:rPr lang="en-US" sz="900" dirty="0"/>
            <a:t>30</a:t>
          </a:r>
        </a:p>
      </dgm:t>
    </dgm:pt>
    <dgm:pt modelId="{F967C4E0-84B8-4DD8-94B3-652A70C1E617}" type="parTrans" cxnId="{FE5DE3E6-FC91-4656-85E4-45B335D2DABB}">
      <dgm:prSet/>
      <dgm:spPr/>
      <dgm:t>
        <a:bodyPr/>
        <a:lstStyle/>
        <a:p>
          <a:endParaRPr lang="en-US"/>
        </a:p>
      </dgm:t>
    </dgm:pt>
    <dgm:pt modelId="{E48A52DD-C72D-4935-A10C-8179C47FCC6E}" type="sibTrans" cxnId="{FE5DE3E6-FC91-4656-85E4-45B335D2DABB}">
      <dgm:prSet/>
      <dgm:spPr/>
      <dgm:t>
        <a:bodyPr/>
        <a:lstStyle/>
        <a:p>
          <a:endParaRPr lang="en-US"/>
        </a:p>
      </dgm:t>
    </dgm:pt>
    <dgm:pt modelId="{E4888B1B-2BE2-4790-B9ED-71F3187B9F21}">
      <dgm:prSet phldrT="[Text]" custT="1"/>
      <dgm:spPr>
        <a:ln w="3175"/>
      </dgm:spPr>
      <dgm:t>
        <a:bodyPr/>
        <a:lstStyle/>
        <a:p>
          <a:r>
            <a:rPr lang="en-US" sz="900" dirty="0"/>
            <a:t>31</a:t>
          </a:r>
        </a:p>
      </dgm:t>
    </dgm:pt>
    <dgm:pt modelId="{73C1ADEF-47C9-4674-A811-66907754D373}" type="parTrans" cxnId="{361C1845-B91F-4C24-B652-323E1165FD8F}">
      <dgm:prSet/>
      <dgm:spPr/>
      <dgm:t>
        <a:bodyPr/>
        <a:lstStyle/>
        <a:p>
          <a:endParaRPr lang="en-US"/>
        </a:p>
      </dgm:t>
    </dgm:pt>
    <dgm:pt modelId="{E1A72A0C-6E1A-4616-AA17-2E6AC02A1850}" type="sibTrans" cxnId="{361C1845-B91F-4C24-B652-323E1165FD8F}">
      <dgm:prSet/>
      <dgm:spPr/>
      <dgm:t>
        <a:bodyPr/>
        <a:lstStyle/>
        <a:p>
          <a:endParaRPr lang="en-US"/>
        </a:p>
      </dgm:t>
    </dgm:pt>
    <dgm:pt modelId="{EFAE7302-6632-4D60-A96D-23F394241DE4}" type="pres">
      <dgm:prSet presAssocID="{B3F6A2BA-40B6-4187-AFF8-F8F9AF80E7F9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7F6FC54-D545-444E-B19E-55F8864057C9}" type="pres">
      <dgm:prSet presAssocID="{CB7A3099-1224-4ECB-902C-396EC7BA7968}" presName="node" presStyleLbl="node1" presStyleIdx="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3F8756-B089-4C69-872B-9C77B1D2E9B9}" type="pres">
      <dgm:prSet presAssocID="{CB7A3099-1224-4ECB-902C-396EC7BA7968}" presName="spNode" presStyleCnt="0"/>
      <dgm:spPr/>
    </dgm:pt>
    <dgm:pt modelId="{990317AE-40E7-4E24-A709-5C1E3D7DF428}" type="pres">
      <dgm:prSet presAssocID="{50D7F308-47D9-4906-97CC-2D84909FC247}" presName="sibTrans" presStyleLbl="sibTrans1D1" presStyleIdx="0" presStyleCnt="32" custScaleX="2000000" custScaleY="2000000"/>
      <dgm:spPr/>
      <dgm:t>
        <a:bodyPr/>
        <a:lstStyle/>
        <a:p>
          <a:endParaRPr lang="en-US"/>
        </a:p>
      </dgm:t>
    </dgm:pt>
    <dgm:pt modelId="{0A74DD1F-BEEA-4E1C-A32C-B77C043FA489}" type="pres">
      <dgm:prSet presAssocID="{05255914-D32A-40B4-8C21-212024189328}" presName="node" presStyleLbl="node1" presStyleIdx="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AA3025-9FF4-4436-AD56-351C2AA3B91C}" type="pres">
      <dgm:prSet presAssocID="{05255914-D32A-40B4-8C21-212024189328}" presName="spNode" presStyleCnt="0"/>
      <dgm:spPr/>
    </dgm:pt>
    <dgm:pt modelId="{53232857-986B-4378-8600-83D67A96D1FC}" type="pres">
      <dgm:prSet presAssocID="{DF2D58BB-B07E-4427-B0B4-7328C7A546CF}" presName="sibTrans" presStyleLbl="sibTrans1D1" presStyleIdx="1" presStyleCnt="32" custScaleX="2000000" custScaleY="2000000"/>
      <dgm:spPr/>
      <dgm:t>
        <a:bodyPr/>
        <a:lstStyle/>
        <a:p>
          <a:endParaRPr lang="en-US"/>
        </a:p>
      </dgm:t>
    </dgm:pt>
    <dgm:pt modelId="{B79BDE4E-122F-4949-877A-51460124312E}" type="pres">
      <dgm:prSet presAssocID="{CF291975-5B89-42C1-A954-78B0363C5805}" presName="node" presStyleLbl="node1" presStyleIdx="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A97052-E50B-4364-B8F3-C5BB55C62E43}" type="pres">
      <dgm:prSet presAssocID="{CF291975-5B89-42C1-A954-78B0363C5805}" presName="spNode" presStyleCnt="0"/>
      <dgm:spPr/>
    </dgm:pt>
    <dgm:pt modelId="{C1FBA839-DD16-4EA3-AA23-4F09E108C25C}" type="pres">
      <dgm:prSet presAssocID="{BB5988A9-792F-4F35-BF7A-F0D97FB3530B}" presName="sibTrans" presStyleLbl="sibTrans1D1" presStyleIdx="2" presStyleCnt="32" custScaleX="2000000" custScaleY="2000000"/>
      <dgm:spPr/>
      <dgm:t>
        <a:bodyPr/>
        <a:lstStyle/>
        <a:p>
          <a:endParaRPr lang="en-US"/>
        </a:p>
      </dgm:t>
    </dgm:pt>
    <dgm:pt modelId="{47D8252C-7210-4124-986D-C5A27EC7BB38}" type="pres">
      <dgm:prSet presAssocID="{0F1EED64-1422-4916-86A1-6EC539D1088A}" presName="node" presStyleLbl="node1" presStyleIdx="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128025-155A-4115-B8B9-1A751CA1730C}" type="pres">
      <dgm:prSet presAssocID="{0F1EED64-1422-4916-86A1-6EC539D1088A}" presName="spNode" presStyleCnt="0"/>
      <dgm:spPr/>
    </dgm:pt>
    <dgm:pt modelId="{9A5BE75C-4E4D-435D-8920-9E32832F465D}" type="pres">
      <dgm:prSet presAssocID="{C682A7C4-7A1C-44E3-9B83-DF842E56DA03}" presName="sibTrans" presStyleLbl="sibTrans1D1" presStyleIdx="3" presStyleCnt="32" custScaleX="2000000" custScaleY="2000000"/>
      <dgm:spPr/>
      <dgm:t>
        <a:bodyPr/>
        <a:lstStyle/>
        <a:p>
          <a:endParaRPr lang="en-US"/>
        </a:p>
      </dgm:t>
    </dgm:pt>
    <dgm:pt modelId="{E213AD56-109D-4571-A0B0-1181C7025370}" type="pres">
      <dgm:prSet presAssocID="{EA111F39-A024-4AB2-977C-8988D99FEE4B}" presName="node" presStyleLbl="node1" presStyleIdx="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190AB1-8428-4DEE-ADF0-BAC788A0917C}" type="pres">
      <dgm:prSet presAssocID="{EA111F39-A024-4AB2-977C-8988D99FEE4B}" presName="spNode" presStyleCnt="0"/>
      <dgm:spPr/>
    </dgm:pt>
    <dgm:pt modelId="{3E6F2280-A61F-493F-991B-F51BCDF11010}" type="pres">
      <dgm:prSet presAssocID="{AA774F68-286C-419B-8B7D-02F83155FDF4}" presName="sibTrans" presStyleLbl="sibTrans1D1" presStyleIdx="4" presStyleCnt="32" custScaleX="2000000" custScaleY="2000000"/>
      <dgm:spPr/>
      <dgm:t>
        <a:bodyPr/>
        <a:lstStyle/>
        <a:p>
          <a:endParaRPr lang="en-US"/>
        </a:p>
      </dgm:t>
    </dgm:pt>
    <dgm:pt modelId="{D0E1629B-81D1-410E-AE41-A68200AAD38A}" type="pres">
      <dgm:prSet presAssocID="{B84CDA86-2342-4CD5-A2D0-3EE2D6B77400}" presName="node" presStyleLbl="node1" presStyleIdx="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736DC7-D98D-4E78-942E-3E553CB51665}" type="pres">
      <dgm:prSet presAssocID="{B84CDA86-2342-4CD5-A2D0-3EE2D6B77400}" presName="spNode" presStyleCnt="0"/>
      <dgm:spPr/>
    </dgm:pt>
    <dgm:pt modelId="{896B2AF0-997F-4A3D-95E9-687AEE393215}" type="pres">
      <dgm:prSet presAssocID="{29F8A4A0-082D-4991-B443-0A8AFA42422B}" presName="sibTrans" presStyleLbl="sibTrans1D1" presStyleIdx="5" presStyleCnt="32" custScaleX="2000000" custScaleY="2000000"/>
      <dgm:spPr/>
      <dgm:t>
        <a:bodyPr/>
        <a:lstStyle/>
        <a:p>
          <a:endParaRPr lang="en-US"/>
        </a:p>
      </dgm:t>
    </dgm:pt>
    <dgm:pt modelId="{BC51FB21-3AAD-464F-AB4E-68130F6D9956}" type="pres">
      <dgm:prSet presAssocID="{5625A0BA-3784-45B6-97EC-2096A47B399F}" presName="node" presStyleLbl="node1" presStyleIdx="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8D2501-9B9B-4053-8341-251711D30C2F}" type="pres">
      <dgm:prSet presAssocID="{5625A0BA-3784-45B6-97EC-2096A47B399F}" presName="spNode" presStyleCnt="0"/>
      <dgm:spPr/>
    </dgm:pt>
    <dgm:pt modelId="{36A25B59-0286-4766-AF4A-4AD99255FB9A}" type="pres">
      <dgm:prSet presAssocID="{A6D5980C-35E2-4AB0-8246-6AAB28C06B23}" presName="sibTrans" presStyleLbl="sibTrans1D1" presStyleIdx="6" presStyleCnt="32" custScaleX="2000000" custScaleY="2000000"/>
      <dgm:spPr/>
      <dgm:t>
        <a:bodyPr/>
        <a:lstStyle/>
        <a:p>
          <a:endParaRPr lang="en-US"/>
        </a:p>
      </dgm:t>
    </dgm:pt>
    <dgm:pt modelId="{4EBAFEA8-38A7-4839-A196-E833865FEC3E}" type="pres">
      <dgm:prSet presAssocID="{B2DF35EF-9BDC-40A7-BFCA-A1A3E1293144}" presName="node" presStyleLbl="node1" presStyleIdx="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48C08C-3758-4EEE-8D81-59D26C39B226}" type="pres">
      <dgm:prSet presAssocID="{B2DF35EF-9BDC-40A7-BFCA-A1A3E1293144}" presName="spNode" presStyleCnt="0"/>
      <dgm:spPr/>
    </dgm:pt>
    <dgm:pt modelId="{A95F9BD2-8E6C-4D20-A2D9-24C989631FAC}" type="pres">
      <dgm:prSet presAssocID="{3515389E-A2D9-4A91-A416-D06FB2BCF4D7}" presName="sibTrans" presStyleLbl="sibTrans1D1" presStyleIdx="7" presStyleCnt="32" custScaleX="2000000" custScaleY="2000000"/>
      <dgm:spPr/>
      <dgm:t>
        <a:bodyPr/>
        <a:lstStyle/>
        <a:p>
          <a:endParaRPr lang="en-US"/>
        </a:p>
      </dgm:t>
    </dgm:pt>
    <dgm:pt modelId="{FCDBC8B2-A072-489D-B135-4F76C90ABB73}" type="pres">
      <dgm:prSet presAssocID="{868767A5-C3E4-4645-9C8D-69D5627043D3}" presName="node" presStyleLbl="node1" presStyleIdx="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502533-D656-4694-9BDA-B75F503AD108}" type="pres">
      <dgm:prSet presAssocID="{868767A5-C3E4-4645-9C8D-69D5627043D3}" presName="spNode" presStyleCnt="0"/>
      <dgm:spPr/>
    </dgm:pt>
    <dgm:pt modelId="{BBF115A0-E49F-481D-B9B9-7781A7700C68}" type="pres">
      <dgm:prSet presAssocID="{BE0F9672-9967-4BB3-945A-82902934D4C9}" presName="sibTrans" presStyleLbl="sibTrans1D1" presStyleIdx="8" presStyleCnt="32" custScaleX="2000000" custScaleY="2000000"/>
      <dgm:spPr/>
      <dgm:t>
        <a:bodyPr/>
        <a:lstStyle/>
        <a:p>
          <a:endParaRPr lang="en-US"/>
        </a:p>
      </dgm:t>
    </dgm:pt>
    <dgm:pt modelId="{27377A35-5C63-4153-A1CA-D07A81FEBED6}" type="pres">
      <dgm:prSet presAssocID="{9281F980-DBAB-4458-BA3E-080893361045}" presName="node" presStyleLbl="node1" presStyleIdx="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6E8CAE-7A6A-441E-B81D-F2A6930AEB34}" type="pres">
      <dgm:prSet presAssocID="{9281F980-DBAB-4458-BA3E-080893361045}" presName="spNode" presStyleCnt="0"/>
      <dgm:spPr/>
    </dgm:pt>
    <dgm:pt modelId="{C75F3799-6FE1-44D4-94E5-D0323DD9642D}" type="pres">
      <dgm:prSet presAssocID="{EE9F8E24-F686-4CD7-B40D-889B181D327C}" presName="sibTrans" presStyleLbl="sibTrans1D1" presStyleIdx="9" presStyleCnt="32" custScaleX="2000000" custScaleY="2000000"/>
      <dgm:spPr/>
      <dgm:t>
        <a:bodyPr/>
        <a:lstStyle/>
        <a:p>
          <a:endParaRPr lang="en-US"/>
        </a:p>
      </dgm:t>
    </dgm:pt>
    <dgm:pt modelId="{ACA3DEE4-4C37-414B-A20E-469C72FF631D}" type="pres">
      <dgm:prSet presAssocID="{A895021A-1FC9-40D9-9A23-C05D673066F3}" presName="node" presStyleLbl="node1" presStyleIdx="1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77587-15D8-428C-8F90-BB7C49868333}" type="pres">
      <dgm:prSet presAssocID="{A895021A-1FC9-40D9-9A23-C05D673066F3}" presName="spNode" presStyleCnt="0"/>
      <dgm:spPr/>
    </dgm:pt>
    <dgm:pt modelId="{39826E2A-859D-4D09-B02A-05287C251E70}" type="pres">
      <dgm:prSet presAssocID="{C63CE439-C9A4-437A-AA24-C2B1C4D3EC13}" presName="sibTrans" presStyleLbl="sibTrans1D1" presStyleIdx="10" presStyleCnt="32" custScaleX="2000000" custScaleY="2000000"/>
      <dgm:spPr/>
      <dgm:t>
        <a:bodyPr/>
        <a:lstStyle/>
        <a:p>
          <a:endParaRPr lang="en-US"/>
        </a:p>
      </dgm:t>
    </dgm:pt>
    <dgm:pt modelId="{508270A1-9056-4B9A-B0BC-2D3B1299FC58}" type="pres">
      <dgm:prSet presAssocID="{EE1F149E-F983-420A-AE26-0CA291A969CC}" presName="node" presStyleLbl="node1" presStyleIdx="1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B48CEE-BE6C-4B73-AA70-08340D7306CA}" type="pres">
      <dgm:prSet presAssocID="{EE1F149E-F983-420A-AE26-0CA291A969CC}" presName="spNode" presStyleCnt="0"/>
      <dgm:spPr/>
    </dgm:pt>
    <dgm:pt modelId="{0186EB4D-19E9-40A6-9853-FE75E1F1C601}" type="pres">
      <dgm:prSet presAssocID="{3FDD498B-C338-4F3C-9707-6A31F5EB9217}" presName="sibTrans" presStyleLbl="sibTrans1D1" presStyleIdx="11" presStyleCnt="32" custScaleX="2000000" custScaleY="2000000"/>
      <dgm:spPr/>
      <dgm:t>
        <a:bodyPr/>
        <a:lstStyle/>
        <a:p>
          <a:endParaRPr lang="en-US"/>
        </a:p>
      </dgm:t>
    </dgm:pt>
    <dgm:pt modelId="{E6415271-4602-49BD-8F77-B2554532B0A0}" type="pres">
      <dgm:prSet presAssocID="{3EBDEC13-B94B-424C-B6D8-E23828E29484}" presName="node" presStyleLbl="node1" presStyleIdx="1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476B6F-E555-4078-9F4F-FED8900C0811}" type="pres">
      <dgm:prSet presAssocID="{3EBDEC13-B94B-424C-B6D8-E23828E29484}" presName="spNode" presStyleCnt="0"/>
      <dgm:spPr/>
    </dgm:pt>
    <dgm:pt modelId="{0CA37BE1-2CF9-468E-BFF7-47A995E3BB08}" type="pres">
      <dgm:prSet presAssocID="{910D43BF-2E12-4265-8F31-790375B138D8}" presName="sibTrans" presStyleLbl="sibTrans1D1" presStyleIdx="12" presStyleCnt="32" custScaleX="2000000" custScaleY="2000000"/>
      <dgm:spPr/>
      <dgm:t>
        <a:bodyPr/>
        <a:lstStyle/>
        <a:p>
          <a:endParaRPr lang="en-US"/>
        </a:p>
      </dgm:t>
    </dgm:pt>
    <dgm:pt modelId="{C10433AE-724D-434E-B55F-F8FBA5E6691B}" type="pres">
      <dgm:prSet presAssocID="{DB1B9677-421A-4935-8C22-9192CE87F0FF}" presName="node" presStyleLbl="node1" presStyleIdx="1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F69A71-2EE3-482B-A6FD-09CDD6717BD2}" type="pres">
      <dgm:prSet presAssocID="{DB1B9677-421A-4935-8C22-9192CE87F0FF}" presName="spNode" presStyleCnt="0"/>
      <dgm:spPr/>
    </dgm:pt>
    <dgm:pt modelId="{6361BE26-1613-4254-AAB5-23BC794B38F0}" type="pres">
      <dgm:prSet presAssocID="{8BCD7E9B-E908-4EDF-8514-EDD1DB17AEBC}" presName="sibTrans" presStyleLbl="sibTrans1D1" presStyleIdx="13" presStyleCnt="32" custScaleX="2000000" custScaleY="2000000"/>
      <dgm:spPr/>
      <dgm:t>
        <a:bodyPr/>
        <a:lstStyle/>
        <a:p>
          <a:endParaRPr lang="en-US"/>
        </a:p>
      </dgm:t>
    </dgm:pt>
    <dgm:pt modelId="{75C04093-B402-44E4-A02F-D9D20B3CFE9D}" type="pres">
      <dgm:prSet presAssocID="{939662E8-1580-40AE-9B6C-323E8300E63E}" presName="node" presStyleLbl="node1" presStyleIdx="1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0450C4-F523-4B16-B2D9-4DF083C0D164}" type="pres">
      <dgm:prSet presAssocID="{939662E8-1580-40AE-9B6C-323E8300E63E}" presName="spNode" presStyleCnt="0"/>
      <dgm:spPr/>
    </dgm:pt>
    <dgm:pt modelId="{76F78CE6-90C8-4B35-9F7E-1F5EB9B22151}" type="pres">
      <dgm:prSet presAssocID="{122F0F2A-9D73-4F96-9BEF-3D5D0F3739CC}" presName="sibTrans" presStyleLbl="sibTrans1D1" presStyleIdx="14" presStyleCnt="32" custScaleX="2000000" custScaleY="2000000"/>
      <dgm:spPr/>
      <dgm:t>
        <a:bodyPr/>
        <a:lstStyle/>
        <a:p>
          <a:endParaRPr lang="en-US"/>
        </a:p>
      </dgm:t>
    </dgm:pt>
    <dgm:pt modelId="{618D29F1-B27A-4177-81E5-AC40E22B797C}" type="pres">
      <dgm:prSet presAssocID="{A8370C54-57BB-4D77-84F2-21B7BBCB8CD1}" presName="node" presStyleLbl="node1" presStyleIdx="1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A6B6DF-5C12-40CD-AAE4-BEDED49DD127}" type="pres">
      <dgm:prSet presAssocID="{A8370C54-57BB-4D77-84F2-21B7BBCB8CD1}" presName="spNode" presStyleCnt="0"/>
      <dgm:spPr/>
    </dgm:pt>
    <dgm:pt modelId="{B309ED74-66A5-480C-86D1-D4E840F406AC}" type="pres">
      <dgm:prSet presAssocID="{3D64D77A-FD09-4D3C-876D-C0CB137E62CD}" presName="sibTrans" presStyleLbl="sibTrans1D1" presStyleIdx="15" presStyleCnt="32" custScaleX="2000000" custScaleY="2000000"/>
      <dgm:spPr/>
      <dgm:t>
        <a:bodyPr/>
        <a:lstStyle/>
        <a:p>
          <a:endParaRPr lang="en-US"/>
        </a:p>
      </dgm:t>
    </dgm:pt>
    <dgm:pt modelId="{1DFE6595-7230-483C-9D32-BFCA9CE92D85}" type="pres">
      <dgm:prSet presAssocID="{83672DD1-994D-4D7A-9A37-481E9664950D}" presName="node" presStyleLbl="node1" presStyleIdx="1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1B332A-C98B-433A-BC90-670312A65140}" type="pres">
      <dgm:prSet presAssocID="{83672DD1-994D-4D7A-9A37-481E9664950D}" presName="spNode" presStyleCnt="0"/>
      <dgm:spPr/>
    </dgm:pt>
    <dgm:pt modelId="{F136BB06-5C60-4B50-98D8-C6FCDB3F7F8E}" type="pres">
      <dgm:prSet presAssocID="{B40BDC04-4CE6-4D7E-9F97-0E08939E39C6}" presName="sibTrans" presStyleLbl="sibTrans1D1" presStyleIdx="16" presStyleCnt="32" custScaleX="2000000" custScaleY="2000000"/>
      <dgm:spPr/>
      <dgm:t>
        <a:bodyPr/>
        <a:lstStyle/>
        <a:p>
          <a:endParaRPr lang="en-US"/>
        </a:p>
      </dgm:t>
    </dgm:pt>
    <dgm:pt modelId="{2CC1B40C-A928-4D28-85BB-5E0283FC2F77}" type="pres">
      <dgm:prSet presAssocID="{FB04C0DC-EAE0-413B-AB0C-0534D7083871}" presName="node" presStyleLbl="node1" presStyleIdx="1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F4F930-8B6A-4ECB-AEE6-E6BBCDEDB007}" type="pres">
      <dgm:prSet presAssocID="{FB04C0DC-EAE0-413B-AB0C-0534D7083871}" presName="spNode" presStyleCnt="0"/>
      <dgm:spPr/>
    </dgm:pt>
    <dgm:pt modelId="{68E8B125-993D-469E-AA0B-682C870C8CE0}" type="pres">
      <dgm:prSet presAssocID="{5F59E52A-EEFC-4001-A3E3-1E6D1568133C}" presName="sibTrans" presStyleLbl="sibTrans1D1" presStyleIdx="17" presStyleCnt="32" custScaleX="2000000" custScaleY="2000000"/>
      <dgm:spPr/>
      <dgm:t>
        <a:bodyPr/>
        <a:lstStyle/>
        <a:p>
          <a:endParaRPr lang="en-US"/>
        </a:p>
      </dgm:t>
    </dgm:pt>
    <dgm:pt modelId="{FADD2792-6893-42FB-A020-33C72A283A6C}" type="pres">
      <dgm:prSet presAssocID="{BAB1302C-DD81-4AE2-A8FB-5C6A8E8133E8}" presName="node" presStyleLbl="node1" presStyleIdx="1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47F71B-899A-499F-BE60-DD768007AE3D}" type="pres">
      <dgm:prSet presAssocID="{BAB1302C-DD81-4AE2-A8FB-5C6A8E8133E8}" presName="spNode" presStyleCnt="0"/>
      <dgm:spPr/>
    </dgm:pt>
    <dgm:pt modelId="{B9DC5B5E-81C6-4A00-AD4E-BE0007B91F2F}" type="pres">
      <dgm:prSet presAssocID="{E18762FF-2354-4F30-90ED-6FBC8FFF9078}" presName="sibTrans" presStyleLbl="sibTrans1D1" presStyleIdx="18" presStyleCnt="32" custScaleX="2000000" custScaleY="2000000"/>
      <dgm:spPr/>
      <dgm:t>
        <a:bodyPr/>
        <a:lstStyle/>
        <a:p>
          <a:endParaRPr lang="en-US"/>
        </a:p>
      </dgm:t>
    </dgm:pt>
    <dgm:pt modelId="{FD352E1F-0C68-49D5-B0E2-54376D4F934A}" type="pres">
      <dgm:prSet presAssocID="{A69216B9-B887-4EAA-9118-9814BCE4A626}" presName="node" presStyleLbl="node1" presStyleIdx="1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C5354E-3415-46FB-ADB3-32C666B3BC89}" type="pres">
      <dgm:prSet presAssocID="{A69216B9-B887-4EAA-9118-9814BCE4A626}" presName="spNode" presStyleCnt="0"/>
      <dgm:spPr/>
    </dgm:pt>
    <dgm:pt modelId="{F4BCE455-286B-4204-B5F1-B8A634EE86AA}" type="pres">
      <dgm:prSet presAssocID="{EC947020-A574-4203-9CD7-6728E8A1F218}" presName="sibTrans" presStyleLbl="sibTrans1D1" presStyleIdx="19" presStyleCnt="32" custScaleX="2000000" custScaleY="2000000"/>
      <dgm:spPr/>
      <dgm:t>
        <a:bodyPr/>
        <a:lstStyle/>
        <a:p>
          <a:endParaRPr lang="en-US"/>
        </a:p>
      </dgm:t>
    </dgm:pt>
    <dgm:pt modelId="{C78ECE81-A2B2-47AC-8CB7-A602A09D7084}" type="pres">
      <dgm:prSet presAssocID="{76B5D27C-739F-4BE1-BB49-1559BF61D55D}" presName="node" presStyleLbl="node1" presStyleIdx="2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56EB1A-D3E6-4B49-8BAB-D14453A9BB73}" type="pres">
      <dgm:prSet presAssocID="{76B5D27C-739F-4BE1-BB49-1559BF61D55D}" presName="spNode" presStyleCnt="0"/>
      <dgm:spPr/>
    </dgm:pt>
    <dgm:pt modelId="{E5C3F0BA-DB69-495D-9DEA-D13C90EA3630}" type="pres">
      <dgm:prSet presAssocID="{C55123D5-8763-48CB-8093-D52598355663}" presName="sibTrans" presStyleLbl="sibTrans1D1" presStyleIdx="20" presStyleCnt="32" custScaleX="2000000" custScaleY="2000000"/>
      <dgm:spPr/>
      <dgm:t>
        <a:bodyPr/>
        <a:lstStyle/>
        <a:p>
          <a:endParaRPr lang="en-US"/>
        </a:p>
      </dgm:t>
    </dgm:pt>
    <dgm:pt modelId="{43DDAB27-C0DF-44FA-802A-67BF1D0F81B4}" type="pres">
      <dgm:prSet presAssocID="{35385F59-FD3A-4E0E-806D-0D171FD73B60}" presName="node" presStyleLbl="node1" presStyleIdx="2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07BEE8-98F3-4383-8C3D-272C0DCA3135}" type="pres">
      <dgm:prSet presAssocID="{35385F59-FD3A-4E0E-806D-0D171FD73B60}" presName="spNode" presStyleCnt="0"/>
      <dgm:spPr/>
    </dgm:pt>
    <dgm:pt modelId="{4564EECB-4F9B-4DE6-A4A8-79CB80D711FC}" type="pres">
      <dgm:prSet presAssocID="{6D67EEEA-04ED-4D88-A526-8907150BA8B9}" presName="sibTrans" presStyleLbl="sibTrans1D1" presStyleIdx="21" presStyleCnt="32" custScaleX="2000000" custScaleY="2000000"/>
      <dgm:spPr/>
      <dgm:t>
        <a:bodyPr/>
        <a:lstStyle/>
        <a:p>
          <a:endParaRPr lang="en-US"/>
        </a:p>
      </dgm:t>
    </dgm:pt>
    <dgm:pt modelId="{E7B2F824-C131-4F6E-BF3B-11B8D84C3259}" type="pres">
      <dgm:prSet presAssocID="{4386FCAA-717C-484A-8040-46E0C7874DC0}" presName="node" presStyleLbl="node1" presStyleIdx="2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E160C9-3944-49D9-A382-EDFD6F07F2AF}" type="pres">
      <dgm:prSet presAssocID="{4386FCAA-717C-484A-8040-46E0C7874DC0}" presName="spNode" presStyleCnt="0"/>
      <dgm:spPr/>
    </dgm:pt>
    <dgm:pt modelId="{F221C969-D840-4207-AD08-C8DF473E761E}" type="pres">
      <dgm:prSet presAssocID="{1D060F47-F191-4433-AAC1-B798E8CB1418}" presName="sibTrans" presStyleLbl="sibTrans1D1" presStyleIdx="22" presStyleCnt="32" custScaleX="2000000" custScaleY="2000000"/>
      <dgm:spPr/>
      <dgm:t>
        <a:bodyPr/>
        <a:lstStyle/>
        <a:p>
          <a:endParaRPr lang="en-US"/>
        </a:p>
      </dgm:t>
    </dgm:pt>
    <dgm:pt modelId="{CFCF3D4C-32A1-4968-B438-404BD7D6114A}" type="pres">
      <dgm:prSet presAssocID="{BB217A16-9AF2-4D4B-B615-1E19EDAD0C53}" presName="node" presStyleLbl="node1" presStyleIdx="2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31A5A7-B87C-4299-8B1F-207925CD4C27}" type="pres">
      <dgm:prSet presAssocID="{BB217A16-9AF2-4D4B-B615-1E19EDAD0C53}" presName="spNode" presStyleCnt="0"/>
      <dgm:spPr/>
    </dgm:pt>
    <dgm:pt modelId="{21A7A6A5-C6D1-4211-8A8E-22C0ECD96F49}" type="pres">
      <dgm:prSet presAssocID="{C0983ED0-8E1A-4C36-9B3F-D751B585C5F1}" presName="sibTrans" presStyleLbl="sibTrans1D1" presStyleIdx="23" presStyleCnt="32" custScaleX="2000000" custScaleY="2000000"/>
      <dgm:spPr/>
      <dgm:t>
        <a:bodyPr/>
        <a:lstStyle/>
        <a:p>
          <a:endParaRPr lang="en-US"/>
        </a:p>
      </dgm:t>
    </dgm:pt>
    <dgm:pt modelId="{991A4C05-42A7-4815-BBC2-046FF52DA966}" type="pres">
      <dgm:prSet presAssocID="{79F5EE38-222D-4BAC-ABC2-B06CAE63135B}" presName="node" presStyleLbl="node1" presStyleIdx="2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D292EF-B75E-4B66-9CEA-DD3FDDF0A21E}" type="pres">
      <dgm:prSet presAssocID="{79F5EE38-222D-4BAC-ABC2-B06CAE63135B}" presName="spNode" presStyleCnt="0"/>
      <dgm:spPr/>
    </dgm:pt>
    <dgm:pt modelId="{F56FC7F1-C52A-48DE-AD95-4D744553B23F}" type="pres">
      <dgm:prSet presAssocID="{6C9FBB1A-9ABC-41ED-8500-19720D0A6187}" presName="sibTrans" presStyleLbl="sibTrans1D1" presStyleIdx="24" presStyleCnt="32" custScaleX="2000000" custScaleY="2000000"/>
      <dgm:spPr/>
      <dgm:t>
        <a:bodyPr/>
        <a:lstStyle/>
        <a:p>
          <a:endParaRPr lang="en-US"/>
        </a:p>
      </dgm:t>
    </dgm:pt>
    <dgm:pt modelId="{9FC84676-4902-4A78-9386-9F053440A259}" type="pres">
      <dgm:prSet presAssocID="{49E309A8-4ACE-4E24-9468-1B63E3F6A1C8}" presName="node" presStyleLbl="node1" presStyleIdx="2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DB1E6E-FCB9-4EA8-A0AA-8C3DCE7A8970}" type="pres">
      <dgm:prSet presAssocID="{49E309A8-4ACE-4E24-9468-1B63E3F6A1C8}" presName="spNode" presStyleCnt="0"/>
      <dgm:spPr/>
    </dgm:pt>
    <dgm:pt modelId="{D6FF76DD-C30F-4EB0-8FCF-74271CBF245A}" type="pres">
      <dgm:prSet presAssocID="{7115A82F-A0CA-47E6-9A40-2F50E0CCCA35}" presName="sibTrans" presStyleLbl="sibTrans1D1" presStyleIdx="25" presStyleCnt="32" custScaleX="2000000" custScaleY="2000000"/>
      <dgm:spPr/>
      <dgm:t>
        <a:bodyPr/>
        <a:lstStyle/>
        <a:p>
          <a:endParaRPr lang="en-US"/>
        </a:p>
      </dgm:t>
    </dgm:pt>
    <dgm:pt modelId="{BB6CD61F-322C-4EEA-85CC-48F3CC9DA29B}" type="pres">
      <dgm:prSet presAssocID="{D02FAA77-956C-45D2-8464-ED2559956DD2}" presName="node" presStyleLbl="node1" presStyleIdx="2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AD30FD-571A-4F8C-8E69-85180761E85D}" type="pres">
      <dgm:prSet presAssocID="{D02FAA77-956C-45D2-8464-ED2559956DD2}" presName="spNode" presStyleCnt="0"/>
      <dgm:spPr/>
    </dgm:pt>
    <dgm:pt modelId="{F9A0D072-B17C-43D0-9A88-104CAF700717}" type="pres">
      <dgm:prSet presAssocID="{AC94AC6E-FC58-470F-95C8-F928ABB93594}" presName="sibTrans" presStyleLbl="sibTrans1D1" presStyleIdx="26" presStyleCnt="32" custScaleX="2000000" custScaleY="2000000"/>
      <dgm:spPr/>
      <dgm:t>
        <a:bodyPr/>
        <a:lstStyle/>
        <a:p>
          <a:endParaRPr lang="en-US"/>
        </a:p>
      </dgm:t>
    </dgm:pt>
    <dgm:pt modelId="{98BE2733-5EA3-4FB9-B572-1CE18B1FAD50}" type="pres">
      <dgm:prSet presAssocID="{BA2EC476-731E-4903-8F01-CC5FC637BFFF}" presName="node" presStyleLbl="node1" presStyleIdx="2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1E8F09-86AE-4903-9E8B-058B849FCB04}" type="pres">
      <dgm:prSet presAssocID="{BA2EC476-731E-4903-8F01-CC5FC637BFFF}" presName="spNode" presStyleCnt="0"/>
      <dgm:spPr/>
    </dgm:pt>
    <dgm:pt modelId="{7F89DABF-7369-48F0-8963-A2942746E850}" type="pres">
      <dgm:prSet presAssocID="{C81C93CF-4ABC-443A-B46F-7B67B7A103B0}" presName="sibTrans" presStyleLbl="sibTrans1D1" presStyleIdx="27" presStyleCnt="32" custScaleX="2000000" custScaleY="2000000"/>
      <dgm:spPr/>
      <dgm:t>
        <a:bodyPr/>
        <a:lstStyle/>
        <a:p>
          <a:endParaRPr lang="en-US"/>
        </a:p>
      </dgm:t>
    </dgm:pt>
    <dgm:pt modelId="{CD308359-DDF9-4556-B21D-E2264F4EE573}" type="pres">
      <dgm:prSet presAssocID="{48A59AEC-96FC-49B4-88EA-A3EB39384894}" presName="node" presStyleLbl="node1" presStyleIdx="2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8E9D9-3C8D-4C82-BD13-F54DE66BCE27}" type="pres">
      <dgm:prSet presAssocID="{48A59AEC-96FC-49B4-88EA-A3EB39384894}" presName="spNode" presStyleCnt="0"/>
      <dgm:spPr/>
    </dgm:pt>
    <dgm:pt modelId="{81F2DA4D-EFC8-4AA8-9C5F-683BBAC275F5}" type="pres">
      <dgm:prSet presAssocID="{B7A4C8FA-340E-486F-81D8-FF544AB43A4E}" presName="sibTrans" presStyleLbl="sibTrans1D1" presStyleIdx="28" presStyleCnt="32" custScaleX="2000000" custScaleY="2000000"/>
      <dgm:spPr/>
      <dgm:t>
        <a:bodyPr/>
        <a:lstStyle/>
        <a:p>
          <a:endParaRPr lang="en-US"/>
        </a:p>
      </dgm:t>
    </dgm:pt>
    <dgm:pt modelId="{9AC4915E-252C-49E2-84A8-90A6E8385642}" type="pres">
      <dgm:prSet presAssocID="{0C32458D-E832-48BB-9259-B17D8D2F155B}" presName="node" presStyleLbl="node1" presStyleIdx="2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DC71D3-7FED-47C0-AFD0-4EAC0EA8659A}" type="pres">
      <dgm:prSet presAssocID="{0C32458D-E832-48BB-9259-B17D8D2F155B}" presName="spNode" presStyleCnt="0"/>
      <dgm:spPr/>
    </dgm:pt>
    <dgm:pt modelId="{10B85967-A5CA-441C-B74B-8FD7919CBCCC}" type="pres">
      <dgm:prSet presAssocID="{DF88F8CF-9279-4F9F-A099-1B4E96148323}" presName="sibTrans" presStyleLbl="sibTrans1D1" presStyleIdx="29" presStyleCnt="32" custScaleX="2000000" custScaleY="2000000"/>
      <dgm:spPr/>
      <dgm:t>
        <a:bodyPr/>
        <a:lstStyle/>
        <a:p>
          <a:endParaRPr lang="en-US"/>
        </a:p>
      </dgm:t>
    </dgm:pt>
    <dgm:pt modelId="{F724F2BE-3492-48DF-BEB0-18E86EC3383D}" type="pres">
      <dgm:prSet presAssocID="{553BEC81-A978-430C-80DA-1DF185989AAF}" presName="node" presStyleLbl="node1" presStyleIdx="3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3A32DE-60CE-418E-8DBF-72B8A707C45D}" type="pres">
      <dgm:prSet presAssocID="{553BEC81-A978-430C-80DA-1DF185989AAF}" presName="spNode" presStyleCnt="0"/>
      <dgm:spPr/>
    </dgm:pt>
    <dgm:pt modelId="{D385CF75-2DC0-41B5-94A8-CB366CF3094B}" type="pres">
      <dgm:prSet presAssocID="{E48A52DD-C72D-4935-A10C-8179C47FCC6E}" presName="sibTrans" presStyleLbl="sibTrans1D1" presStyleIdx="30" presStyleCnt="32" custScaleX="2000000" custScaleY="2000000"/>
      <dgm:spPr/>
      <dgm:t>
        <a:bodyPr/>
        <a:lstStyle/>
        <a:p>
          <a:endParaRPr lang="en-US"/>
        </a:p>
      </dgm:t>
    </dgm:pt>
    <dgm:pt modelId="{503B42BA-B449-428B-A7CE-2DFEE7DEF4F0}" type="pres">
      <dgm:prSet presAssocID="{E4888B1B-2BE2-4790-B9ED-71F3187B9F21}" presName="node" presStyleLbl="node1" presStyleIdx="3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256912-B98B-4477-9DD1-348D614FCC59}" type="pres">
      <dgm:prSet presAssocID="{E4888B1B-2BE2-4790-B9ED-71F3187B9F21}" presName="spNode" presStyleCnt="0"/>
      <dgm:spPr/>
    </dgm:pt>
    <dgm:pt modelId="{5CFB3FD2-2DF6-4205-823E-F0FEC3D98719}" type="pres">
      <dgm:prSet presAssocID="{E1A72A0C-6E1A-4616-AA17-2E6AC02A1850}" presName="sibTrans" presStyleLbl="sibTrans1D1" presStyleIdx="31" presStyleCnt="32" custScaleX="2000000" custScaleY="2000000"/>
      <dgm:spPr/>
      <dgm:t>
        <a:bodyPr/>
        <a:lstStyle/>
        <a:p>
          <a:endParaRPr lang="en-US"/>
        </a:p>
      </dgm:t>
    </dgm:pt>
  </dgm:ptLst>
  <dgm:cxnLst>
    <dgm:cxn modelId="{1C8EE589-AC03-49F2-A2D1-C4BF523487EA}" type="presOf" srcId="{BAB1302C-DD81-4AE2-A8FB-5C6A8E8133E8}" destId="{FADD2792-6893-42FB-A020-33C72A283A6C}" srcOrd="0" destOrd="0" presId="urn:microsoft.com/office/officeart/2005/8/layout/cycle6"/>
    <dgm:cxn modelId="{A5673240-A7A0-4C75-AF7F-76872237542D}" type="presOf" srcId="{3D64D77A-FD09-4D3C-876D-C0CB137E62CD}" destId="{B309ED74-66A5-480C-86D1-D4E840F406AC}" srcOrd="0" destOrd="0" presId="urn:microsoft.com/office/officeart/2005/8/layout/cycle6"/>
    <dgm:cxn modelId="{DF957976-D11B-460A-B989-228A49199820}" type="presOf" srcId="{910D43BF-2E12-4265-8F31-790375B138D8}" destId="{0CA37BE1-2CF9-468E-BFF7-47A995E3BB08}" srcOrd="0" destOrd="0" presId="urn:microsoft.com/office/officeart/2005/8/layout/cycle6"/>
    <dgm:cxn modelId="{3C44FFAF-1896-452C-8985-29D223EA1079}" type="presOf" srcId="{4386FCAA-717C-484A-8040-46E0C7874DC0}" destId="{E7B2F824-C131-4F6E-BF3B-11B8D84C3259}" srcOrd="0" destOrd="0" presId="urn:microsoft.com/office/officeart/2005/8/layout/cycle6"/>
    <dgm:cxn modelId="{2B02FA81-98FA-40B9-8FB4-3AB4A398B4E5}" type="presOf" srcId="{9281F980-DBAB-4458-BA3E-080893361045}" destId="{27377A35-5C63-4153-A1CA-D07A81FEBED6}" srcOrd="0" destOrd="0" presId="urn:microsoft.com/office/officeart/2005/8/layout/cycle6"/>
    <dgm:cxn modelId="{E7C3916F-49ED-4C9E-AEAD-1BF7ED97504C}" type="presOf" srcId="{E4888B1B-2BE2-4790-B9ED-71F3187B9F21}" destId="{503B42BA-B449-428B-A7CE-2DFEE7DEF4F0}" srcOrd="0" destOrd="0" presId="urn:microsoft.com/office/officeart/2005/8/layout/cycle6"/>
    <dgm:cxn modelId="{16A34594-33A6-4493-BA23-38BF5100BDF4}" srcId="{B3F6A2BA-40B6-4187-AFF8-F8F9AF80E7F9}" destId="{4386FCAA-717C-484A-8040-46E0C7874DC0}" srcOrd="22" destOrd="0" parTransId="{7B2FE6D5-2676-445F-AC55-28FB452BBC94}" sibTransId="{1D060F47-F191-4433-AAC1-B798E8CB1418}"/>
    <dgm:cxn modelId="{A179CAC5-D84A-4503-9AFA-5893923B855C}" type="presOf" srcId="{E18762FF-2354-4F30-90ED-6FBC8FFF9078}" destId="{B9DC5B5E-81C6-4A00-AD4E-BE0007B91F2F}" srcOrd="0" destOrd="0" presId="urn:microsoft.com/office/officeart/2005/8/layout/cycle6"/>
    <dgm:cxn modelId="{3F1F5185-9653-4538-BE03-623507DBDEB8}" type="presOf" srcId="{3515389E-A2D9-4A91-A416-D06FB2BCF4D7}" destId="{A95F9BD2-8E6C-4D20-A2D9-24C989631FAC}" srcOrd="0" destOrd="0" presId="urn:microsoft.com/office/officeart/2005/8/layout/cycle6"/>
    <dgm:cxn modelId="{6C61AA03-0646-44DE-A837-8F6508E1572C}" type="presOf" srcId="{EE9F8E24-F686-4CD7-B40D-889B181D327C}" destId="{C75F3799-6FE1-44D4-94E5-D0323DD9642D}" srcOrd="0" destOrd="0" presId="urn:microsoft.com/office/officeart/2005/8/layout/cycle6"/>
    <dgm:cxn modelId="{AE8657AA-F2FF-4D09-82EC-70AFDB5022FC}" type="presOf" srcId="{EE1F149E-F983-420A-AE26-0CA291A969CC}" destId="{508270A1-9056-4B9A-B0BC-2D3B1299FC58}" srcOrd="0" destOrd="0" presId="urn:microsoft.com/office/officeart/2005/8/layout/cycle6"/>
    <dgm:cxn modelId="{386CD1DE-462E-4312-8EB9-4FC603438669}" type="presOf" srcId="{B3F6A2BA-40B6-4187-AFF8-F8F9AF80E7F9}" destId="{EFAE7302-6632-4D60-A96D-23F394241DE4}" srcOrd="0" destOrd="0" presId="urn:microsoft.com/office/officeart/2005/8/layout/cycle6"/>
    <dgm:cxn modelId="{F506E86B-8150-47A3-B191-82DF382E8CD4}" srcId="{B3F6A2BA-40B6-4187-AFF8-F8F9AF80E7F9}" destId="{0F1EED64-1422-4916-86A1-6EC539D1088A}" srcOrd="3" destOrd="0" parTransId="{A31802B4-E52B-4F45-9C81-62E72A979B4E}" sibTransId="{C682A7C4-7A1C-44E3-9B83-DF842E56DA03}"/>
    <dgm:cxn modelId="{B17AB18C-E71D-43D6-9BAF-8D038E8AE9D4}" type="presOf" srcId="{48A59AEC-96FC-49B4-88EA-A3EB39384894}" destId="{CD308359-DDF9-4556-B21D-E2264F4EE573}" srcOrd="0" destOrd="0" presId="urn:microsoft.com/office/officeart/2005/8/layout/cycle6"/>
    <dgm:cxn modelId="{6C05350F-B991-4F58-97D1-AE4044723B42}" srcId="{B3F6A2BA-40B6-4187-AFF8-F8F9AF80E7F9}" destId="{CB7A3099-1224-4ECB-902C-396EC7BA7968}" srcOrd="0" destOrd="0" parTransId="{46544552-34FE-49BE-BA33-CC66D1619F8A}" sibTransId="{50D7F308-47D9-4906-97CC-2D84909FC247}"/>
    <dgm:cxn modelId="{5E49024D-87E8-4D78-A21A-C3486B6C02D7}" type="presOf" srcId="{5F59E52A-EEFC-4001-A3E3-1E6D1568133C}" destId="{68E8B125-993D-469E-AA0B-682C870C8CE0}" srcOrd="0" destOrd="0" presId="urn:microsoft.com/office/officeart/2005/8/layout/cycle6"/>
    <dgm:cxn modelId="{1930D50E-D92E-4107-B01A-44265EC00184}" srcId="{B3F6A2BA-40B6-4187-AFF8-F8F9AF80E7F9}" destId="{76B5D27C-739F-4BE1-BB49-1559BF61D55D}" srcOrd="20" destOrd="0" parTransId="{2119873A-C3A9-416C-A97E-7FBD1FC98807}" sibTransId="{C55123D5-8763-48CB-8093-D52598355663}"/>
    <dgm:cxn modelId="{A08192A4-B9FA-4746-8DD3-622C5B983C89}" type="presOf" srcId="{939662E8-1580-40AE-9B6C-323E8300E63E}" destId="{75C04093-B402-44E4-A02F-D9D20B3CFE9D}" srcOrd="0" destOrd="0" presId="urn:microsoft.com/office/officeart/2005/8/layout/cycle6"/>
    <dgm:cxn modelId="{3D4E97EA-89D6-4F69-8109-635B0AF236FD}" srcId="{B3F6A2BA-40B6-4187-AFF8-F8F9AF80E7F9}" destId="{A895021A-1FC9-40D9-9A23-C05D673066F3}" srcOrd="10" destOrd="0" parTransId="{ED7432BF-B985-48B1-B8F2-801A42157DE6}" sibTransId="{C63CE439-C9A4-437A-AA24-C2B1C4D3EC13}"/>
    <dgm:cxn modelId="{9751F274-5EE9-4DEF-9205-CAB8BEE9F26A}" srcId="{B3F6A2BA-40B6-4187-AFF8-F8F9AF80E7F9}" destId="{D02FAA77-956C-45D2-8464-ED2559956DD2}" srcOrd="26" destOrd="0" parTransId="{C79E506C-53D3-4E39-8681-67DEA5CADD14}" sibTransId="{AC94AC6E-FC58-470F-95C8-F928ABB93594}"/>
    <dgm:cxn modelId="{62A51DCE-BD5B-4EBC-9E72-34A61CBDD820}" type="presOf" srcId="{AC94AC6E-FC58-470F-95C8-F928ABB93594}" destId="{F9A0D072-B17C-43D0-9A88-104CAF700717}" srcOrd="0" destOrd="0" presId="urn:microsoft.com/office/officeart/2005/8/layout/cycle6"/>
    <dgm:cxn modelId="{E18D5F2C-C8E0-4F21-9CB6-529B8B1D644B}" type="presOf" srcId="{DB1B9677-421A-4935-8C22-9192CE87F0FF}" destId="{C10433AE-724D-434E-B55F-F8FBA5E6691B}" srcOrd="0" destOrd="0" presId="urn:microsoft.com/office/officeart/2005/8/layout/cycle6"/>
    <dgm:cxn modelId="{45885190-3B8C-4AA7-82DA-C26088868DB1}" type="presOf" srcId="{E1A72A0C-6E1A-4616-AA17-2E6AC02A1850}" destId="{5CFB3FD2-2DF6-4205-823E-F0FEC3D98719}" srcOrd="0" destOrd="0" presId="urn:microsoft.com/office/officeart/2005/8/layout/cycle6"/>
    <dgm:cxn modelId="{FDF3A64F-E89F-4829-8FE2-A73347F69630}" type="presOf" srcId="{83672DD1-994D-4D7A-9A37-481E9664950D}" destId="{1DFE6595-7230-483C-9D32-BFCA9CE92D85}" srcOrd="0" destOrd="0" presId="urn:microsoft.com/office/officeart/2005/8/layout/cycle6"/>
    <dgm:cxn modelId="{15ADAD18-E892-4A22-8084-DB54DC93ACD6}" type="presOf" srcId="{6C9FBB1A-9ABC-41ED-8500-19720D0A6187}" destId="{F56FC7F1-C52A-48DE-AD95-4D744553B23F}" srcOrd="0" destOrd="0" presId="urn:microsoft.com/office/officeart/2005/8/layout/cycle6"/>
    <dgm:cxn modelId="{3E023938-B388-40AB-A0DF-36BB488AFB20}" type="presOf" srcId="{BA2EC476-731E-4903-8F01-CC5FC637BFFF}" destId="{98BE2733-5EA3-4FB9-B572-1CE18B1FAD50}" srcOrd="0" destOrd="0" presId="urn:microsoft.com/office/officeart/2005/8/layout/cycle6"/>
    <dgm:cxn modelId="{E2195F16-070F-4226-9817-3D1FD331039F}" type="presOf" srcId="{868767A5-C3E4-4645-9C8D-69D5627043D3}" destId="{FCDBC8B2-A072-489D-B135-4F76C90ABB73}" srcOrd="0" destOrd="0" presId="urn:microsoft.com/office/officeart/2005/8/layout/cycle6"/>
    <dgm:cxn modelId="{88623BD7-0B78-4848-B319-4C616239BAB7}" srcId="{B3F6A2BA-40B6-4187-AFF8-F8F9AF80E7F9}" destId="{83672DD1-994D-4D7A-9A37-481E9664950D}" srcOrd="16" destOrd="0" parTransId="{DDC0B2F7-016B-4613-8A55-5AA6A2FDE60C}" sibTransId="{B40BDC04-4CE6-4D7E-9F97-0E08939E39C6}"/>
    <dgm:cxn modelId="{4B4696D0-8C02-4A78-99A5-8CF997CA24B6}" type="presOf" srcId="{A69216B9-B887-4EAA-9118-9814BCE4A626}" destId="{FD352E1F-0C68-49D5-B0E2-54376D4F934A}" srcOrd="0" destOrd="0" presId="urn:microsoft.com/office/officeart/2005/8/layout/cycle6"/>
    <dgm:cxn modelId="{D30E7CF0-5B4B-40D3-96D0-383F887793FD}" srcId="{B3F6A2BA-40B6-4187-AFF8-F8F9AF80E7F9}" destId="{868767A5-C3E4-4645-9C8D-69D5627043D3}" srcOrd="8" destOrd="0" parTransId="{09A882C0-93B2-4C56-BE95-EDAAA5B0FF47}" sibTransId="{BE0F9672-9967-4BB3-945A-82902934D4C9}"/>
    <dgm:cxn modelId="{0728B176-AFEE-4AC7-BE87-2EFCA05A90AA}" type="presOf" srcId="{35385F59-FD3A-4E0E-806D-0D171FD73B60}" destId="{43DDAB27-C0DF-44FA-802A-67BF1D0F81B4}" srcOrd="0" destOrd="0" presId="urn:microsoft.com/office/officeart/2005/8/layout/cycle6"/>
    <dgm:cxn modelId="{2B0C2473-87E7-48BE-998A-10DAFA3D74A4}" type="presOf" srcId="{6D67EEEA-04ED-4D88-A526-8907150BA8B9}" destId="{4564EECB-4F9B-4DE6-A4A8-79CB80D711FC}" srcOrd="0" destOrd="0" presId="urn:microsoft.com/office/officeart/2005/8/layout/cycle6"/>
    <dgm:cxn modelId="{9546C045-C4C2-4C71-84A9-8821CE74D4A7}" srcId="{B3F6A2BA-40B6-4187-AFF8-F8F9AF80E7F9}" destId="{5625A0BA-3784-45B6-97EC-2096A47B399F}" srcOrd="6" destOrd="0" parTransId="{51144210-2446-443F-A25F-970665996710}" sibTransId="{A6D5980C-35E2-4AB0-8246-6AAB28C06B23}"/>
    <dgm:cxn modelId="{C5397FFA-C22D-4D07-9CA3-45982B05F136}" type="presOf" srcId="{BB5988A9-792F-4F35-BF7A-F0D97FB3530B}" destId="{C1FBA839-DD16-4EA3-AA23-4F09E108C25C}" srcOrd="0" destOrd="0" presId="urn:microsoft.com/office/officeart/2005/8/layout/cycle6"/>
    <dgm:cxn modelId="{E4A6BC44-AE44-4BA5-B6D3-1BCE6AE0F149}" srcId="{B3F6A2BA-40B6-4187-AFF8-F8F9AF80E7F9}" destId="{48A59AEC-96FC-49B4-88EA-A3EB39384894}" srcOrd="28" destOrd="0" parTransId="{C44A88B5-B9C3-46DA-9DED-FD4A07327DFA}" sibTransId="{B7A4C8FA-340E-486F-81D8-FF544AB43A4E}"/>
    <dgm:cxn modelId="{96F1B98B-C238-4CA6-B492-7EFF180F8FC3}" type="presOf" srcId="{AA774F68-286C-419B-8B7D-02F83155FDF4}" destId="{3E6F2280-A61F-493F-991B-F51BCDF11010}" srcOrd="0" destOrd="0" presId="urn:microsoft.com/office/officeart/2005/8/layout/cycle6"/>
    <dgm:cxn modelId="{B886989A-3A26-4AF3-AC80-5D4B322FEC82}" type="presOf" srcId="{C63CE439-C9A4-437A-AA24-C2B1C4D3EC13}" destId="{39826E2A-859D-4D09-B02A-05287C251E70}" srcOrd="0" destOrd="0" presId="urn:microsoft.com/office/officeart/2005/8/layout/cycle6"/>
    <dgm:cxn modelId="{228F83B3-880E-41D9-A76C-B96C76058746}" type="presOf" srcId="{D02FAA77-956C-45D2-8464-ED2559956DD2}" destId="{BB6CD61F-322C-4EEA-85CC-48F3CC9DA29B}" srcOrd="0" destOrd="0" presId="urn:microsoft.com/office/officeart/2005/8/layout/cycle6"/>
    <dgm:cxn modelId="{06068D97-ACE7-445F-9740-6A5B6DEE3844}" type="presOf" srcId="{3FDD498B-C338-4F3C-9707-6A31F5EB9217}" destId="{0186EB4D-19E9-40A6-9853-FE75E1F1C601}" srcOrd="0" destOrd="0" presId="urn:microsoft.com/office/officeart/2005/8/layout/cycle6"/>
    <dgm:cxn modelId="{DB425484-3C68-448B-BA85-E369A5794BAF}" type="presOf" srcId="{0F1EED64-1422-4916-86A1-6EC539D1088A}" destId="{47D8252C-7210-4124-986D-C5A27EC7BB38}" srcOrd="0" destOrd="0" presId="urn:microsoft.com/office/officeart/2005/8/layout/cycle6"/>
    <dgm:cxn modelId="{4A0CB42A-B3CF-4AC1-9A25-E7B427DB9DE2}" type="presOf" srcId="{BB217A16-9AF2-4D4B-B615-1E19EDAD0C53}" destId="{CFCF3D4C-32A1-4968-B438-404BD7D6114A}" srcOrd="0" destOrd="0" presId="urn:microsoft.com/office/officeart/2005/8/layout/cycle6"/>
    <dgm:cxn modelId="{DC4FAAD4-099A-49BB-A9EC-057686C3050B}" type="presOf" srcId="{1D060F47-F191-4433-AAC1-B798E8CB1418}" destId="{F221C969-D840-4207-AD08-C8DF473E761E}" srcOrd="0" destOrd="0" presId="urn:microsoft.com/office/officeart/2005/8/layout/cycle6"/>
    <dgm:cxn modelId="{3B2FE458-AB64-4F12-89D9-8EF7D8E32742}" type="presOf" srcId="{DF88F8CF-9279-4F9F-A099-1B4E96148323}" destId="{10B85967-A5CA-441C-B74B-8FD7919CBCCC}" srcOrd="0" destOrd="0" presId="urn:microsoft.com/office/officeart/2005/8/layout/cycle6"/>
    <dgm:cxn modelId="{CB037691-2589-4186-9533-96EF20E66772}" type="presOf" srcId="{8BCD7E9B-E908-4EDF-8514-EDD1DB17AEBC}" destId="{6361BE26-1613-4254-AAB5-23BC794B38F0}" srcOrd="0" destOrd="0" presId="urn:microsoft.com/office/officeart/2005/8/layout/cycle6"/>
    <dgm:cxn modelId="{29A30ADC-A6BC-435E-945B-0D4B92AD8430}" srcId="{B3F6A2BA-40B6-4187-AFF8-F8F9AF80E7F9}" destId="{CF291975-5B89-42C1-A954-78B0363C5805}" srcOrd="2" destOrd="0" parTransId="{F3DC7968-B68E-4A83-B115-D21E76300FFF}" sibTransId="{BB5988A9-792F-4F35-BF7A-F0D97FB3530B}"/>
    <dgm:cxn modelId="{0ED10D25-2B43-4953-84C0-C0E9E9235DCD}" srcId="{B3F6A2BA-40B6-4187-AFF8-F8F9AF80E7F9}" destId="{EA111F39-A024-4AB2-977C-8988D99FEE4B}" srcOrd="4" destOrd="0" parTransId="{677D4B4F-F54C-408A-B8A9-FB080E0A8B92}" sibTransId="{AA774F68-286C-419B-8B7D-02F83155FDF4}"/>
    <dgm:cxn modelId="{1A792AAE-2086-4C09-9299-F978E6D076E1}" srcId="{B3F6A2BA-40B6-4187-AFF8-F8F9AF80E7F9}" destId="{DB1B9677-421A-4935-8C22-9192CE87F0FF}" srcOrd="13" destOrd="0" parTransId="{C1DA78D6-0CE1-41A2-A0EE-D8D11B345670}" sibTransId="{8BCD7E9B-E908-4EDF-8514-EDD1DB17AEBC}"/>
    <dgm:cxn modelId="{CF1699DC-9709-422D-BDEE-7A159EC65800}" type="presOf" srcId="{B40BDC04-4CE6-4D7E-9F97-0E08939E39C6}" destId="{F136BB06-5C60-4B50-98D8-C6FCDB3F7F8E}" srcOrd="0" destOrd="0" presId="urn:microsoft.com/office/officeart/2005/8/layout/cycle6"/>
    <dgm:cxn modelId="{0C29EC76-D4AC-4DC4-9D40-265DA37EAA2C}" srcId="{B3F6A2BA-40B6-4187-AFF8-F8F9AF80E7F9}" destId="{79F5EE38-222D-4BAC-ABC2-B06CAE63135B}" srcOrd="24" destOrd="0" parTransId="{3ADBA506-0986-4716-88E4-2981DF0CE09F}" sibTransId="{6C9FBB1A-9ABC-41ED-8500-19720D0A6187}"/>
    <dgm:cxn modelId="{B031B9B1-6F2C-4125-AEEA-B0859B8F7608}" type="presOf" srcId="{BE0F9672-9967-4BB3-945A-82902934D4C9}" destId="{BBF115A0-E49F-481D-B9B9-7781A7700C68}" srcOrd="0" destOrd="0" presId="urn:microsoft.com/office/officeart/2005/8/layout/cycle6"/>
    <dgm:cxn modelId="{5BFFEC59-B2C8-4B26-BE36-ED3020164F78}" type="presOf" srcId="{49E309A8-4ACE-4E24-9468-1B63E3F6A1C8}" destId="{9FC84676-4902-4A78-9386-9F053440A259}" srcOrd="0" destOrd="0" presId="urn:microsoft.com/office/officeart/2005/8/layout/cycle6"/>
    <dgm:cxn modelId="{ABBC05BA-C41F-454B-8537-7E05DA0F7FAC}" type="presOf" srcId="{553BEC81-A978-430C-80DA-1DF185989AAF}" destId="{F724F2BE-3492-48DF-BEB0-18E86EC3383D}" srcOrd="0" destOrd="0" presId="urn:microsoft.com/office/officeart/2005/8/layout/cycle6"/>
    <dgm:cxn modelId="{4F019E50-FFED-488B-8265-12D744DDA2ED}" type="presOf" srcId="{C682A7C4-7A1C-44E3-9B83-DF842E56DA03}" destId="{9A5BE75C-4E4D-435D-8920-9E32832F465D}" srcOrd="0" destOrd="0" presId="urn:microsoft.com/office/officeart/2005/8/layout/cycle6"/>
    <dgm:cxn modelId="{07A50D78-6639-4A33-A74B-7706837DD05D}" srcId="{B3F6A2BA-40B6-4187-AFF8-F8F9AF80E7F9}" destId="{A69216B9-B887-4EAA-9118-9814BCE4A626}" srcOrd="19" destOrd="0" parTransId="{1D5DB990-5536-4125-944D-02ECBBA33DE4}" sibTransId="{EC947020-A574-4203-9CD7-6728E8A1F218}"/>
    <dgm:cxn modelId="{1F774BA2-9135-42D7-A6A7-1C39E6459835}" srcId="{B3F6A2BA-40B6-4187-AFF8-F8F9AF80E7F9}" destId="{9281F980-DBAB-4458-BA3E-080893361045}" srcOrd="9" destOrd="0" parTransId="{FC98046A-08E0-48A4-B812-F4BADECAFB37}" sibTransId="{EE9F8E24-F686-4CD7-B40D-889B181D327C}"/>
    <dgm:cxn modelId="{CA98B5B7-867D-41B4-A452-B4FC72D3A4DD}" srcId="{B3F6A2BA-40B6-4187-AFF8-F8F9AF80E7F9}" destId="{0C32458D-E832-48BB-9259-B17D8D2F155B}" srcOrd="29" destOrd="0" parTransId="{4243369C-ADCF-43E1-B70D-7FEE941604AC}" sibTransId="{DF88F8CF-9279-4F9F-A099-1B4E96148323}"/>
    <dgm:cxn modelId="{71B79866-BEBF-4146-B14D-E9FD8F60BEDA}" type="presOf" srcId="{DF2D58BB-B07E-4427-B0B4-7328C7A546CF}" destId="{53232857-986B-4378-8600-83D67A96D1FC}" srcOrd="0" destOrd="0" presId="urn:microsoft.com/office/officeart/2005/8/layout/cycle6"/>
    <dgm:cxn modelId="{C4D13FB4-0FD1-48FF-AB4B-035F479BA4E7}" srcId="{B3F6A2BA-40B6-4187-AFF8-F8F9AF80E7F9}" destId="{EE1F149E-F983-420A-AE26-0CA291A969CC}" srcOrd="11" destOrd="0" parTransId="{9B36F709-981A-4F1F-96A6-2972426A3A63}" sibTransId="{3FDD498B-C338-4F3C-9707-6A31F5EB9217}"/>
    <dgm:cxn modelId="{7B733615-9B37-4CF7-A98C-85B2BC015E59}" type="presOf" srcId="{C0983ED0-8E1A-4C36-9B3F-D751B585C5F1}" destId="{21A7A6A5-C6D1-4211-8A8E-22C0ECD96F49}" srcOrd="0" destOrd="0" presId="urn:microsoft.com/office/officeart/2005/8/layout/cycle6"/>
    <dgm:cxn modelId="{EB6ADBB4-0A29-4B32-8081-AAD34D282997}" type="presOf" srcId="{A8370C54-57BB-4D77-84F2-21B7BBCB8CD1}" destId="{618D29F1-B27A-4177-81E5-AC40E22B797C}" srcOrd="0" destOrd="0" presId="urn:microsoft.com/office/officeart/2005/8/layout/cycle6"/>
    <dgm:cxn modelId="{0A33A5FA-2B6B-45FA-9114-0D5EF0897C05}" type="presOf" srcId="{EC947020-A574-4203-9CD7-6728E8A1F218}" destId="{F4BCE455-286B-4204-B5F1-B8A634EE86AA}" srcOrd="0" destOrd="0" presId="urn:microsoft.com/office/officeart/2005/8/layout/cycle6"/>
    <dgm:cxn modelId="{1026074B-CC37-4BE4-828F-B18EFD1D274C}" srcId="{B3F6A2BA-40B6-4187-AFF8-F8F9AF80E7F9}" destId="{FB04C0DC-EAE0-413B-AB0C-0534D7083871}" srcOrd="17" destOrd="0" parTransId="{3EEDB1CF-A50E-4C9A-8150-B0451961C9D5}" sibTransId="{5F59E52A-EEFC-4001-A3E3-1E6D1568133C}"/>
    <dgm:cxn modelId="{FE5DE3E6-FC91-4656-85E4-45B335D2DABB}" srcId="{B3F6A2BA-40B6-4187-AFF8-F8F9AF80E7F9}" destId="{553BEC81-A978-430C-80DA-1DF185989AAF}" srcOrd="30" destOrd="0" parTransId="{F967C4E0-84B8-4DD8-94B3-652A70C1E617}" sibTransId="{E48A52DD-C72D-4935-A10C-8179C47FCC6E}"/>
    <dgm:cxn modelId="{083A0BEC-CBED-4D7A-BC8C-63EF85BA5F7F}" type="presOf" srcId="{E48A52DD-C72D-4935-A10C-8179C47FCC6E}" destId="{D385CF75-2DC0-41B5-94A8-CB366CF3094B}" srcOrd="0" destOrd="0" presId="urn:microsoft.com/office/officeart/2005/8/layout/cycle6"/>
    <dgm:cxn modelId="{A4DB2253-9CCE-451E-B417-7730F734AA5F}" type="presOf" srcId="{29F8A4A0-082D-4991-B443-0A8AFA42422B}" destId="{896B2AF0-997F-4A3D-95E9-687AEE393215}" srcOrd="0" destOrd="0" presId="urn:microsoft.com/office/officeart/2005/8/layout/cycle6"/>
    <dgm:cxn modelId="{92B7CF88-19DA-4C68-B48A-56C5D09BD078}" srcId="{B3F6A2BA-40B6-4187-AFF8-F8F9AF80E7F9}" destId="{05255914-D32A-40B4-8C21-212024189328}" srcOrd="1" destOrd="0" parTransId="{739FD09D-8045-4F96-B9E7-D3DCBC8AC11E}" sibTransId="{DF2D58BB-B07E-4427-B0B4-7328C7A546CF}"/>
    <dgm:cxn modelId="{6003E4AB-A389-40EF-B331-F0448724CF8D}" type="presOf" srcId="{FB04C0DC-EAE0-413B-AB0C-0534D7083871}" destId="{2CC1B40C-A928-4D28-85BB-5E0283FC2F77}" srcOrd="0" destOrd="0" presId="urn:microsoft.com/office/officeart/2005/8/layout/cycle6"/>
    <dgm:cxn modelId="{836D7793-7BCC-48C2-95B7-68EADD636C88}" type="presOf" srcId="{122F0F2A-9D73-4F96-9BEF-3D5D0F3739CC}" destId="{76F78CE6-90C8-4B35-9F7E-1F5EB9B22151}" srcOrd="0" destOrd="0" presId="urn:microsoft.com/office/officeart/2005/8/layout/cycle6"/>
    <dgm:cxn modelId="{388C9DB1-6A1A-4E85-8DA6-86E3FFEC7E37}" type="presOf" srcId="{CF291975-5B89-42C1-A954-78B0363C5805}" destId="{B79BDE4E-122F-4949-877A-51460124312E}" srcOrd="0" destOrd="0" presId="urn:microsoft.com/office/officeart/2005/8/layout/cycle6"/>
    <dgm:cxn modelId="{0EB46971-A1B9-4E11-AB96-BC9E25509995}" type="presOf" srcId="{05255914-D32A-40B4-8C21-212024189328}" destId="{0A74DD1F-BEEA-4E1C-A32C-B77C043FA489}" srcOrd="0" destOrd="0" presId="urn:microsoft.com/office/officeart/2005/8/layout/cycle6"/>
    <dgm:cxn modelId="{361C1845-B91F-4C24-B652-323E1165FD8F}" srcId="{B3F6A2BA-40B6-4187-AFF8-F8F9AF80E7F9}" destId="{E4888B1B-2BE2-4790-B9ED-71F3187B9F21}" srcOrd="31" destOrd="0" parTransId="{73C1ADEF-47C9-4674-A811-66907754D373}" sibTransId="{E1A72A0C-6E1A-4616-AA17-2E6AC02A1850}"/>
    <dgm:cxn modelId="{A8A33B63-0352-41D1-9C96-74786D4A7BB3}" type="presOf" srcId="{3EBDEC13-B94B-424C-B6D8-E23828E29484}" destId="{E6415271-4602-49BD-8F77-B2554532B0A0}" srcOrd="0" destOrd="0" presId="urn:microsoft.com/office/officeart/2005/8/layout/cycle6"/>
    <dgm:cxn modelId="{ECEC9BF2-931E-45FD-87B1-306375F5E0A6}" type="presOf" srcId="{A6D5980C-35E2-4AB0-8246-6AAB28C06B23}" destId="{36A25B59-0286-4766-AF4A-4AD99255FB9A}" srcOrd="0" destOrd="0" presId="urn:microsoft.com/office/officeart/2005/8/layout/cycle6"/>
    <dgm:cxn modelId="{9FC3C574-02ED-4232-A01F-9EB4AFF41996}" srcId="{B3F6A2BA-40B6-4187-AFF8-F8F9AF80E7F9}" destId="{35385F59-FD3A-4E0E-806D-0D171FD73B60}" srcOrd="21" destOrd="0" parTransId="{567BD894-944E-4EF2-8D98-51536C8E1C83}" sibTransId="{6D67EEEA-04ED-4D88-A526-8907150BA8B9}"/>
    <dgm:cxn modelId="{4AF0E75B-6319-4E7C-9DDE-758A98913DCA}" type="presOf" srcId="{76B5D27C-739F-4BE1-BB49-1559BF61D55D}" destId="{C78ECE81-A2B2-47AC-8CB7-A602A09D7084}" srcOrd="0" destOrd="0" presId="urn:microsoft.com/office/officeart/2005/8/layout/cycle6"/>
    <dgm:cxn modelId="{DDAE6729-4ABF-4BA0-9066-ABCD3045B768}" srcId="{B3F6A2BA-40B6-4187-AFF8-F8F9AF80E7F9}" destId="{BA2EC476-731E-4903-8F01-CC5FC637BFFF}" srcOrd="27" destOrd="0" parTransId="{1E93F294-9191-4F3C-8C73-307BDA462CD8}" sibTransId="{C81C93CF-4ABC-443A-B46F-7B67B7A103B0}"/>
    <dgm:cxn modelId="{E9AA6F7E-90F9-4B97-AC6C-DEA8A9EFA922}" type="presOf" srcId="{B7A4C8FA-340E-486F-81D8-FF544AB43A4E}" destId="{81F2DA4D-EFC8-4AA8-9C5F-683BBAC275F5}" srcOrd="0" destOrd="0" presId="urn:microsoft.com/office/officeart/2005/8/layout/cycle6"/>
    <dgm:cxn modelId="{63476977-5325-4AEA-851F-DA64984B325D}" type="presOf" srcId="{C81C93CF-4ABC-443A-B46F-7B67B7A103B0}" destId="{7F89DABF-7369-48F0-8963-A2942746E850}" srcOrd="0" destOrd="0" presId="urn:microsoft.com/office/officeart/2005/8/layout/cycle6"/>
    <dgm:cxn modelId="{BED0C62D-2D54-4B11-8CFA-05785CC7D2E4}" type="presOf" srcId="{79F5EE38-222D-4BAC-ABC2-B06CAE63135B}" destId="{991A4C05-42A7-4815-BBC2-046FF52DA966}" srcOrd="0" destOrd="0" presId="urn:microsoft.com/office/officeart/2005/8/layout/cycle6"/>
    <dgm:cxn modelId="{C78D179E-0C94-4D2A-BA61-42F7E0D7A905}" type="presOf" srcId="{EA111F39-A024-4AB2-977C-8988D99FEE4B}" destId="{E213AD56-109D-4571-A0B0-1181C7025370}" srcOrd="0" destOrd="0" presId="urn:microsoft.com/office/officeart/2005/8/layout/cycle6"/>
    <dgm:cxn modelId="{C49149D8-B800-4423-B48C-40A1637857E9}" srcId="{B3F6A2BA-40B6-4187-AFF8-F8F9AF80E7F9}" destId="{49E309A8-4ACE-4E24-9468-1B63E3F6A1C8}" srcOrd="25" destOrd="0" parTransId="{D6C68469-A6BE-45BF-A540-5A9AD7D1FDCC}" sibTransId="{7115A82F-A0CA-47E6-9A40-2F50E0CCCA35}"/>
    <dgm:cxn modelId="{A8717369-5DD7-4FC7-8DA8-D37B79527841}" srcId="{B3F6A2BA-40B6-4187-AFF8-F8F9AF80E7F9}" destId="{B84CDA86-2342-4CD5-A2D0-3EE2D6B77400}" srcOrd="5" destOrd="0" parTransId="{6D543B5E-EEF0-418E-B140-9726487CF57E}" sibTransId="{29F8A4A0-082D-4991-B443-0A8AFA42422B}"/>
    <dgm:cxn modelId="{D12427D5-A62F-48C4-B9F6-018D9396D3D0}" type="presOf" srcId="{B2DF35EF-9BDC-40A7-BFCA-A1A3E1293144}" destId="{4EBAFEA8-38A7-4839-A196-E833865FEC3E}" srcOrd="0" destOrd="0" presId="urn:microsoft.com/office/officeart/2005/8/layout/cycle6"/>
    <dgm:cxn modelId="{C53B7F7A-3F7C-4500-9CAA-E1066ACD9201}" srcId="{B3F6A2BA-40B6-4187-AFF8-F8F9AF80E7F9}" destId="{B2DF35EF-9BDC-40A7-BFCA-A1A3E1293144}" srcOrd="7" destOrd="0" parTransId="{2769CC40-045F-4640-A563-15B6F6571048}" sibTransId="{3515389E-A2D9-4A91-A416-D06FB2BCF4D7}"/>
    <dgm:cxn modelId="{0B4ECD0A-BE7F-46F0-9F93-AB82BB4736EF}" srcId="{B3F6A2BA-40B6-4187-AFF8-F8F9AF80E7F9}" destId="{BAB1302C-DD81-4AE2-A8FB-5C6A8E8133E8}" srcOrd="18" destOrd="0" parTransId="{B37CBE12-A1DC-48AE-9D35-BC5397163DD3}" sibTransId="{E18762FF-2354-4F30-90ED-6FBC8FFF9078}"/>
    <dgm:cxn modelId="{B8C6A3BB-0D62-46F8-B96A-A036B790B7C0}" type="presOf" srcId="{50D7F308-47D9-4906-97CC-2D84909FC247}" destId="{990317AE-40E7-4E24-A709-5C1E3D7DF428}" srcOrd="0" destOrd="0" presId="urn:microsoft.com/office/officeart/2005/8/layout/cycle6"/>
    <dgm:cxn modelId="{1CC34F6D-DE7B-4B59-AC97-7FF5F76EF40B}" type="presOf" srcId="{0C32458D-E832-48BB-9259-B17D8D2F155B}" destId="{9AC4915E-252C-49E2-84A8-90A6E8385642}" srcOrd="0" destOrd="0" presId="urn:microsoft.com/office/officeart/2005/8/layout/cycle6"/>
    <dgm:cxn modelId="{F90BA62E-E794-48A5-8857-5262442DCA4D}" srcId="{B3F6A2BA-40B6-4187-AFF8-F8F9AF80E7F9}" destId="{A8370C54-57BB-4D77-84F2-21B7BBCB8CD1}" srcOrd="15" destOrd="0" parTransId="{2A095022-B111-4BF4-8A3A-F583A99A0136}" sibTransId="{3D64D77A-FD09-4D3C-876D-C0CB137E62CD}"/>
    <dgm:cxn modelId="{5C08CD4E-5F6B-4423-A920-7021C95FB3C9}" type="presOf" srcId="{CB7A3099-1224-4ECB-902C-396EC7BA7968}" destId="{37F6FC54-D545-444E-B19E-55F8864057C9}" srcOrd="0" destOrd="0" presId="urn:microsoft.com/office/officeart/2005/8/layout/cycle6"/>
    <dgm:cxn modelId="{57BC813A-D26E-48B5-9440-BF610E0B6656}" type="presOf" srcId="{C55123D5-8763-48CB-8093-D52598355663}" destId="{E5C3F0BA-DB69-495D-9DEA-D13C90EA3630}" srcOrd="0" destOrd="0" presId="urn:microsoft.com/office/officeart/2005/8/layout/cycle6"/>
    <dgm:cxn modelId="{EBC68FFD-0F35-4FBB-B798-DB0A754358E6}" srcId="{B3F6A2BA-40B6-4187-AFF8-F8F9AF80E7F9}" destId="{3EBDEC13-B94B-424C-B6D8-E23828E29484}" srcOrd="12" destOrd="0" parTransId="{4194DC5B-FCB2-47F2-A7AB-F8C802D2C380}" sibTransId="{910D43BF-2E12-4265-8F31-790375B138D8}"/>
    <dgm:cxn modelId="{FDC94709-E11F-41BD-A952-5E28761CE4C5}" type="presOf" srcId="{7115A82F-A0CA-47E6-9A40-2F50E0CCCA35}" destId="{D6FF76DD-C30F-4EB0-8FCF-74271CBF245A}" srcOrd="0" destOrd="0" presId="urn:microsoft.com/office/officeart/2005/8/layout/cycle6"/>
    <dgm:cxn modelId="{1D306E1C-FDB0-45E2-BF46-909BAE7EBBDB}" type="presOf" srcId="{B84CDA86-2342-4CD5-A2D0-3EE2D6B77400}" destId="{D0E1629B-81D1-410E-AE41-A68200AAD38A}" srcOrd="0" destOrd="0" presId="urn:microsoft.com/office/officeart/2005/8/layout/cycle6"/>
    <dgm:cxn modelId="{D864FDE6-AE68-4123-A8AA-7FC1D1294C03}" srcId="{B3F6A2BA-40B6-4187-AFF8-F8F9AF80E7F9}" destId="{BB217A16-9AF2-4D4B-B615-1E19EDAD0C53}" srcOrd="23" destOrd="0" parTransId="{C1AA23A3-532B-4317-BA6C-EB24CD6F69A6}" sibTransId="{C0983ED0-8E1A-4C36-9B3F-D751B585C5F1}"/>
    <dgm:cxn modelId="{9576AAAE-58F2-424F-B8E3-B337460ABDE1}" srcId="{B3F6A2BA-40B6-4187-AFF8-F8F9AF80E7F9}" destId="{939662E8-1580-40AE-9B6C-323E8300E63E}" srcOrd="14" destOrd="0" parTransId="{A9B8F123-7BAB-41C3-840A-4F646C50888F}" sibTransId="{122F0F2A-9D73-4F96-9BEF-3D5D0F3739CC}"/>
    <dgm:cxn modelId="{2E12D145-1E18-4534-A1E0-AEE9CA5F74DA}" type="presOf" srcId="{A895021A-1FC9-40D9-9A23-C05D673066F3}" destId="{ACA3DEE4-4C37-414B-A20E-469C72FF631D}" srcOrd="0" destOrd="0" presId="urn:microsoft.com/office/officeart/2005/8/layout/cycle6"/>
    <dgm:cxn modelId="{2FD44B85-79B6-40F1-9948-776198F62401}" type="presOf" srcId="{5625A0BA-3784-45B6-97EC-2096A47B399F}" destId="{BC51FB21-3AAD-464F-AB4E-68130F6D9956}" srcOrd="0" destOrd="0" presId="urn:microsoft.com/office/officeart/2005/8/layout/cycle6"/>
    <dgm:cxn modelId="{4D7BEDB4-11AD-4A72-991F-3E4003320BF6}" type="presParOf" srcId="{EFAE7302-6632-4D60-A96D-23F394241DE4}" destId="{37F6FC54-D545-444E-B19E-55F8864057C9}" srcOrd="0" destOrd="0" presId="urn:microsoft.com/office/officeart/2005/8/layout/cycle6"/>
    <dgm:cxn modelId="{15BFC9B6-5E03-4C2D-AAE5-8C847B74E2C6}" type="presParOf" srcId="{EFAE7302-6632-4D60-A96D-23F394241DE4}" destId="{F73F8756-B089-4C69-872B-9C77B1D2E9B9}" srcOrd="1" destOrd="0" presId="urn:microsoft.com/office/officeart/2005/8/layout/cycle6"/>
    <dgm:cxn modelId="{FD92C85D-E37F-4FE6-8E92-127D2684C06A}" type="presParOf" srcId="{EFAE7302-6632-4D60-A96D-23F394241DE4}" destId="{990317AE-40E7-4E24-A709-5C1E3D7DF428}" srcOrd="2" destOrd="0" presId="urn:microsoft.com/office/officeart/2005/8/layout/cycle6"/>
    <dgm:cxn modelId="{1544DC01-6992-488D-ACEC-10BB41FA2E89}" type="presParOf" srcId="{EFAE7302-6632-4D60-A96D-23F394241DE4}" destId="{0A74DD1F-BEEA-4E1C-A32C-B77C043FA489}" srcOrd="3" destOrd="0" presId="urn:microsoft.com/office/officeart/2005/8/layout/cycle6"/>
    <dgm:cxn modelId="{B183D72D-9E02-4821-9EDF-99321072562D}" type="presParOf" srcId="{EFAE7302-6632-4D60-A96D-23F394241DE4}" destId="{33AA3025-9FF4-4436-AD56-351C2AA3B91C}" srcOrd="4" destOrd="0" presId="urn:microsoft.com/office/officeart/2005/8/layout/cycle6"/>
    <dgm:cxn modelId="{CE61D935-5F2E-4070-8891-59AF4D2CE90D}" type="presParOf" srcId="{EFAE7302-6632-4D60-A96D-23F394241DE4}" destId="{53232857-986B-4378-8600-83D67A96D1FC}" srcOrd="5" destOrd="0" presId="urn:microsoft.com/office/officeart/2005/8/layout/cycle6"/>
    <dgm:cxn modelId="{D6AAA011-B415-4A2A-9D33-9DE42E265DC1}" type="presParOf" srcId="{EFAE7302-6632-4D60-A96D-23F394241DE4}" destId="{B79BDE4E-122F-4949-877A-51460124312E}" srcOrd="6" destOrd="0" presId="urn:microsoft.com/office/officeart/2005/8/layout/cycle6"/>
    <dgm:cxn modelId="{3079234E-C216-48CA-8EA2-D53A31E425FF}" type="presParOf" srcId="{EFAE7302-6632-4D60-A96D-23F394241DE4}" destId="{E5A97052-E50B-4364-B8F3-C5BB55C62E43}" srcOrd="7" destOrd="0" presId="urn:microsoft.com/office/officeart/2005/8/layout/cycle6"/>
    <dgm:cxn modelId="{3C5A2418-E4F9-40F2-8B4A-297AD5949025}" type="presParOf" srcId="{EFAE7302-6632-4D60-A96D-23F394241DE4}" destId="{C1FBA839-DD16-4EA3-AA23-4F09E108C25C}" srcOrd="8" destOrd="0" presId="urn:microsoft.com/office/officeart/2005/8/layout/cycle6"/>
    <dgm:cxn modelId="{212165AB-F450-4E6C-870C-4DE10C2B645F}" type="presParOf" srcId="{EFAE7302-6632-4D60-A96D-23F394241DE4}" destId="{47D8252C-7210-4124-986D-C5A27EC7BB38}" srcOrd="9" destOrd="0" presId="urn:microsoft.com/office/officeart/2005/8/layout/cycle6"/>
    <dgm:cxn modelId="{40C95EEC-C1D7-4708-B30A-8547566E58C6}" type="presParOf" srcId="{EFAE7302-6632-4D60-A96D-23F394241DE4}" destId="{49128025-155A-4115-B8B9-1A751CA1730C}" srcOrd="10" destOrd="0" presId="urn:microsoft.com/office/officeart/2005/8/layout/cycle6"/>
    <dgm:cxn modelId="{F6C6ABC7-B51E-4FC6-AFC3-93FC1E744A91}" type="presParOf" srcId="{EFAE7302-6632-4D60-A96D-23F394241DE4}" destId="{9A5BE75C-4E4D-435D-8920-9E32832F465D}" srcOrd="11" destOrd="0" presId="urn:microsoft.com/office/officeart/2005/8/layout/cycle6"/>
    <dgm:cxn modelId="{6E057F8D-6593-4152-BDF6-9D4EB1D45C58}" type="presParOf" srcId="{EFAE7302-6632-4D60-A96D-23F394241DE4}" destId="{E213AD56-109D-4571-A0B0-1181C7025370}" srcOrd="12" destOrd="0" presId="urn:microsoft.com/office/officeart/2005/8/layout/cycle6"/>
    <dgm:cxn modelId="{827F6E07-3531-469F-A11D-75594160C0B3}" type="presParOf" srcId="{EFAE7302-6632-4D60-A96D-23F394241DE4}" destId="{41190AB1-8428-4DEE-ADF0-BAC788A0917C}" srcOrd="13" destOrd="0" presId="urn:microsoft.com/office/officeart/2005/8/layout/cycle6"/>
    <dgm:cxn modelId="{3861E2A1-8A33-4A0C-8641-CE743F0A41F9}" type="presParOf" srcId="{EFAE7302-6632-4D60-A96D-23F394241DE4}" destId="{3E6F2280-A61F-493F-991B-F51BCDF11010}" srcOrd="14" destOrd="0" presId="urn:microsoft.com/office/officeart/2005/8/layout/cycle6"/>
    <dgm:cxn modelId="{C0FA56AA-D981-49AB-94A4-1E47B5129CE0}" type="presParOf" srcId="{EFAE7302-6632-4D60-A96D-23F394241DE4}" destId="{D0E1629B-81D1-410E-AE41-A68200AAD38A}" srcOrd="15" destOrd="0" presId="urn:microsoft.com/office/officeart/2005/8/layout/cycle6"/>
    <dgm:cxn modelId="{B5274D65-04E3-49E8-B062-180AC8B85A54}" type="presParOf" srcId="{EFAE7302-6632-4D60-A96D-23F394241DE4}" destId="{98736DC7-D98D-4E78-942E-3E553CB51665}" srcOrd="16" destOrd="0" presId="urn:microsoft.com/office/officeart/2005/8/layout/cycle6"/>
    <dgm:cxn modelId="{69AFE89F-9793-43CC-BEEF-BEF367E97555}" type="presParOf" srcId="{EFAE7302-6632-4D60-A96D-23F394241DE4}" destId="{896B2AF0-997F-4A3D-95E9-687AEE393215}" srcOrd="17" destOrd="0" presId="urn:microsoft.com/office/officeart/2005/8/layout/cycle6"/>
    <dgm:cxn modelId="{8B6FF6DC-DDB5-4BEF-AB5D-72E9D4E648FD}" type="presParOf" srcId="{EFAE7302-6632-4D60-A96D-23F394241DE4}" destId="{BC51FB21-3AAD-464F-AB4E-68130F6D9956}" srcOrd="18" destOrd="0" presId="urn:microsoft.com/office/officeart/2005/8/layout/cycle6"/>
    <dgm:cxn modelId="{A341918F-CFA3-4974-B8AB-F63DCCA5B868}" type="presParOf" srcId="{EFAE7302-6632-4D60-A96D-23F394241DE4}" destId="{678D2501-9B9B-4053-8341-251711D30C2F}" srcOrd="19" destOrd="0" presId="urn:microsoft.com/office/officeart/2005/8/layout/cycle6"/>
    <dgm:cxn modelId="{002B1D4B-28AA-45FB-9CA9-C324843B80A9}" type="presParOf" srcId="{EFAE7302-6632-4D60-A96D-23F394241DE4}" destId="{36A25B59-0286-4766-AF4A-4AD99255FB9A}" srcOrd="20" destOrd="0" presId="urn:microsoft.com/office/officeart/2005/8/layout/cycle6"/>
    <dgm:cxn modelId="{5DB79841-1D0F-4FAB-87FC-BE65BC408C25}" type="presParOf" srcId="{EFAE7302-6632-4D60-A96D-23F394241DE4}" destId="{4EBAFEA8-38A7-4839-A196-E833865FEC3E}" srcOrd="21" destOrd="0" presId="urn:microsoft.com/office/officeart/2005/8/layout/cycle6"/>
    <dgm:cxn modelId="{B1C86DF0-2DE5-4113-A1E8-78C17E16D6BD}" type="presParOf" srcId="{EFAE7302-6632-4D60-A96D-23F394241DE4}" destId="{C248C08C-3758-4EEE-8D81-59D26C39B226}" srcOrd="22" destOrd="0" presId="urn:microsoft.com/office/officeart/2005/8/layout/cycle6"/>
    <dgm:cxn modelId="{216B9ED8-6C06-4B14-9B04-14EC555083B5}" type="presParOf" srcId="{EFAE7302-6632-4D60-A96D-23F394241DE4}" destId="{A95F9BD2-8E6C-4D20-A2D9-24C989631FAC}" srcOrd="23" destOrd="0" presId="urn:microsoft.com/office/officeart/2005/8/layout/cycle6"/>
    <dgm:cxn modelId="{C630B5A1-7480-42AB-8831-5D0EC0397642}" type="presParOf" srcId="{EFAE7302-6632-4D60-A96D-23F394241DE4}" destId="{FCDBC8B2-A072-489D-B135-4F76C90ABB73}" srcOrd="24" destOrd="0" presId="urn:microsoft.com/office/officeart/2005/8/layout/cycle6"/>
    <dgm:cxn modelId="{E01F2AAC-FCD6-43A3-A3EF-2E70BE1CA843}" type="presParOf" srcId="{EFAE7302-6632-4D60-A96D-23F394241DE4}" destId="{1A502533-D656-4694-9BDA-B75F503AD108}" srcOrd="25" destOrd="0" presId="urn:microsoft.com/office/officeart/2005/8/layout/cycle6"/>
    <dgm:cxn modelId="{4C4B98CD-B9B9-40EB-B71E-972C28E97CDF}" type="presParOf" srcId="{EFAE7302-6632-4D60-A96D-23F394241DE4}" destId="{BBF115A0-E49F-481D-B9B9-7781A7700C68}" srcOrd="26" destOrd="0" presId="urn:microsoft.com/office/officeart/2005/8/layout/cycle6"/>
    <dgm:cxn modelId="{0F55BB21-2815-454F-84FC-2871A17C0A6D}" type="presParOf" srcId="{EFAE7302-6632-4D60-A96D-23F394241DE4}" destId="{27377A35-5C63-4153-A1CA-D07A81FEBED6}" srcOrd="27" destOrd="0" presId="urn:microsoft.com/office/officeart/2005/8/layout/cycle6"/>
    <dgm:cxn modelId="{4D5D69BF-8E87-4084-8750-FF2AB1C4411F}" type="presParOf" srcId="{EFAE7302-6632-4D60-A96D-23F394241DE4}" destId="{166E8CAE-7A6A-441E-B81D-F2A6930AEB34}" srcOrd="28" destOrd="0" presId="urn:microsoft.com/office/officeart/2005/8/layout/cycle6"/>
    <dgm:cxn modelId="{0F7703DB-CD03-4FD1-A5D3-B8569B336523}" type="presParOf" srcId="{EFAE7302-6632-4D60-A96D-23F394241DE4}" destId="{C75F3799-6FE1-44D4-94E5-D0323DD9642D}" srcOrd="29" destOrd="0" presId="urn:microsoft.com/office/officeart/2005/8/layout/cycle6"/>
    <dgm:cxn modelId="{CF2EF704-3399-42C1-96E7-0AF720D63151}" type="presParOf" srcId="{EFAE7302-6632-4D60-A96D-23F394241DE4}" destId="{ACA3DEE4-4C37-414B-A20E-469C72FF631D}" srcOrd="30" destOrd="0" presId="urn:microsoft.com/office/officeart/2005/8/layout/cycle6"/>
    <dgm:cxn modelId="{9643D989-2D2F-4218-AD9B-1FFA8AD88E29}" type="presParOf" srcId="{EFAE7302-6632-4D60-A96D-23F394241DE4}" destId="{5E377587-15D8-428C-8F90-BB7C49868333}" srcOrd="31" destOrd="0" presId="urn:microsoft.com/office/officeart/2005/8/layout/cycle6"/>
    <dgm:cxn modelId="{E502DD68-A3ED-43B2-9035-B684809B01B6}" type="presParOf" srcId="{EFAE7302-6632-4D60-A96D-23F394241DE4}" destId="{39826E2A-859D-4D09-B02A-05287C251E70}" srcOrd="32" destOrd="0" presId="urn:microsoft.com/office/officeart/2005/8/layout/cycle6"/>
    <dgm:cxn modelId="{03913F05-0E0C-4BC5-8C41-F942F4DDC1A7}" type="presParOf" srcId="{EFAE7302-6632-4D60-A96D-23F394241DE4}" destId="{508270A1-9056-4B9A-B0BC-2D3B1299FC58}" srcOrd="33" destOrd="0" presId="urn:microsoft.com/office/officeart/2005/8/layout/cycle6"/>
    <dgm:cxn modelId="{A97682A5-97C4-482C-B875-3A362F7603DD}" type="presParOf" srcId="{EFAE7302-6632-4D60-A96D-23F394241DE4}" destId="{32B48CEE-BE6C-4B73-AA70-08340D7306CA}" srcOrd="34" destOrd="0" presId="urn:microsoft.com/office/officeart/2005/8/layout/cycle6"/>
    <dgm:cxn modelId="{7CA3E902-C8BA-4FFA-9EA4-805C58358723}" type="presParOf" srcId="{EFAE7302-6632-4D60-A96D-23F394241DE4}" destId="{0186EB4D-19E9-40A6-9853-FE75E1F1C601}" srcOrd="35" destOrd="0" presId="urn:microsoft.com/office/officeart/2005/8/layout/cycle6"/>
    <dgm:cxn modelId="{FC3E5F47-65D6-4991-99BC-9E10318ACCDA}" type="presParOf" srcId="{EFAE7302-6632-4D60-A96D-23F394241DE4}" destId="{E6415271-4602-49BD-8F77-B2554532B0A0}" srcOrd="36" destOrd="0" presId="urn:microsoft.com/office/officeart/2005/8/layout/cycle6"/>
    <dgm:cxn modelId="{EA2AAD1E-EFF8-412A-8F3D-45CE4CA8BB0A}" type="presParOf" srcId="{EFAE7302-6632-4D60-A96D-23F394241DE4}" destId="{18476B6F-E555-4078-9F4F-FED8900C0811}" srcOrd="37" destOrd="0" presId="urn:microsoft.com/office/officeart/2005/8/layout/cycle6"/>
    <dgm:cxn modelId="{0FA923E5-C202-4906-A960-C37F79A48EE1}" type="presParOf" srcId="{EFAE7302-6632-4D60-A96D-23F394241DE4}" destId="{0CA37BE1-2CF9-468E-BFF7-47A995E3BB08}" srcOrd="38" destOrd="0" presId="urn:microsoft.com/office/officeart/2005/8/layout/cycle6"/>
    <dgm:cxn modelId="{F0372773-8EFB-4F57-8A09-2642A1AD78ED}" type="presParOf" srcId="{EFAE7302-6632-4D60-A96D-23F394241DE4}" destId="{C10433AE-724D-434E-B55F-F8FBA5E6691B}" srcOrd="39" destOrd="0" presId="urn:microsoft.com/office/officeart/2005/8/layout/cycle6"/>
    <dgm:cxn modelId="{9E1A885B-F72A-4E15-9CB5-A82BA2C04485}" type="presParOf" srcId="{EFAE7302-6632-4D60-A96D-23F394241DE4}" destId="{1BF69A71-2EE3-482B-A6FD-09CDD6717BD2}" srcOrd="40" destOrd="0" presId="urn:microsoft.com/office/officeart/2005/8/layout/cycle6"/>
    <dgm:cxn modelId="{71194077-3116-4D14-A584-92DFFAB1AE7A}" type="presParOf" srcId="{EFAE7302-6632-4D60-A96D-23F394241DE4}" destId="{6361BE26-1613-4254-AAB5-23BC794B38F0}" srcOrd="41" destOrd="0" presId="urn:microsoft.com/office/officeart/2005/8/layout/cycle6"/>
    <dgm:cxn modelId="{B08E2FCA-27BD-456E-8041-A02F82219871}" type="presParOf" srcId="{EFAE7302-6632-4D60-A96D-23F394241DE4}" destId="{75C04093-B402-44E4-A02F-D9D20B3CFE9D}" srcOrd="42" destOrd="0" presId="urn:microsoft.com/office/officeart/2005/8/layout/cycle6"/>
    <dgm:cxn modelId="{7764047C-3BEA-4A17-BF98-F570ABF6635C}" type="presParOf" srcId="{EFAE7302-6632-4D60-A96D-23F394241DE4}" destId="{320450C4-F523-4B16-B2D9-4DF083C0D164}" srcOrd="43" destOrd="0" presId="urn:microsoft.com/office/officeart/2005/8/layout/cycle6"/>
    <dgm:cxn modelId="{EDB0E56D-7A0D-4FF3-BF76-91A21B984123}" type="presParOf" srcId="{EFAE7302-6632-4D60-A96D-23F394241DE4}" destId="{76F78CE6-90C8-4B35-9F7E-1F5EB9B22151}" srcOrd="44" destOrd="0" presId="urn:microsoft.com/office/officeart/2005/8/layout/cycle6"/>
    <dgm:cxn modelId="{2D71552D-646E-461D-A60B-850E7D9C96C8}" type="presParOf" srcId="{EFAE7302-6632-4D60-A96D-23F394241DE4}" destId="{618D29F1-B27A-4177-81E5-AC40E22B797C}" srcOrd="45" destOrd="0" presId="urn:microsoft.com/office/officeart/2005/8/layout/cycle6"/>
    <dgm:cxn modelId="{AF42611E-6504-4504-9E5C-DD9AA2139E0A}" type="presParOf" srcId="{EFAE7302-6632-4D60-A96D-23F394241DE4}" destId="{6DA6B6DF-5C12-40CD-AAE4-BEDED49DD127}" srcOrd="46" destOrd="0" presId="urn:microsoft.com/office/officeart/2005/8/layout/cycle6"/>
    <dgm:cxn modelId="{46E7EA7F-A648-4AC4-BEF8-21B94E5CFCCE}" type="presParOf" srcId="{EFAE7302-6632-4D60-A96D-23F394241DE4}" destId="{B309ED74-66A5-480C-86D1-D4E840F406AC}" srcOrd="47" destOrd="0" presId="urn:microsoft.com/office/officeart/2005/8/layout/cycle6"/>
    <dgm:cxn modelId="{A344C181-33D6-4ACD-95F1-AE7B6D1480C2}" type="presParOf" srcId="{EFAE7302-6632-4D60-A96D-23F394241DE4}" destId="{1DFE6595-7230-483C-9D32-BFCA9CE92D85}" srcOrd="48" destOrd="0" presId="urn:microsoft.com/office/officeart/2005/8/layout/cycle6"/>
    <dgm:cxn modelId="{7402CCFD-597F-4BB7-B5CC-0545593583BB}" type="presParOf" srcId="{EFAE7302-6632-4D60-A96D-23F394241DE4}" destId="{951B332A-C98B-433A-BC90-670312A65140}" srcOrd="49" destOrd="0" presId="urn:microsoft.com/office/officeart/2005/8/layout/cycle6"/>
    <dgm:cxn modelId="{154B10DF-7FF1-4BB3-AE38-A23993A729E3}" type="presParOf" srcId="{EFAE7302-6632-4D60-A96D-23F394241DE4}" destId="{F136BB06-5C60-4B50-98D8-C6FCDB3F7F8E}" srcOrd="50" destOrd="0" presId="urn:microsoft.com/office/officeart/2005/8/layout/cycle6"/>
    <dgm:cxn modelId="{688CC981-2DFE-4C4B-93BD-C6832DF4C4F5}" type="presParOf" srcId="{EFAE7302-6632-4D60-A96D-23F394241DE4}" destId="{2CC1B40C-A928-4D28-85BB-5E0283FC2F77}" srcOrd="51" destOrd="0" presId="urn:microsoft.com/office/officeart/2005/8/layout/cycle6"/>
    <dgm:cxn modelId="{A46DAAE5-09A9-4EAD-90C6-08C4F4AFFF08}" type="presParOf" srcId="{EFAE7302-6632-4D60-A96D-23F394241DE4}" destId="{7EF4F930-8B6A-4ECB-AEE6-E6BBCDEDB007}" srcOrd="52" destOrd="0" presId="urn:microsoft.com/office/officeart/2005/8/layout/cycle6"/>
    <dgm:cxn modelId="{2296A674-C8CD-4813-9BD4-09A304B83D0C}" type="presParOf" srcId="{EFAE7302-6632-4D60-A96D-23F394241DE4}" destId="{68E8B125-993D-469E-AA0B-682C870C8CE0}" srcOrd="53" destOrd="0" presId="urn:microsoft.com/office/officeart/2005/8/layout/cycle6"/>
    <dgm:cxn modelId="{9E6F5BE3-F181-49C2-9178-1CA117B3D387}" type="presParOf" srcId="{EFAE7302-6632-4D60-A96D-23F394241DE4}" destId="{FADD2792-6893-42FB-A020-33C72A283A6C}" srcOrd="54" destOrd="0" presId="urn:microsoft.com/office/officeart/2005/8/layout/cycle6"/>
    <dgm:cxn modelId="{95952B90-6832-4FEA-A783-D8B8AD599AED}" type="presParOf" srcId="{EFAE7302-6632-4D60-A96D-23F394241DE4}" destId="{3347F71B-899A-499F-BE60-DD768007AE3D}" srcOrd="55" destOrd="0" presId="urn:microsoft.com/office/officeart/2005/8/layout/cycle6"/>
    <dgm:cxn modelId="{7317B7CD-DC27-4414-B969-D39C2F16ECCD}" type="presParOf" srcId="{EFAE7302-6632-4D60-A96D-23F394241DE4}" destId="{B9DC5B5E-81C6-4A00-AD4E-BE0007B91F2F}" srcOrd="56" destOrd="0" presId="urn:microsoft.com/office/officeart/2005/8/layout/cycle6"/>
    <dgm:cxn modelId="{FDEF486E-547E-43D2-A612-469C9C15F861}" type="presParOf" srcId="{EFAE7302-6632-4D60-A96D-23F394241DE4}" destId="{FD352E1F-0C68-49D5-B0E2-54376D4F934A}" srcOrd="57" destOrd="0" presId="urn:microsoft.com/office/officeart/2005/8/layout/cycle6"/>
    <dgm:cxn modelId="{2B8141BD-3270-4413-A488-5504DAE1277E}" type="presParOf" srcId="{EFAE7302-6632-4D60-A96D-23F394241DE4}" destId="{0BC5354E-3415-46FB-ADB3-32C666B3BC89}" srcOrd="58" destOrd="0" presId="urn:microsoft.com/office/officeart/2005/8/layout/cycle6"/>
    <dgm:cxn modelId="{A9AC65DB-9A66-441D-8D1D-089837FC9D14}" type="presParOf" srcId="{EFAE7302-6632-4D60-A96D-23F394241DE4}" destId="{F4BCE455-286B-4204-B5F1-B8A634EE86AA}" srcOrd="59" destOrd="0" presId="urn:microsoft.com/office/officeart/2005/8/layout/cycle6"/>
    <dgm:cxn modelId="{33A81C63-6AC9-4611-9C25-573C5A046DF5}" type="presParOf" srcId="{EFAE7302-6632-4D60-A96D-23F394241DE4}" destId="{C78ECE81-A2B2-47AC-8CB7-A602A09D7084}" srcOrd="60" destOrd="0" presId="urn:microsoft.com/office/officeart/2005/8/layout/cycle6"/>
    <dgm:cxn modelId="{D5CB3F9E-8B3C-4A22-A7AD-2E354094042E}" type="presParOf" srcId="{EFAE7302-6632-4D60-A96D-23F394241DE4}" destId="{7D56EB1A-D3E6-4B49-8BAB-D14453A9BB73}" srcOrd="61" destOrd="0" presId="urn:microsoft.com/office/officeart/2005/8/layout/cycle6"/>
    <dgm:cxn modelId="{42FA172B-26E1-4AE0-87F4-0F09251638B3}" type="presParOf" srcId="{EFAE7302-6632-4D60-A96D-23F394241DE4}" destId="{E5C3F0BA-DB69-495D-9DEA-D13C90EA3630}" srcOrd="62" destOrd="0" presId="urn:microsoft.com/office/officeart/2005/8/layout/cycle6"/>
    <dgm:cxn modelId="{57EBAA4C-2954-4149-BD9D-3E1E704063BA}" type="presParOf" srcId="{EFAE7302-6632-4D60-A96D-23F394241DE4}" destId="{43DDAB27-C0DF-44FA-802A-67BF1D0F81B4}" srcOrd="63" destOrd="0" presId="urn:microsoft.com/office/officeart/2005/8/layout/cycle6"/>
    <dgm:cxn modelId="{9E2A93D9-FC3D-4F4E-95AD-70DAD93E5D38}" type="presParOf" srcId="{EFAE7302-6632-4D60-A96D-23F394241DE4}" destId="{8C07BEE8-98F3-4383-8C3D-272C0DCA3135}" srcOrd="64" destOrd="0" presId="urn:microsoft.com/office/officeart/2005/8/layout/cycle6"/>
    <dgm:cxn modelId="{767B1FAD-C662-491D-8C24-31B4F1E304A7}" type="presParOf" srcId="{EFAE7302-6632-4D60-A96D-23F394241DE4}" destId="{4564EECB-4F9B-4DE6-A4A8-79CB80D711FC}" srcOrd="65" destOrd="0" presId="urn:microsoft.com/office/officeart/2005/8/layout/cycle6"/>
    <dgm:cxn modelId="{9D4FA471-F363-4F00-967C-3D1E06849181}" type="presParOf" srcId="{EFAE7302-6632-4D60-A96D-23F394241DE4}" destId="{E7B2F824-C131-4F6E-BF3B-11B8D84C3259}" srcOrd="66" destOrd="0" presId="urn:microsoft.com/office/officeart/2005/8/layout/cycle6"/>
    <dgm:cxn modelId="{E14C3730-FF7A-4D09-974B-6954C93E144A}" type="presParOf" srcId="{EFAE7302-6632-4D60-A96D-23F394241DE4}" destId="{14E160C9-3944-49D9-A382-EDFD6F07F2AF}" srcOrd="67" destOrd="0" presId="urn:microsoft.com/office/officeart/2005/8/layout/cycle6"/>
    <dgm:cxn modelId="{6E256BC5-08C1-4E33-A755-F2DCB4660D56}" type="presParOf" srcId="{EFAE7302-6632-4D60-A96D-23F394241DE4}" destId="{F221C969-D840-4207-AD08-C8DF473E761E}" srcOrd="68" destOrd="0" presId="urn:microsoft.com/office/officeart/2005/8/layout/cycle6"/>
    <dgm:cxn modelId="{5E8AB4E0-90BC-4C9E-B64C-04B100BEC876}" type="presParOf" srcId="{EFAE7302-6632-4D60-A96D-23F394241DE4}" destId="{CFCF3D4C-32A1-4968-B438-404BD7D6114A}" srcOrd="69" destOrd="0" presId="urn:microsoft.com/office/officeart/2005/8/layout/cycle6"/>
    <dgm:cxn modelId="{2694B031-D100-45C6-B543-A90AE51FEBA7}" type="presParOf" srcId="{EFAE7302-6632-4D60-A96D-23F394241DE4}" destId="{A331A5A7-B87C-4299-8B1F-207925CD4C27}" srcOrd="70" destOrd="0" presId="urn:microsoft.com/office/officeart/2005/8/layout/cycle6"/>
    <dgm:cxn modelId="{6C7D4802-F81C-4D5F-8FCC-E2A6FDFBEF6A}" type="presParOf" srcId="{EFAE7302-6632-4D60-A96D-23F394241DE4}" destId="{21A7A6A5-C6D1-4211-8A8E-22C0ECD96F49}" srcOrd="71" destOrd="0" presId="urn:microsoft.com/office/officeart/2005/8/layout/cycle6"/>
    <dgm:cxn modelId="{A973D348-BE33-4625-A617-2C6AFEA4CE0D}" type="presParOf" srcId="{EFAE7302-6632-4D60-A96D-23F394241DE4}" destId="{991A4C05-42A7-4815-BBC2-046FF52DA966}" srcOrd="72" destOrd="0" presId="urn:microsoft.com/office/officeart/2005/8/layout/cycle6"/>
    <dgm:cxn modelId="{26B052B7-1B38-408E-8746-9B1499DD96CF}" type="presParOf" srcId="{EFAE7302-6632-4D60-A96D-23F394241DE4}" destId="{9AD292EF-B75E-4B66-9CEA-DD3FDDF0A21E}" srcOrd="73" destOrd="0" presId="urn:microsoft.com/office/officeart/2005/8/layout/cycle6"/>
    <dgm:cxn modelId="{14610DF1-C327-43DE-A426-A58A3F920B10}" type="presParOf" srcId="{EFAE7302-6632-4D60-A96D-23F394241DE4}" destId="{F56FC7F1-C52A-48DE-AD95-4D744553B23F}" srcOrd="74" destOrd="0" presId="urn:microsoft.com/office/officeart/2005/8/layout/cycle6"/>
    <dgm:cxn modelId="{E8CC0E4F-9E8D-4767-9A8B-A53403F9A51D}" type="presParOf" srcId="{EFAE7302-6632-4D60-A96D-23F394241DE4}" destId="{9FC84676-4902-4A78-9386-9F053440A259}" srcOrd="75" destOrd="0" presId="urn:microsoft.com/office/officeart/2005/8/layout/cycle6"/>
    <dgm:cxn modelId="{D62795CF-F9F6-4A50-8504-BFADA36BFA04}" type="presParOf" srcId="{EFAE7302-6632-4D60-A96D-23F394241DE4}" destId="{5ADB1E6E-FCB9-4EA8-A0AA-8C3DCE7A8970}" srcOrd="76" destOrd="0" presId="urn:microsoft.com/office/officeart/2005/8/layout/cycle6"/>
    <dgm:cxn modelId="{401A4DC4-B946-4C8C-8D75-E67245F98D77}" type="presParOf" srcId="{EFAE7302-6632-4D60-A96D-23F394241DE4}" destId="{D6FF76DD-C30F-4EB0-8FCF-74271CBF245A}" srcOrd="77" destOrd="0" presId="urn:microsoft.com/office/officeart/2005/8/layout/cycle6"/>
    <dgm:cxn modelId="{29FFED20-571D-437D-B0C2-67936775825C}" type="presParOf" srcId="{EFAE7302-6632-4D60-A96D-23F394241DE4}" destId="{BB6CD61F-322C-4EEA-85CC-48F3CC9DA29B}" srcOrd="78" destOrd="0" presId="urn:microsoft.com/office/officeart/2005/8/layout/cycle6"/>
    <dgm:cxn modelId="{E7906FA8-035C-4EDC-95F7-E86D022B5AB6}" type="presParOf" srcId="{EFAE7302-6632-4D60-A96D-23F394241DE4}" destId="{97AD30FD-571A-4F8C-8E69-85180761E85D}" srcOrd="79" destOrd="0" presId="urn:microsoft.com/office/officeart/2005/8/layout/cycle6"/>
    <dgm:cxn modelId="{E050BABC-3F31-4F50-B21C-C83470EF9D7D}" type="presParOf" srcId="{EFAE7302-6632-4D60-A96D-23F394241DE4}" destId="{F9A0D072-B17C-43D0-9A88-104CAF700717}" srcOrd="80" destOrd="0" presId="urn:microsoft.com/office/officeart/2005/8/layout/cycle6"/>
    <dgm:cxn modelId="{6DB4AFC1-3739-4536-80A9-3835546F2F8F}" type="presParOf" srcId="{EFAE7302-6632-4D60-A96D-23F394241DE4}" destId="{98BE2733-5EA3-4FB9-B572-1CE18B1FAD50}" srcOrd="81" destOrd="0" presId="urn:microsoft.com/office/officeart/2005/8/layout/cycle6"/>
    <dgm:cxn modelId="{EE7CF321-E7AB-48A0-AF70-C3D980F56E03}" type="presParOf" srcId="{EFAE7302-6632-4D60-A96D-23F394241DE4}" destId="{251E8F09-86AE-4903-9E8B-058B849FCB04}" srcOrd="82" destOrd="0" presId="urn:microsoft.com/office/officeart/2005/8/layout/cycle6"/>
    <dgm:cxn modelId="{B425E932-0CAA-402C-A57A-17741892C4F6}" type="presParOf" srcId="{EFAE7302-6632-4D60-A96D-23F394241DE4}" destId="{7F89DABF-7369-48F0-8963-A2942746E850}" srcOrd="83" destOrd="0" presId="urn:microsoft.com/office/officeart/2005/8/layout/cycle6"/>
    <dgm:cxn modelId="{15FD2126-68C3-4A8E-A8AB-F6FED842FC6D}" type="presParOf" srcId="{EFAE7302-6632-4D60-A96D-23F394241DE4}" destId="{CD308359-DDF9-4556-B21D-E2264F4EE573}" srcOrd="84" destOrd="0" presId="urn:microsoft.com/office/officeart/2005/8/layout/cycle6"/>
    <dgm:cxn modelId="{5C1CA7D8-57EA-4DE3-9228-8CC338271E75}" type="presParOf" srcId="{EFAE7302-6632-4D60-A96D-23F394241DE4}" destId="{F968E9D9-3C8D-4C82-BD13-F54DE66BCE27}" srcOrd="85" destOrd="0" presId="urn:microsoft.com/office/officeart/2005/8/layout/cycle6"/>
    <dgm:cxn modelId="{771639CD-36A2-4E42-98F2-00C29E485BDC}" type="presParOf" srcId="{EFAE7302-6632-4D60-A96D-23F394241DE4}" destId="{81F2DA4D-EFC8-4AA8-9C5F-683BBAC275F5}" srcOrd="86" destOrd="0" presId="urn:microsoft.com/office/officeart/2005/8/layout/cycle6"/>
    <dgm:cxn modelId="{7A22E83D-625D-4BCE-8D6C-8FA65895C367}" type="presParOf" srcId="{EFAE7302-6632-4D60-A96D-23F394241DE4}" destId="{9AC4915E-252C-49E2-84A8-90A6E8385642}" srcOrd="87" destOrd="0" presId="urn:microsoft.com/office/officeart/2005/8/layout/cycle6"/>
    <dgm:cxn modelId="{09A45AB4-722C-4983-BDE5-621DC17ACCB4}" type="presParOf" srcId="{EFAE7302-6632-4D60-A96D-23F394241DE4}" destId="{90DC71D3-7FED-47C0-AFD0-4EAC0EA8659A}" srcOrd="88" destOrd="0" presId="urn:microsoft.com/office/officeart/2005/8/layout/cycle6"/>
    <dgm:cxn modelId="{5DB66934-BA3B-418E-9A10-560384DB5E5E}" type="presParOf" srcId="{EFAE7302-6632-4D60-A96D-23F394241DE4}" destId="{10B85967-A5CA-441C-B74B-8FD7919CBCCC}" srcOrd="89" destOrd="0" presId="urn:microsoft.com/office/officeart/2005/8/layout/cycle6"/>
    <dgm:cxn modelId="{B74C6807-4524-44B5-9C9E-9BF44C57770A}" type="presParOf" srcId="{EFAE7302-6632-4D60-A96D-23F394241DE4}" destId="{F724F2BE-3492-48DF-BEB0-18E86EC3383D}" srcOrd="90" destOrd="0" presId="urn:microsoft.com/office/officeart/2005/8/layout/cycle6"/>
    <dgm:cxn modelId="{8549F0D4-A08E-46C0-9ACB-3312DCD5BFCA}" type="presParOf" srcId="{EFAE7302-6632-4D60-A96D-23F394241DE4}" destId="{1E3A32DE-60CE-418E-8DBF-72B8A707C45D}" srcOrd="91" destOrd="0" presId="urn:microsoft.com/office/officeart/2005/8/layout/cycle6"/>
    <dgm:cxn modelId="{A924457C-388F-42A6-B19B-6A5353D16FAB}" type="presParOf" srcId="{EFAE7302-6632-4D60-A96D-23F394241DE4}" destId="{D385CF75-2DC0-41B5-94A8-CB366CF3094B}" srcOrd="92" destOrd="0" presId="urn:microsoft.com/office/officeart/2005/8/layout/cycle6"/>
    <dgm:cxn modelId="{4F0DB097-AA8F-494D-A99F-078D4572236D}" type="presParOf" srcId="{EFAE7302-6632-4D60-A96D-23F394241DE4}" destId="{503B42BA-B449-428B-A7CE-2DFEE7DEF4F0}" srcOrd="93" destOrd="0" presId="urn:microsoft.com/office/officeart/2005/8/layout/cycle6"/>
    <dgm:cxn modelId="{8492AE6D-DE9C-43E5-9C54-E94FB21481E1}" type="presParOf" srcId="{EFAE7302-6632-4D60-A96D-23F394241DE4}" destId="{3E256912-B98B-4477-9DD1-348D614FCC59}" srcOrd="94" destOrd="0" presId="urn:microsoft.com/office/officeart/2005/8/layout/cycle6"/>
    <dgm:cxn modelId="{3F5C7BBE-45B2-45BA-93CF-5B26A304835C}" type="presParOf" srcId="{EFAE7302-6632-4D60-A96D-23F394241DE4}" destId="{5CFB3FD2-2DF6-4205-823E-F0FEC3D98719}" srcOrd="9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F6A2BA-40B6-4187-AFF8-F8F9AF80E7F9}" type="doc">
      <dgm:prSet loTypeId="urn:microsoft.com/office/officeart/2005/8/layout/cycle6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B7A3099-1224-4ECB-902C-396EC7BA796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175"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00</a:t>
          </a:r>
        </a:p>
      </dgm:t>
    </dgm:pt>
    <dgm:pt modelId="{46544552-34FE-49BE-BA33-CC66D1619F8A}" type="parTrans" cxnId="{6C05350F-B991-4F58-97D1-AE4044723B42}">
      <dgm:prSet/>
      <dgm:spPr/>
      <dgm:t>
        <a:bodyPr/>
        <a:lstStyle/>
        <a:p>
          <a:endParaRPr lang="en-US"/>
        </a:p>
      </dgm:t>
    </dgm:pt>
    <dgm:pt modelId="{50D7F308-47D9-4906-97CC-2D84909FC247}" type="sibTrans" cxnId="{6C05350F-B991-4F58-97D1-AE4044723B42}">
      <dgm:prSet/>
      <dgm:spPr>
        <a:ln w="3175"/>
      </dgm:spPr>
      <dgm:t>
        <a:bodyPr/>
        <a:lstStyle/>
        <a:p>
          <a:endParaRPr lang="en-US" sz="2800"/>
        </a:p>
      </dgm:t>
    </dgm:pt>
    <dgm:pt modelId="{05255914-D32A-40B4-8C21-21202418932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01</a:t>
          </a:r>
        </a:p>
      </dgm:t>
    </dgm:pt>
    <dgm:pt modelId="{739FD09D-8045-4F96-B9E7-D3DCBC8AC11E}" type="parTrans" cxnId="{92B7CF88-19DA-4C68-B48A-56C5D09BD078}">
      <dgm:prSet/>
      <dgm:spPr/>
      <dgm:t>
        <a:bodyPr/>
        <a:lstStyle/>
        <a:p>
          <a:endParaRPr lang="en-US"/>
        </a:p>
      </dgm:t>
    </dgm:pt>
    <dgm:pt modelId="{DF2D58BB-B07E-4427-B0B4-7328C7A546CF}" type="sibTrans" cxnId="{92B7CF88-19DA-4C68-B48A-56C5D09BD078}">
      <dgm:prSet/>
      <dgm:spPr>
        <a:ln w="3175"/>
      </dgm:spPr>
      <dgm:t>
        <a:bodyPr/>
        <a:lstStyle/>
        <a:p>
          <a:endParaRPr lang="en-US" sz="2800"/>
        </a:p>
      </dgm:t>
    </dgm:pt>
    <dgm:pt modelId="{CF291975-5B89-42C1-A954-78B0363C5805}">
      <dgm:prSet phldrT="[Text]" custT="1"/>
      <dgm:spPr>
        <a:ln w="3175"/>
      </dgm:spPr>
      <dgm:t>
        <a:bodyPr/>
        <a:lstStyle/>
        <a:p>
          <a:r>
            <a:rPr lang="en-US" sz="900" dirty="0"/>
            <a:t>02</a:t>
          </a:r>
        </a:p>
      </dgm:t>
    </dgm:pt>
    <dgm:pt modelId="{F3DC7968-B68E-4A83-B115-D21E76300FFF}" type="parTrans" cxnId="{29A30ADC-A6BC-435E-945B-0D4B92AD8430}">
      <dgm:prSet/>
      <dgm:spPr/>
      <dgm:t>
        <a:bodyPr/>
        <a:lstStyle/>
        <a:p>
          <a:endParaRPr lang="en-US"/>
        </a:p>
      </dgm:t>
    </dgm:pt>
    <dgm:pt modelId="{BB5988A9-792F-4F35-BF7A-F0D97FB3530B}" type="sibTrans" cxnId="{29A30ADC-A6BC-435E-945B-0D4B92AD8430}">
      <dgm:prSet/>
      <dgm:spPr>
        <a:ln w="3175"/>
      </dgm:spPr>
      <dgm:t>
        <a:bodyPr/>
        <a:lstStyle/>
        <a:p>
          <a:endParaRPr lang="en-US" sz="2800"/>
        </a:p>
      </dgm:t>
    </dgm:pt>
    <dgm:pt modelId="{0F1EED64-1422-4916-86A1-6EC539D1088A}">
      <dgm:prSet phldrT="[Text]" custT="1"/>
      <dgm:spPr>
        <a:ln w="3175"/>
      </dgm:spPr>
      <dgm:t>
        <a:bodyPr/>
        <a:lstStyle/>
        <a:p>
          <a:r>
            <a:rPr lang="en-US" sz="900" dirty="0"/>
            <a:t>03</a:t>
          </a:r>
        </a:p>
      </dgm:t>
    </dgm:pt>
    <dgm:pt modelId="{A31802B4-E52B-4F45-9C81-62E72A979B4E}" type="parTrans" cxnId="{F506E86B-8150-47A3-B191-82DF382E8CD4}">
      <dgm:prSet/>
      <dgm:spPr/>
      <dgm:t>
        <a:bodyPr/>
        <a:lstStyle/>
        <a:p>
          <a:endParaRPr lang="en-US"/>
        </a:p>
      </dgm:t>
    </dgm:pt>
    <dgm:pt modelId="{C682A7C4-7A1C-44E3-9B83-DF842E56DA03}" type="sibTrans" cxnId="{F506E86B-8150-47A3-B191-82DF382E8CD4}">
      <dgm:prSet/>
      <dgm:spPr>
        <a:ln w="3175"/>
      </dgm:spPr>
      <dgm:t>
        <a:bodyPr/>
        <a:lstStyle/>
        <a:p>
          <a:endParaRPr lang="en-US" sz="2800"/>
        </a:p>
      </dgm:t>
    </dgm:pt>
    <dgm:pt modelId="{EA111F39-A024-4AB2-977C-8988D99FEE4B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04</a:t>
          </a:r>
        </a:p>
      </dgm:t>
    </dgm:pt>
    <dgm:pt modelId="{677D4B4F-F54C-408A-B8A9-FB080E0A8B92}" type="parTrans" cxnId="{0ED10D25-2B43-4953-84C0-C0E9E9235DCD}">
      <dgm:prSet/>
      <dgm:spPr/>
      <dgm:t>
        <a:bodyPr/>
        <a:lstStyle/>
        <a:p>
          <a:endParaRPr lang="en-US"/>
        </a:p>
      </dgm:t>
    </dgm:pt>
    <dgm:pt modelId="{AA774F68-286C-419B-8B7D-02F83155FDF4}" type="sibTrans" cxnId="{0ED10D25-2B43-4953-84C0-C0E9E9235DCD}">
      <dgm:prSet/>
      <dgm:spPr>
        <a:ln w="3175"/>
      </dgm:spPr>
      <dgm:t>
        <a:bodyPr/>
        <a:lstStyle/>
        <a:p>
          <a:endParaRPr lang="en-US" sz="2800"/>
        </a:p>
      </dgm:t>
    </dgm:pt>
    <dgm:pt modelId="{B84CDA86-2342-4CD5-A2D0-3EE2D6B77400}">
      <dgm:prSet phldrT="[Text]" custT="1"/>
      <dgm:spPr>
        <a:ln w="3175"/>
      </dgm:spPr>
      <dgm:t>
        <a:bodyPr/>
        <a:lstStyle/>
        <a:p>
          <a:r>
            <a:rPr lang="en-US" sz="900" dirty="0"/>
            <a:t>05</a:t>
          </a:r>
        </a:p>
      </dgm:t>
    </dgm:pt>
    <dgm:pt modelId="{6D543B5E-EEF0-418E-B140-9726487CF57E}" type="parTrans" cxnId="{A8717369-5DD7-4FC7-8DA8-D37B79527841}">
      <dgm:prSet/>
      <dgm:spPr/>
      <dgm:t>
        <a:bodyPr/>
        <a:lstStyle/>
        <a:p>
          <a:endParaRPr lang="en-US"/>
        </a:p>
      </dgm:t>
    </dgm:pt>
    <dgm:pt modelId="{29F8A4A0-082D-4991-B443-0A8AFA42422B}" type="sibTrans" cxnId="{A8717369-5DD7-4FC7-8DA8-D37B79527841}">
      <dgm:prSet/>
      <dgm:spPr>
        <a:ln w="3175"/>
      </dgm:spPr>
      <dgm:t>
        <a:bodyPr/>
        <a:lstStyle/>
        <a:p>
          <a:endParaRPr lang="en-US" sz="2800"/>
        </a:p>
      </dgm:t>
    </dgm:pt>
    <dgm:pt modelId="{5625A0BA-3784-45B6-97EC-2096A47B399F}">
      <dgm:prSet phldrT="[Text]" custT="1"/>
      <dgm:spPr>
        <a:ln w="3175"/>
      </dgm:spPr>
      <dgm:t>
        <a:bodyPr/>
        <a:lstStyle/>
        <a:p>
          <a:r>
            <a:rPr lang="en-US" sz="900" dirty="0"/>
            <a:t>06</a:t>
          </a:r>
        </a:p>
      </dgm:t>
    </dgm:pt>
    <dgm:pt modelId="{51144210-2446-443F-A25F-970665996710}" type="parTrans" cxnId="{9546C045-C4C2-4C71-84A9-8821CE74D4A7}">
      <dgm:prSet/>
      <dgm:spPr/>
      <dgm:t>
        <a:bodyPr/>
        <a:lstStyle/>
        <a:p>
          <a:endParaRPr lang="en-US"/>
        </a:p>
      </dgm:t>
    </dgm:pt>
    <dgm:pt modelId="{A6D5980C-35E2-4AB0-8246-6AAB28C06B23}" type="sibTrans" cxnId="{9546C045-C4C2-4C71-84A9-8821CE74D4A7}">
      <dgm:prSet/>
      <dgm:spPr>
        <a:ln w="3175"/>
      </dgm:spPr>
      <dgm:t>
        <a:bodyPr/>
        <a:lstStyle/>
        <a:p>
          <a:endParaRPr lang="en-US" sz="2800"/>
        </a:p>
      </dgm:t>
    </dgm:pt>
    <dgm:pt modelId="{B2DF35EF-9BDC-40A7-BFCA-A1A3E1293144}">
      <dgm:prSet phldrT="[Text]" custT="1"/>
      <dgm:spPr>
        <a:ln w="3175"/>
      </dgm:spPr>
      <dgm:t>
        <a:bodyPr/>
        <a:lstStyle/>
        <a:p>
          <a:r>
            <a:rPr lang="en-US" sz="900" dirty="0"/>
            <a:t>07</a:t>
          </a:r>
        </a:p>
      </dgm:t>
    </dgm:pt>
    <dgm:pt modelId="{2769CC40-045F-4640-A563-15B6F6571048}" type="parTrans" cxnId="{C53B7F7A-3F7C-4500-9CAA-E1066ACD9201}">
      <dgm:prSet/>
      <dgm:spPr/>
      <dgm:t>
        <a:bodyPr/>
        <a:lstStyle/>
        <a:p>
          <a:endParaRPr lang="en-US"/>
        </a:p>
      </dgm:t>
    </dgm:pt>
    <dgm:pt modelId="{3515389E-A2D9-4A91-A416-D06FB2BCF4D7}" type="sibTrans" cxnId="{C53B7F7A-3F7C-4500-9CAA-E1066ACD9201}">
      <dgm:prSet/>
      <dgm:spPr>
        <a:ln w="3175"/>
      </dgm:spPr>
      <dgm:t>
        <a:bodyPr/>
        <a:lstStyle/>
        <a:p>
          <a:endParaRPr lang="en-US" sz="2800"/>
        </a:p>
      </dgm:t>
    </dgm:pt>
    <dgm:pt modelId="{868767A5-C3E4-4645-9C8D-69D5627043D3}">
      <dgm:prSet phldrT="[Text]" custT="1"/>
      <dgm:spPr>
        <a:ln w="3175"/>
      </dgm:spPr>
      <dgm:t>
        <a:bodyPr/>
        <a:lstStyle/>
        <a:p>
          <a:r>
            <a:rPr lang="en-US" sz="900" dirty="0"/>
            <a:t>08</a:t>
          </a:r>
        </a:p>
      </dgm:t>
    </dgm:pt>
    <dgm:pt modelId="{09A882C0-93B2-4C56-BE95-EDAAA5B0FF47}" type="parTrans" cxnId="{D30E7CF0-5B4B-40D3-96D0-383F887793FD}">
      <dgm:prSet/>
      <dgm:spPr/>
      <dgm:t>
        <a:bodyPr/>
        <a:lstStyle/>
        <a:p>
          <a:endParaRPr lang="en-US"/>
        </a:p>
      </dgm:t>
    </dgm:pt>
    <dgm:pt modelId="{BE0F9672-9967-4BB3-945A-82902934D4C9}" type="sibTrans" cxnId="{D30E7CF0-5B4B-40D3-96D0-383F887793FD}">
      <dgm:prSet/>
      <dgm:spPr>
        <a:ln w="3175"/>
      </dgm:spPr>
      <dgm:t>
        <a:bodyPr/>
        <a:lstStyle/>
        <a:p>
          <a:endParaRPr lang="en-US" sz="2800"/>
        </a:p>
      </dgm:t>
    </dgm:pt>
    <dgm:pt modelId="{9281F980-DBAB-4458-BA3E-080893361045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09</a:t>
          </a:r>
        </a:p>
      </dgm:t>
    </dgm:pt>
    <dgm:pt modelId="{FC98046A-08E0-48A4-B812-F4BADECAFB37}" type="parTrans" cxnId="{1F774BA2-9135-42D7-A6A7-1C39E6459835}">
      <dgm:prSet/>
      <dgm:spPr/>
      <dgm:t>
        <a:bodyPr/>
        <a:lstStyle/>
        <a:p>
          <a:endParaRPr lang="en-US"/>
        </a:p>
      </dgm:t>
    </dgm:pt>
    <dgm:pt modelId="{EE9F8E24-F686-4CD7-B40D-889B181D327C}" type="sibTrans" cxnId="{1F774BA2-9135-42D7-A6A7-1C39E6459835}">
      <dgm:prSet/>
      <dgm:spPr>
        <a:ln w="3175"/>
      </dgm:spPr>
      <dgm:t>
        <a:bodyPr/>
        <a:lstStyle/>
        <a:p>
          <a:endParaRPr lang="en-US" sz="2800"/>
        </a:p>
      </dgm:t>
    </dgm:pt>
    <dgm:pt modelId="{A895021A-1FC9-40D9-9A23-C05D673066F3}">
      <dgm:prSet phldrT="[Text]" custT="1"/>
      <dgm:spPr>
        <a:ln w="3175"/>
      </dgm:spPr>
      <dgm:t>
        <a:bodyPr/>
        <a:lstStyle/>
        <a:p>
          <a:r>
            <a:rPr lang="en-US" sz="900" dirty="0"/>
            <a:t>10</a:t>
          </a:r>
        </a:p>
      </dgm:t>
    </dgm:pt>
    <dgm:pt modelId="{ED7432BF-B985-48B1-B8F2-801A42157DE6}" type="parTrans" cxnId="{3D4E97EA-89D6-4F69-8109-635B0AF236FD}">
      <dgm:prSet/>
      <dgm:spPr/>
      <dgm:t>
        <a:bodyPr/>
        <a:lstStyle/>
        <a:p>
          <a:endParaRPr lang="en-US"/>
        </a:p>
      </dgm:t>
    </dgm:pt>
    <dgm:pt modelId="{C63CE439-C9A4-437A-AA24-C2B1C4D3EC13}" type="sibTrans" cxnId="{3D4E97EA-89D6-4F69-8109-635B0AF236FD}">
      <dgm:prSet/>
      <dgm:spPr>
        <a:ln w="3175"/>
      </dgm:spPr>
      <dgm:t>
        <a:bodyPr/>
        <a:lstStyle/>
        <a:p>
          <a:endParaRPr lang="en-US" sz="2800"/>
        </a:p>
      </dgm:t>
    </dgm:pt>
    <dgm:pt modelId="{EE1F149E-F983-420A-AE26-0CA291A969CC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11</a:t>
          </a:r>
        </a:p>
      </dgm:t>
    </dgm:pt>
    <dgm:pt modelId="{9B36F709-981A-4F1F-96A6-2972426A3A63}" type="parTrans" cxnId="{C4D13FB4-0FD1-48FF-AB4B-035F479BA4E7}">
      <dgm:prSet/>
      <dgm:spPr/>
      <dgm:t>
        <a:bodyPr/>
        <a:lstStyle/>
        <a:p>
          <a:endParaRPr lang="en-US"/>
        </a:p>
      </dgm:t>
    </dgm:pt>
    <dgm:pt modelId="{3FDD498B-C338-4F3C-9707-6A31F5EB9217}" type="sibTrans" cxnId="{C4D13FB4-0FD1-48FF-AB4B-035F479BA4E7}">
      <dgm:prSet/>
      <dgm:spPr>
        <a:ln w="3175"/>
      </dgm:spPr>
      <dgm:t>
        <a:bodyPr/>
        <a:lstStyle/>
        <a:p>
          <a:endParaRPr lang="en-US" sz="2800"/>
        </a:p>
      </dgm:t>
    </dgm:pt>
    <dgm:pt modelId="{3EBDEC13-B94B-424C-B6D8-E23828E29484}">
      <dgm:prSet phldrT="[Text]" custT="1"/>
      <dgm:spPr>
        <a:ln w="3175"/>
      </dgm:spPr>
      <dgm:t>
        <a:bodyPr/>
        <a:lstStyle/>
        <a:p>
          <a:r>
            <a:rPr lang="en-US" sz="900" dirty="0"/>
            <a:t>12</a:t>
          </a:r>
        </a:p>
      </dgm:t>
    </dgm:pt>
    <dgm:pt modelId="{4194DC5B-FCB2-47F2-A7AB-F8C802D2C380}" type="parTrans" cxnId="{EBC68FFD-0F35-4FBB-B798-DB0A754358E6}">
      <dgm:prSet/>
      <dgm:spPr/>
      <dgm:t>
        <a:bodyPr/>
        <a:lstStyle/>
        <a:p>
          <a:endParaRPr lang="en-US"/>
        </a:p>
      </dgm:t>
    </dgm:pt>
    <dgm:pt modelId="{910D43BF-2E12-4265-8F31-790375B138D8}" type="sibTrans" cxnId="{EBC68FFD-0F35-4FBB-B798-DB0A754358E6}">
      <dgm:prSet/>
      <dgm:spPr>
        <a:ln w="3175"/>
      </dgm:spPr>
      <dgm:t>
        <a:bodyPr/>
        <a:lstStyle/>
        <a:p>
          <a:endParaRPr lang="en-US" sz="2800"/>
        </a:p>
      </dgm:t>
    </dgm:pt>
    <dgm:pt modelId="{DB1B9677-421A-4935-8C22-9192CE87F0FF}">
      <dgm:prSet phldrT="[Text]" custT="1"/>
      <dgm:spPr>
        <a:ln w="3175"/>
      </dgm:spPr>
      <dgm:t>
        <a:bodyPr/>
        <a:lstStyle/>
        <a:p>
          <a:r>
            <a:rPr lang="en-US" sz="900" dirty="0"/>
            <a:t>13</a:t>
          </a:r>
        </a:p>
      </dgm:t>
    </dgm:pt>
    <dgm:pt modelId="{C1DA78D6-0CE1-41A2-A0EE-D8D11B345670}" type="parTrans" cxnId="{1A792AAE-2086-4C09-9299-F978E6D076E1}">
      <dgm:prSet/>
      <dgm:spPr/>
      <dgm:t>
        <a:bodyPr/>
        <a:lstStyle/>
        <a:p>
          <a:endParaRPr lang="en-US"/>
        </a:p>
      </dgm:t>
    </dgm:pt>
    <dgm:pt modelId="{8BCD7E9B-E908-4EDF-8514-EDD1DB17AEBC}" type="sibTrans" cxnId="{1A792AAE-2086-4C09-9299-F978E6D076E1}">
      <dgm:prSet/>
      <dgm:spPr>
        <a:ln w="3175"/>
      </dgm:spPr>
      <dgm:t>
        <a:bodyPr/>
        <a:lstStyle/>
        <a:p>
          <a:endParaRPr lang="en-US" sz="2800"/>
        </a:p>
      </dgm:t>
    </dgm:pt>
    <dgm:pt modelId="{939662E8-1580-40AE-9B6C-323E8300E63E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14</a:t>
          </a:r>
        </a:p>
      </dgm:t>
    </dgm:pt>
    <dgm:pt modelId="{A9B8F123-7BAB-41C3-840A-4F646C50888F}" type="parTrans" cxnId="{9576AAAE-58F2-424F-B8E3-B337460ABDE1}">
      <dgm:prSet/>
      <dgm:spPr/>
      <dgm:t>
        <a:bodyPr/>
        <a:lstStyle/>
        <a:p>
          <a:endParaRPr lang="en-US"/>
        </a:p>
      </dgm:t>
    </dgm:pt>
    <dgm:pt modelId="{122F0F2A-9D73-4F96-9BEF-3D5D0F3739CC}" type="sibTrans" cxnId="{9576AAAE-58F2-424F-B8E3-B337460ABDE1}">
      <dgm:prSet/>
      <dgm:spPr>
        <a:ln w="3175"/>
      </dgm:spPr>
      <dgm:t>
        <a:bodyPr/>
        <a:lstStyle/>
        <a:p>
          <a:endParaRPr lang="en-US" sz="2800"/>
        </a:p>
      </dgm:t>
    </dgm:pt>
    <dgm:pt modelId="{A8370C54-57BB-4D77-84F2-21B7BBCB8CD1}">
      <dgm:prSet phldrT="[Text]" custT="1"/>
      <dgm:spPr>
        <a:ln w="3175"/>
      </dgm:spPr>
      <dgm:t>
        <a:bodyPr/>
        <a:lstStyle/>
        <a:p>
          <a:r>
            <a:rPr lang="en-US" sz="900" dirty="0"/>
            <a:t>15</a:t>
          </a:r>
        </a:p>
      </dgm:t>
    </dgm:pt>
    <dgm:pt modelId="{2A095022-B111-4BF4-8A3A-F583A99A0136}" type="parTrans" cxnId="{F90BA62E-E794-48A5-8857-5262442DCA4D}">
      <dgm:prSet/>
      <dgm:spPr/>
      <dgm:t>
        <a:bodyPr/>
        <a:lstStyle/>
        <a:p>
          <a:endParaRPr lang="en-US"/>
        </a:p>
      </dgm:t>
    </dgm:pt>
    <dgm:pt modelId="{3D64D77A-FD09-4D3C-876D-C0CB137E62CD}" type="sibTrans" cxnId="{F90BA62E-E794-48A5-8857-5262442DCA4D}">
      <dgm:prSet/>
      <dgm:spPr>
        <a:ln w="3175"/>
      </dgm:spPr>
      <dgm:t>
        <a:bodyPr/>
        <a:lstStyle/>
        <a:p>
          <a:endParaRPr lang="en-US" sz="2800"/>
        </a:p>
      </dgm:t>
    </dgm:pt>
    <dgm:pt modelId="{83672DD1-994D-4D7A-9A37-481E9664950D}">
      <dgm:prSet phldrT="[Text]" custT="1"/>
      <dgm:spPr>
        <a:ln w="3175"/>
      </dgm:spPr>
      <dgm:t>
        <a:bodyPr/>
        <a:lstStyle/>
        <a:p>
          <a:r>
            <a:rPr lang="en-US" sz="900" dirty="0"/>
            <a:t>16</a:t>
          </a:r>
        </a:p>
      </dgm:t>
    </dgm:pt>
    <dgm:pt modelId="{DDC0B2F7-016B-4613-8A55-5AA6A2FDE60C}" type="parTrans" cxnId="{88623BD7-0B78-4848-B319-4C616239BAB7}">
      <dgm:prSet/>
      <dgm:spPr/>
      <dgm:t>
        <a:bodyPr/>
        <a:lstStyle/>
        <a:p>
          <a:endParaRPr lang="en-US"/>
        </a:p>
      </dgm:t>
    </dgm:pt>
    <dgm:pt modelId="{B40BDC04-4CE6-4D7E-9F97-0E08939E39C6}" type="sibTrans" cxnId="{88623BD7-0B78-4848-B319-4C616239BAB7}">
      <dgm:prSet/>
      <dgm:spPr>
        <a:ln w="3175"/>
      </dgm:spPr>
      <dgm:t>
        <a:bodyPr/>
        <a:lstStyle/>
        <a:p>
          <a:endParaRPr lang="en-US" sz="2800"/>
        </a:p>
      </dgm:t>
    </dgm:pt>
    <dgm:pt modelId="{FB04C0DC-EAE0-413B-AB0C-0534D7083871}">
      <dgm:prSet phldrT="[Text]" custT="1"/>
      <dgm:spPr>
        <a:ln w="3175"/>
      </dgm:spPr>
      <dgm:t>
        <a:bodyPr/>
        <a:lstStyle/>
        <a:p>
          <a:r>
            <a:rPr lang="en-US" sz="900" dirty="0"/>
            <a:t>17</a:t>
          </a:r>
        </a:p>
      </dgm:t>
    </dgm:pt>
    <dgm:pt modelId="{3EEDB1CF-A50E-4C9A-8150-B0451961C9D5}" type="parTrans" cxnId="{1026074B-CC37-4BE4-828F-B18EFD1D274C}">
      <dgm:prSet/>
      <dgm:spPr/>
      <dgm:t>
        <a:bodyPr/>
        <a:lstStyle/>
        <a:p>
          <a:endParaRPr lang="en-US"/>
        </a:p>
      </dgm:t>
    </dgm:pt>
    <dgm:pt modelId="{5F59E52A-EEFC-4001-A3E3-1E6D1568133C}" type="sibTrans" cxnId="{1026074B-CC37-4BE4-828F-B18EFD1D274C}">
      <dgm:prSet/>
      <dgm:spPr>
        <a:ln w="3175"/>
      </dgm:spPr>
      <dgm:t>
        <a:bodyPr/>
        <a:lstStyle/>
        <a:p>
          <a:endParaRPr lang="en-US" sz="2800"/>
        </a:p>
      </dgm:t>
    </dgm:pt>
    <dgm:pt modelId="{BAB1302C-DD81-4AE2-A8FB-5C6A8E8133E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18</a:t>
          </a:r>
        </a:p>
      </dgm:t>
    </dgm:pt>
    <dgm:pt modelId="{B37CBE12-A1DC-48AE-9D35-BC5397163DD3}" type="parTrans" cxnId="{0B4ECD0A-BE7F-46F0-9F93-AB82BB4736EF}">
      <dgm:prSet/>
      <dgm:spPr/>
      <dgm:t>
        <a:bodyPr/>
        <a:lstStyle/>
        <a:p>
          <a:endParaRPr lang="en-US"/>
        </a:p>
      </dgm:t>
    </dgm:pt>
    <dgm:pt modelId="{E18762FF-2354-4F30-90ED-6FBC8FFF9078}" type="sibTrans" cxnId="{0B4ECD0A-BE7F-46F0-9F93-AB82BB4736EF}">
      <dgm:prSet/>
      <dgm:spPr>
        <a:ln w="3175"/>
      </dgm:spPr>
      <dgm:t>
        <a:bodyPr/>
        <a:lstStyle/>
        <a:p>
          <a:endParaRPr lang="en-US" sz="2800"/>
        </a:p>
      </dgm:t>
    </dgm:pt>
    <dgm:pt modelId="{A69216B9-B887-4EAA-9118-9814BCE4A626}">
      <dgm:prSet phldrT="[Text]" custT="1"/>
      <dgm:spPr>
        <a:ln w="3175"/>
      </dgm:spPr>
      <dgm:t>
        <a:bodyPr/>
        <a:lstStyle/>
        <a:p>
          <a:r>
            <a:rPr lang="en-US" sz="900" dirty="0"/>
            <a:t>19</a:t>
          </a:r>
        </a:p>
      </dgm:t>
    </dgm:pt>
    <dgm:pt modelId="{1D5DB990-5536-4125-944D-02ECBBA33DE4}" type="parTrans" cxnId="{07A50D78-6639-4A33-A74B-7706837DD05D}">
      <dgm:prSet/>
      <dgm:spPr/>
      <dgm:t>
        <a:bodyPr/>
        <a:lstStyle/>
        <a:p>
          <a:endParaRPr lang="en-US"/>
        </a:p>
      </dgm:t>
    </dgm:pt>
    <dgm:pt modelId="{EC947020-A574-4203-9CD7-6728E8A1F218}" type="sibTrans" cxnId="{07A50D78-6639-4A33-A74B-7706837DD05D}">
      <dgm:prSet/>
      <dgm:spPr>
        <a:ln w="3175"/>
      </dgm:spPr>
      <dgm:t>
        <a:bodyPr/>
        <a:lstStyle/>
        <a:p>
          <a:endParaRPr lang="en-US" sz="2800"/>
        </a:p>
      </dgm:t>
    </dgm:pt>
    <dgm:pt modelId="{76B5D27C-739F-4BE1-BB49-1559BF61D55D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20</a:t>
          </a:r>
        </a:p>
      </dgm:t>
    </dgm:pt>
    <dgm:pt modelId="{2119873A-C3A9-416C-A97E-7FBD1FC98807}" type="parTrans" cxnId="{1930D50E-D92E-4107-B01A-44265EC00184}">
      <dgm:prSet/>
      <dgm:spPr/>
      <dgm:t>
        <a:bodyPr/>
        <a:lstStyle/>
        <a:p>
          <a:endParaRPr lang="en-US"/>
        </a:p>
      </dgm:t>
    </dgm:pt>
    <dgm:pt modelId="{C55123D5-8763-48CB-8093-D52598355663}" type="sibTrans" cxnId="{1930D50E-D92E-4107-B01A-44265EC00184}">
      <dgm:prSet/>
      <dgm:spPr>
        <a:ln w="3175"/>
      </dgm:spPr>
      <dgm:t>
        <a:bodyPr/>
        <a:lstStyle/>
        <a:p>
          <a:endParaRPr lang="en-US" sz="2800"/>
        </a:p>
      </dgm:t>
    </dgm:pt>
    <dgm:pt modelId="{35385F59-FD3A-4E0E-806D-0D171FD73B60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21</a:t>
          </a:r>
        </a:p>
      </dgm:t>
    </dgm:pt>
    <dgm:pt modelId="{567BD894-944E-4EF2-8D98-51536C8E1C83}" type="parTrans" cxnId="{9FC3C574-02ED-4232-A01F-9EB4AFF41996}">
      <dgm:prSet/>
      <dgm:spPr/>
      <dgm:t>
        <a:bodyPr/>
        <a:lstStyle/>
        <a:p>
          <a:endParaRPr lang="en-US"/>
        </a:p>
      </dgm:t>
    </dgm:pt>
    <dgm:pt modelId="{6D67EEEA-04ED-4D88-A526-8907150BA8B9}" type="sibTrans" cxnId="{9FC3C574-02ED-4232-A01F-9EB4AFF41996}">
      <dgm:prSet/>
      <dgm:spPr>
        <a:ln w="3175"/>
      </dgm:spPr>
      <dgm:t>
        <a:bodyPr/>
        <a:lstStyle/>
        <a:p>
          <a:endParaRPr lang="en-US" sz="2800"/>
        </a:p>
      </dgm:t>
    </dgm:pt>
    <dgm:pt modelId="{4386FCAA-717C-484A-8040-46E0C7874DC0}">
      <dgm:prSet phldrT="[Text]" custT="1"/>
      <dgm:spPr>
        <a:ln w="3175"/>
      </dgm:spPr>
      <dgm:t>
        <a:bodyPr/>
        <a:lstStyle/>
        <a:p>
          <a:r>
            <a:rPr lang="en-US" sz="900" dirty="0"/>
            <a:t>22</a:t>
          </a:r>
        </a:p>
      </dgm:t>
    </dgm:pt>
    <dgm:pt modelId="{7B2FE6D5-2676-445F-AC55-28FB452BBC94}" type="parTrans" cxnId="{16A34594-33A6-4493-BA23-38BF5100BDF4}">
      <dgm:prSet/>
      <dgm:spPr/>
      <dgm:t>
        <a:bodyPr/>
        <a:lstStyle/>
        <a:p>
          <a:endParaRPr lang="en-US"/>
        </a:p>
      </dgm:t>
    </dgm:pt>
    <dgm:pt modelId="{1D060F47-F191-4433-AAC1-B798E8CB1418}" type="sibTrans" cxnId="{16A34594-33A6-4493-BA23-38BF5100BDF4}">
      <dgm:prSet/>
      <dgm:spPr>
        <a:ln w="3175"/>
      </dgm:spPr>
      <dgm:t>
        <a:bodyPr/>
        <a:lstStyle/>
        <a:p>
          <a:endParaRPr lang="en-US" sz="2800"/>
        </a:p>
      </dgm:t>
    </dgm:pt>
    <dgm:pt modelId="{BB217A16-9AF2-4D4B-B615-1E19EDAD0C53}">
      <dgm:prSet phldrT="[Text]" custT="1"/>
      <dgm:spPr>
        <a:ln w="3175"/>
      </dgm:spPr>
      <dgm:t>
        <a:bodyPr/>
        <a:lstStyle/>
        <a:p>
          <a:r>
            <a:rPr lang="en-US" sz="900" dirty="0"/>
            <a:t>23</a:t>
          </a:r>
        </a:p>
      </dgm:t>
    </dgm:pt>
    <dgm:pt modelId="{C1AA23A3-532B-4317-BA6C-EB24CD6F69A6}" type="parTrans" cxnId="{D864FDE6-AE68-4123-A8AA-7FC1D1294C03}">
      <dgm:prSet/>
      <dgm:spPr/>
      <dgm:t>
        <a:bodyPr/>
        <a:lstStyle/>
        <a:p>
          <a:endParaRPr lang="en-US"/>
        </a:p>
      </dgm:t>
    </dgm:pt>
    <dgm:pt modelId="{C0983ED0-8E1A-4C36-9B3F-D751B585C5F1}" type="sibTrans" cxnId="{D864FDE6-AE68-4123-A8AA-7FC1D1294C03}">
      <dgm:prSet/>
      <dgm:spPr>
        <a:ln w="3175"/>
      </dgm:spPr>
      <dgm:t>
        <a:bodyPr/>
        <a:lstStyle/>
        <a:p>
          <a:endParaRPr lang="en-US" sz="2800"/>
        </a:p>
      </dgm:t>
    </dgm:pt>
    <dgm:pt modelId="{79F5EE38-222D-4BAC-ABC2-B06CAE63135B}">
      <dgm:prSet phldrT="[Text]" custT="1"/>
      <dgm:spPr>
        <a:ln w="3175"/>
      </dgm:spPr>
      <dgm:t>
        <a:bodyPr/>
        <a:lstStyle/>
        <a:p>
          <a:r>
            <a:rPr lang="en-US" sz="900" dirty="0"/>
            <a:t>24</a:t>
          </a:r>
        </a:p>
      </dgm:t>
    </dgm:pt>
    <dgm:pt modelId="{3ADBA506-0986-4716-88E4-2981DF0CE09F}" type="parTrans" cxnId="{0C29EC76-D4AC-4DC4-9D40-265DA37EAA2C}">
      <dgm:prSet/>
      <dgm:spPr/>
      <dgm:t>
        <a:bodyPr/>
        <a:lstStyle/>
        <a:p>
          <a:endParaRPr lang="en-US"/>
        </a:p>
      </dgm:t>
    </dgm:pt>
    <dgm:pt modelId="{6C9FBB1A-9ABC-41ED-8500-19720D0A6187}" type="sibTrans" cxnId="{0C29EC76-D4AC-4DC4-9D40-265DA37EAA2C}">
      <dgm:prSet/>
      <dgm:spPr>
        <a:ln w="3175"/>
      </dgm:spPr>
      <dgm:t>
        <a:bodyPr/>
        <a:lstStyle/>
        <a:p>
          <a:endParaRPr lang="en-US" sz="2800"/>
        </a:p>
      </dgm:t>
    </dgm:pt>
    <dgm:pt modelId="{49E309A8-4ACE-4E24-9468-1B63E3F6A1C8}">
      <dgm:prSet phldrT="[Text]" custT="1"/>
      <dgm:spPr>
        <a:ln w="3175"/>
      </dgm:spPr>
      <dgm:t>
        <a:bodyPr/>
        <a:lstStyle/>
        <a:p>
          <a:r>
            <a:rPr lang="en-US" sz="900" dirty="0"/>
            <a:t>25</a:t>
          </a:r>
        </a:p>
      </dgm:t>
    </dgm:pt>
    <dgm:pt modelId="{D6C68469-A6BE-45BF-A540-5A9AD7D1FDCC}" type="parTrans" cxnId="{C49149D8-B800-4423-B48C-40A1637857E9}">
      <dgm:prSet/>
      <dgm:spPr/>
      <dgm:t>
        <a:bodyPr/>
        <a:lstStyle/>
        <a:p>
          <a:endParaRPr lang="en-US"/>
        </a:p>
      </dgm:t>
    </dgm:pt>
    <dgm:pt modelId="{7115A82F-A0CA-47E6-9A40-2F50E0CCCA35}" type="sibTrans" cxnId="{C49149D8-B800-4423-B48C-40A1637857E9}">
      <dgm:prSet/>
      <dgm:spPr>
        <a:ln w="3175"/>
      </dgm:spPr>
      <dgm:t>
        <a:bodyPr/>
        <a:lstStyle/>
        <a:p>
          <a:endParaRPr lang="en-US" sz="2800"/>
        </a:p>
      </dgm:t>
    </dgm:pt>
    <dgm:pt modelId="{D02FAA77-956C-45D2-8464-ED2559956DD2}">
      <dgm:prSet phldrT="[Text]" custT="1"/>
      <dgm:spPr>
        <a:ln w="3175"/>
      </dgm:spPr>
      <dgm:t>
        <a:bodyPr/>
        <a:lstStyle/>
        <a:p>
          <a:r>
            <a:rPr lang="en-US" sz="900" dirty="0"/>
            <a:t>26</a:t>
          </a:r>
        </a:p>
      </dgm:t>
    </dgm:pt>
    <dgm:pt modelId="{C79E506C-53D3-4E39-8681-67DEA5CADD14}" type="parTrans" cxnId="{9751F274-5EE9-4DEF-9205-CAB8BEE9F26A}">
      <dgm:prSet/>
      <dgm:spPr/>
      <dgm:t>
        <a:bodyPr/>
        <a:lstStyle/>
        <a:p>
          <a:endParaRPr lang="en-US"/>
        </a:p>
      </dgm:t>
    </dgm:pt>
    <dgm:pt modelId="{AC94AC6E-FC58-470F-95C8-F928ABB93594}" type="sibTrans" cxnId="{9751F274-5EE9-4DEF-9205-CAB8BEE9F26A}">
      <dgm:prSet/>
      <dgm:spPr>
        <a:ln w="3175"/>
      </dgm:spPr>
      <dgm:t>
        <a:bodyPr/>
        <a:lstStyle/>
        <a:p>
          <a:endParaRPr lang="en-US" sz="2800"/>
        </a:p>
      </dgm:t>
    </dgm:pt>
    <dgm:pt modelId="{BA2EC476-731E-4903-8F01-CC5FC637BFFF}">
      <dgm:prSet phldrT="[Text]" custT="1"/>
      <dgm:spPr>
        <a:ln w="3175"/>
      </dgm:spPr>
      <dgm:t>
        <a:bodyPr/>
        <a:lstStyle/>
        <a:p>
          <a:r>
            <a:rPr lang="en-US" sz="900" dirty="0"/>
            <a:t>27</a:t>
          </a:r>
        </a:p>
      </dgm:t>
    </dgm:pt>
    <dgm:pt modelId="{1E93F294-9191-4F3C-8C73-307BDA462CD8}" type="parTrans" cxnId="{DDAE6729-4ABF-4BA0-9066-ABCD3045B768}">
      <dgm:prSet/>
      <dgm:spPr/>
      <dgm:t>
        <a:bodyPr/>
        <a:lstStyle/>
        <a:p>
          <a:endParaRPr lang="en-US"/>
        </a:p>
      </dgm:t>
    </dgm:pt>
    <dgm:pt modelId="{C81C93CF-4ABC-443A-B46F-7B67B7A103B0}" type="sibTrans" cxnId="{DDAE6729-4ABF-4BA0-9066-ABCD3045B768}">
      <dgm:prSet/>
      <dgm:spPr>
        <a:ln w="3175"/>
      </dgm:spPr>
      <dgm:t>
        <a:bodyPr/>
        <a:lstStyle/>
        <a:p>
          <a:endParaRPr lang="en-US" sz="2800"/>
        </a:p>
      </dgm:t>
    </dgm:pt>
    <dgm:pt modelId="{48A59AEC-96FC-49B4-88EA-A3EB39384894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28</a:t>
          </a:r>
        </a:p>
      </dgm:t>
    </dgm:pt>
    <dgm:pt modelId="{C44A88B5-B9C3-46DA-9DED-FD4A07327DFA}" type="parTrans" cxnId="{E4A6BC44-AE44-4BA5-B6D3-1BCE6AE0F149}">
      <dgm:prSet/>
      <dgm:spPr/>
      <dgm:t>
        <a:bodyPr/>
        <a:lstStyle/>
        <a:p>
          <a:endParaRPr lang="en-US"/>
        </a:p>
      </dgm:t>
    </dgm:pt>
    <dgm:pt modelId="{B7A4C8FA-340E-486F-81D8-FF544AB43A4E}" type="sibTrans" cxnId="{E4A6BC44-AE44-4BA5-B6D3-1BCE6AE0F149}">
      <dgm:prSet/>
      <dgm:spPr>
        <a:ln w="3175"/>
      </dgm:spPr>
      <dgm:t>
        <a:bodyPr/>
        <a:lstStyle/>
        <a:p>
          <a:endParaRPr lang="en-US" sz="2800"/>
        </a:p>
      </dgm:t>
    </dgm:pt>
    <dgm:pt modelId="{0C32458D-E832-48BB-9259-B17D8D2F155B}">
      <dgm:prSet phldrT="[Text]" custT="1"/>
      <dgm:spPr>
        <a:ln w="3175"/>
      </dgm:spPr>
      <dgm:t>
        <a:bodyPr/>
        <a:lstStyle/>
        <a:p>
          <a:r>
            <a:rPr lang="en-US" sz="900" dirty="0"/>
            <a:t>29</a:t>
          </a:r>
        </a:p>
      </dgm:t>
    </dgm:pt>
    <dgm:pt modelId="{4243369C-ADCF-43E1-B70D-7FEE941604AC}" type="parTrans" cxnId="{CA98B5B7-867D-41B4-A452-B4FC72D3A4DD}">
      <dgm:prSet/>
      <dgm:spPr/>
      <dgm:t>
        <a:bodyPr/>
        <a:lstStyle/>
        <a:p>
          <a:endParaRPr lang="en-US"/>
        </a:p>
      </dgm:t>
    </dgm:pt>
    <dgm:pt modelId="{DF88F8CF-9279-4F9F-A099-1B4E96148323}" type="sibTrans" cxnId="{CA98B5B7-867D-41B4-A452-B4FC72D3A4DD}">
      <dgm:prSet/>
      <dgm:spPr>
        <a:ln w="3175"/>
      </dgm:spPr>
      <dgm:t>
        <a:bodyPr/>
        <a:lstStyle/>
        <a:p>
          <a:endParaRPr lang="en-US" sz="2800"/>
        </a:p>
      </dgm:t>
    </dgm:pt>
    <dgm:pt modelId="{553BEC81-A978-430C-80DA-1DF185989AAF}">
      <dgm:prSet phldrT="[Text]" custT="1"/>
      <dgm:spPr>
        <a:ln w="3175"/>
      </dgm:spPr>
      <dgm:t>
        <a:bodyPr/>
        <a:lstStyle/>
        <a:p>
          <a:r>
            <a:rPr lang="en-US" sz="900" dirty="0"/>
            <a:t>30</a:t>
          </a:r>
        </a:p>
      </dgm:t>
    </dgm:pt>
    <dgm:pt modelId="{F967C4E0-84B8-4DD8-94B3-652A70C1E617}" type="parTrans" cxnId="{FE5DE3E6-FC91-4656-85E4-45B335D2DABB}">
      <dgm:prSet/>
      <dgm:spPr/>
      <dgm:t>
        <a:bodyPr/>
        <a:lstStyle/>
        <a:p>
          <a:endParaRPr lang="en-US"/>
        </a:p>
      </dgm:t>
    </dgm:pt>
    <dgm:pt modelId="{E48A52DD-C72D-4935-A10C-8179C47FCC6E}" type="sibTrans" cxnId="{FE5DE3E6-FC91-4656-85E4-45B335D2DABB}">
      <dgm:prSet/>
      <dgm:spPr/>
      <dgm:t>
        <a:bodyPr/>
        <a:lstStyle/>
        <a:p>
          <a:endParaRPr lang="en-US"/>
        </a:p>
      </dgm:t>
    </dgm:pt>
    <dgm:pt modelId="{E4888B1B-2BE2-4790-B9ED-71F3187B9F21}">
      <dgm:prSet phldrT="[Text]" custT="1"/>
      <dgm:spPr>
        <a:ln w="3175"/>
      </dgm:spPr>
      <dgm:t>
        <a:bodyPr/>
        <a:lstStyle/>
        <a:p>
          <a:r>
            <a:rPr lang="en-US" sz="900" dirty="0"/>
            <a:t>31</a:t>
          </a:r>
        </a:p>
      </dgm:t>
    </dgm:pt>
    <dgm:pt modelId="{73C1ADEF-47C9-4674-A811-66907754D373}" type="parTrans" cxnId="{361C1845-B91F-4C24-B652-323E1165FD8F}">
      <dgm:prSet/>
      <dgm:spPr/>
      <dgm:t>
        <a:bodyPr/>
        <a:lstStyle/>
        <a:p>
          <a:endParaRPr lang="en-US"/>
        </a:p>
      </dgm:t>
    </dgm:pt>
    <dgm:pt modelId="{E1A72A0C-6E1A-4616-AA17-2E6AC02A1850}" type="sibTrans" cxnId="{361C1845-B91F-4C24-B652-323E1165FD8F}">
      <dgm:prSet/>
      <dgm:spPr/>
      <dgm:t>
        <a:bodyPr/>
        <a:lstStyle/>
        <a:p>
          <a:endParaRPr lang="en-US"/>
        </a:p>
      </dgm:t>
    </dgm:pt>
    <dgm:pt modelId="{EFAE7302-6632-4D60-A96D-23F394241DE4}" type="pres">
      <dgm:prSet presAssocID="{B3F6A2BA-40B6-4187-AFF8-F8F9AF80E7F9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7F6FC54-D545-444E-B19E-55F8864057C9}" type="pres">
      <dgm:prSet presAssocID="{CB7A3099-1224-4ECB-902C-396EC7BA7968}" presName="node" presStyleLbl="node1" presStyleIdx="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3F8756-B089-4C69-872B-9C77B1D2E9B9}" type="pres">
      <dgm:prSet presAssocID="{CB7A3099-1224-4ECB-902C-396EC7BA7968}" presName="spNode" presStyleCnt="0"/>
      <dgm:spPr/>
    </dgm:pt>
    <dgm:pt modelId="{990317AE-40E7-4E24-A709-5C1E3D7DF428}" type="pres">
      <dgm:prSet presAssocID="{50D7F308-47D9-4906-97CC-2D84909FC247}" presName="sibTrans" presStyleLbl="sibTrans1D1" presStyleIdx="0" presStyleCnt="32" custScaleX="2000000" custScaleY="2000000"/>
      <dgm:spPr/>
      <dgm:t>
        <a:bodyPr/>
        <a:lstStyle/>
        <a:p>
          <a:endParaRPr lang="en-US"/>
        </a:p>
      </dgm:t>
    </dgm:pt>
    <dgm:pt modelId="{0A74DD1F-BEEA-4E1C-A32C-B77C043FA489}" type="pres">
      <dgm:prSet presAssocID="{05255914-D32A-40B4-8C21-212024189328}" presName="node" presStyleLbl="node1" presStyleIdx="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AA3025-9FF4-4436-AD56-351C2AA3B91C}" type="pres">
      <dgm:prSet presAssocID="{05255914-D32A-40B4-8C21-212024189328}" presName="spNode" presStyleCnt="0"/>
      <dgm:spPr/>
    </dgm:pt>
    <dgm:pt modelId="{53232857-986B-4378-8600-83D67A96D1FC}" type="pres">
      <dgm:prSet presAssocID="{DF2D58BB-B07E-4427-B0B4-7328C7A546CF}" presName="sibTrans" presStyleLbl="sibTrans1D1" presStyleIdx="1" presStyleCnt="32" custScaleX="2000000" custScaleY="2000000"/>
      <dgm:spPr/>
      <dgm:t>
        <a:bodyPr/>
        <a:lstStyle/>
        <a:p>
          <a:endParaRPr lang="en-US"/>
        </a:p>
      </dgm:t>
    </dgm:pt>
    <dgm:pt modelId="{B79BDE4E-122F-4949-877A-51460124312E}" type="pres">
      <dgm:prSet presAssocID="{CF291975-5B89-42C1-A954-78B0363C5805}" presName="node" presStyleLbl="node1" presStyleIdx="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A97052-E50B-4364-B8F3-C5BB55C62E43}" type="pres">
      <dgm:prSet presAssocID="{CF291975-5B89-42C1-A954-78B0363C5805}" presName="spNode" presStyleCnt="0"/>
      <dgm:spPr/>
    </dgm:pt>
    <dgm:pt modelId="{C1FBA839-DD16-4EA3-AA23-4F09E108C25C}" type="pres">
      <dgm:prSet presAssocID="{BB5988A9-792F-4F35-BF7A-F0D97FB3530B}" presName="sibTrans" presStyleLbl="sibTrans1D1" presStyleIdx="2" presStyleCnt="32" custScaleX="2000000" custScaleY="2000000"/>
      <dgm:spPr/>
      <dgm:t>
        <a:bodyPr/>
        <a:lstStyle/>
        <a:p>
          <a:endParaRPr lang="en-US"/>
        </a:p>
      </dgm:t>
    </dgm:pt>
    <dgm:pt modelId="{47D8252C-7210-4124-986D-C5A27EC7BB38}" type="pres">
      <dgm:prSet presAssocID="{0F1EED64-1422-4916-86A1-6EC539D1088A}" presName="node" presStyleLbl="node1" presStyleIdx="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128025-155A-4115-B8B9-1A751CA1730C}" type="pres">
      <dgm:prSet presAssocID="{0F1EED64-1422-4916-86A1-6EC539D1088A}" presName="spNode" presStyleCnt="0"/>
      <dgm:spPr/>
    </dgm:pt>
    <dgm:pt modelId="{9A5BE75C-4E4D-435D-8920-9E32832F465D}" type="pres">
      <dgm:prSet presAssocID="{C682A7C4-7A1C-44E3-9B83-DF842E56DA03}" presName="sibTrans" presStyleLbl="sibTrans1D1" presStyleIdx="3" presStyleCnt="32" custScaleX="2000000" custScaleY="2000000"/>
      <dgm:spPr/>
      <dgm:t>
        <a:bodyPr/>
        <a:lstStyle/>
        <a:p>
          <a:endParaRPr lang="en-US"/>
        </a:p>
      </dgm:t>
    </dgm:pt>
    <dgm:pt modelId="{E213AD56-109D-4571-A0B0-1181C7025370}" type="pres">
      <dgm:prSet presAssocID="{EA111F39-A024-4AB2-977C-8988D99FEE4B}" presName="node" presStyleLbl="node1" presStyleIdx="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190AB1-8428-4DEE-ADF0-BAC788A0917C}" type="pres">
      <dgm:prSet presAssocID="{EA111F39-A024-4AB2-977C-8988D99FEE4B}" presName="spNode" presStyleCnt="0"/>
      <dgm:spPr/>
    </dgm:pt>
    <dgm:pt modelId="{3E6F2280-A61F-493F-991B-F51BCDF11010}" type="pres">
      <dgm:prSet presAssocID="{AA774F68-286C-419B-8B7D-02F83155FDF4}" presName="sibTrans" presStyleLbl="sibTrans1D1" presStyleIdx="4" presStyleCnt="32" custScaleX="2000000" custScaleY="2000000"/>
      <dgm:spPr/>
      <dgm:t>
        <a:bodyPr/>
        <a:lstStyle/>
        <a:p>
          <a:endParaRPr lang="en-US"/>
        </a:p>
      </dgm:t>
    </dgm:pt>
    <dgm:pt modelId="{D0E1629B-81D1-410E-AE41-A68200AAD38A}" type="pres">
      <dgm:prSet presAssocID="{B84CDA86-2342-4CD5-A2D0-3EE2D6B77400}" presName="node" presStyleLbl="node1" presStyleIdx="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736DC7-D98D-4E78-942E-3E553CB51665}" type="pres">
      <dgm:prSet presAssocID="{B84CDA86-2342-4CD5-A2D0-3EE2D6B77400}" presName="spNode" presStyleCnt="0"/>
      <dgm:spPr/>
    </dgm:pt>
    <dgm:pt modelId="{896B2AF0-997F-4A3D-95E9-687AEE393215}" type="pres">
      <dgm:prSet presAssocID="{29F8A4A0-082D-4991-B443-0A8AFA42422B}" presName="sibTrans" presStyleLbl="sibTrans1D1" presStyleIdx="5" presStyleCnt="32" custScaleX="2000000" custScaleY="2000000"/>
      <dgm:spPr/>
      <dgm:t>
        <a:bodyPr/>
        <a:lstStyle/>
        <a:p>
          <a:endParaRPr lang="en-US"/>
        </a:p>
      </dgm:t>
    </dgm:pt>
    <dgm:pt modelId="{BC51FB21-3AAD-464F-AB4E-68130F6D9956}" type="pres">
      <dgm:prSet presAssocID="{5625A0BA-3784-45B6-97EC-2096A47B399F}" presName="node" presStyleLbl="node1" presStyleIdx="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8D2501-9B9B-4053-8341-251711D30C2F}" type="pres">
      <dgm:prSet presAssocID="{5625A0BA-3784-45B6-97EC-2096A47B399F}" presName="spNode" presStyleCnt="0"/>
      <dgm:spPr/>
    </dgm:pt>
    <dgm:pt modelId="{36A25B59-0286-4766-AF4A-4AD99255FB9A}" type="pres">
      <dgm:prSet presAssocID="{A6D5980C-35E2-4AB0-8246-6AAB28C06B23}" presName="sibTrans" presStyleLbl="sibTrans1D1" presStyleIdx="6" presStyleCnt="32" custScaleX="2000000" custScaleY="2000000"/>
      <dgm:spPr/>
      <dgm:t>
        <a:bodyPr/>
        <a:lstStyle/>
        <a:p>
          <a:endParaRPr lang="en-US"/>
        </a:p>
      </dgm:t>
    </dgm:pt>
    <dgm:pt modelId="{4EBAFEA8-38A7-4839-A196-E833865FEC3E}" type="pres">
      <dgm:prSet presAssocID="{B2DF35EF-9BDC-40A7-BFCA-A1A3E1293144}" presName="node" presStyleLbl="node1" presStyleIdx="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48C08C-3758-4EEE-8D81-59D26C39B226}" type="pres">
      <dgm:prSet presAssocID="{B2DF35EF-9BDC-40A7-BFCA-A1A3E1293144}" presName="spNode" presStyleCnt="0"/>
      <dgm:spPr/>
    </dgm:pt>
    <dgm:pt modelId="{A95F9BD2-8E6C-4D20-A2D9-24C989631FAC}" type="pres">
      <dgm:prSet presAssocID="{3515389E-A2D9-4A91-A416-D06FB2BCF4D7}" presName="sibTrans" presStyleLbl="sibTrans1D1" presStyleIdx="7" presStyleCnt="32" custScaleX="2000000" custScaleY="2000000"/>
      <dgm:spPr/>
      <dgm:t>
        <a:bodyPr/>
        <a:lstStyle/>
        <a:p>
          <a:endParaRPr lang="en-US"/>
        </a:p>
      </dgm:t>
    </dgm:pt>
    <dgm:pt modelId="{FCDBC8B2-A072-489D-B135-4F76C90ABB73}" type="pres">
      <dgm:prSet presAssocID="{868767A5-C3E4-4645-9C8D-69D5627043D3}" presName="node" presStyleLbl="node1" presStyleIdx="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502533-D656-4694-9BDA-B75F503AD108}" type="pres">
      <dgm:prSet presAssocID="{868767A5-C3E4-4645-9C8D-69D5627043D3}" presName="spNode" presStyleCnt="0"/>
      <dgm:spPr/>
    </dgm:pt>
    <dgm:pt modelId="{BBF115A0-E49F-481D-B9B9-7781A7700C68}" type="pres">
      <dgm:prSet presAssocID="{BE0F9672-9967-4BB3-945A-82902934D4C9}" presName="sibTrans" presStyleLbl="sibTrans1D1" presStyleIdx="8" presStyleCnt="32" custScaleX="2000000" custScaleY="2000000"/>
      <dgm:spPr/>
      <dgm:t>
        <a:bodyPr/>
        <a:lstStyle/>
        <a:p>
          <a:endParaRPr lang="en-US"/>
        </a:p>
      </dgm:t>
    </dgm:pt>
    <dgm:pt modelId="{27377A35-5C63-4153-A1CA-D07A81FEBED6}" type="pres">
      <dgm:prSet presAssocID="{9281F980-DBAB-4458-BA3E-080893361045}" presName="node" presStyleLbl="node1" presStyleIdx="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6E8CAE-7A6A-441E-B81D-F2A6930AEB34}" type="pres">
      <dgm:prSet presAssocID="{9281F980-DBAB-4458-BA3E-080893361045}" presName="spNode" presStyleCnt="0"/>
      <dgm:spPr/>
    </dgm:pt>
    <dgm:pt modelId="{C75F3799-6FE1-44D4-94E5-D0323DD9642D}" type="pres">
      <dgm:prSet presAssocID="{EE9F8E24-F686-4CD7-B40D-889B181D327C}" presName="sibTrans" presStyleLbl="sibTrans1D1" presStyleIdx="9" presStyleCnt="32" custScaleX="2000000" custScaleY="2000000"/>
      <dgm:spPr/>
      <dgm:t>
        <a:bodyPr/>
        <a:lstStyle/>
        <a:p>
          <a:endParaRPr lang="en-US"/>
        </a:p>
      </dgm:t>
    </dgm:pt>
    <dgm:pt modelId="{ACA3DEE4-4C37-414B-A20E-469C72FF631D}" type="pres">
      <dgm:prSet presAssocID="{A895021A-1FC9-40D9-9A23-C05D673066F3}" presName="node" presStyleLbl="node1" presStyleIdx="1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77587-15D8-428C-8F90-BB7C49868333}" type="pres">
      <dgm:prSet presAssocID="{A895021A-1FC9-40D9-9A23-C05D673066F3}" presName="spNode" presStyleCnt="0"/>
      <dgm:spPr/>
    </dgm:pt>
    <dgm:pt modelId="{39826E2A-859D-4D09-B02A-05287C251E70}" type="pres">
      <dgm:prSet presAssocID="{C63CE439-C9A4-437A-AA24-C2B1C4D3EC13}" presName="sibTrans" presStyleLbl="sibTrans1D1" presStyleIdx="10" presStyleCnt="32" custScaleX="2000000" custScaleY="2000000"/>
      <dgm:spPr/>
      <dgm:t>
        <a:bodyPr/>
        <a:lstStyle/>
        <a:p>
          <a:endParaRPr lang="en-US"/>
        </a:p>
      </dgm:t>
    </dgm:pt>
    <dgm:pt modelId="{508270A1-9056-4B9A-B0BC-2D3B1299FC58}" type="pres">
      <dgm:prSet presAssocID="{EE1F149E-F983-420A-AE26-0CA291A969CC}" presName="node" presStyleLbl="node1" presStyleIdx="1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B48CEE-BE6C-4B73-AA70-08340D7306CA}" type="pres">
      <dgm:prSet presAssocID="{EE1F149E-F983-420A-AE26-0CA291A969CC}" presName="spNode" presStyleCnt="0"/>
      <dgm:spPr/>
    </dgm:pt>
    <dgm:pt modelId="{0186EB4D-19E9-40A6-9853-FE75E1F1C601}" type="pres">
      <dgm:prSet presAssocID="{3FDD498B-C338-4F3C-9707-6A31F5EB9217}" presName="sibTrans" presStyleLbl="sibTrans1D1" presStyleIdx="11" presStyleCnt="32" custScaleX="2000000" custScaleY="2000000"/>
      <dgm:spPr/>
      <dgm:t>
        <a:bodyPr/>
        <a:lstStyle/>
        <a:p>
          <a:endParaRPr lang="en-US"/>
        </a:p>
      </dgm:t>
    </dgm:pt>
    <dgm:pt modelId="{E6415271-4602-49BD-8F77-B2554532B0A0}" type="pres">
      <dgm:prSet presAssocID="{3EBDEC13-B94B-424C-B6D8-E23828E29484}" presName="node" presStyleLbl="node1" presStyleIdx="1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476B6F-E555-4078-9F4F-FED8900C0811}" type="pres">
      <dgm:prSet presAssocID="{3EBDEC13-B94B-424C-B6D8-E23828E29484}" presName="spNode" presStyleCnt="0"/>
      <dgm:spPr/>
    </dgm:pt>
    <dgm:pt modelId="{0CA37BE1-2CF9-468E-BFF7-47A995E3BB08}" type="pres">
      <dgm:prSet presAssocID="{910D43BF-2E12-4265-8F31-790375B138D8}" presName="sibTrans" presStyleLbl="sibTrans1D1" presStyleIdx="12" presStyleCnt="32" custScaleX="2000000" custScaleY="2000000"/>
      <dgm:spPr/>
      <dgm:t>
        <a:bodyPr/>
        <a:lstStyle/>
        <a:p>
          <a:endParaRPr lang="en-US"/>
        </a:p>
      </dgm:t>
    </dgm:pt>
    <dgm:pt modelId="{C10433AE-724D-434E-B55F-F8FBA5E6691B}" type="pres">
      <dgm:prSet presAssocID="{DB1B9677-421A-4935-8C22-9192CE87F0FF}" presName="node" presStyleLbl="node1" presStyleIdx="1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F69A71-2EE3-482B-A6FD-09CDD6717BD2}" type="pres">
      <dgm:prSet presAssocID="{DB1B9677-421A-4935-8C22-9192CE87F0FF}" presName="spNode" presStyleCnt="0"/>
      <dgm:spPr/>
    </dgm:pt>
    <dgm:pt modelId="{6361BE26-1613-4254-AAB5-23BC794B38F0}" type="pres">
      <dgm:prSet presAssocID="{8BCD7E9B-E908-4EDF-8514-EDD1DB17AEBC}" presName="sibTrans" presStyleLbl="sibTrans1D1" presStyleIdx="13" presStyleCnt="32" custScaleX="2000000" custScaleY="2000000"/>
      <dgm:spPr/>
      <dgm:t>
        <a:bodyPr/>
        <a:lstStyle/>
        <a:p>
          <a:endParaRPr lang="en-US"/>
        </a:p>
      </dgm:t>
    </dgm:pt>
    <dgm:pt modelId="{75C04093-B402-44E4-A02F-D9D20B3CFE9D}" type="pres">
      <dgm:prSet presAssocID="{939662E8-1580-40AE-9B6C-323E8300E63E}" presName="node" presStyleLbl="node1" presStyleIdx="1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0450C4-F523-4B16-B2D9-4DF083C0D164}" type="pres">
      <dgm:prSet presAssocID="{939662E8-1580-40AE-9B6C-323E8300E63E}" presName="spNode" presStyleCnt="0"/>
      <dgm:spPr/>
    </dgm:pt>
    <dgm:pt modelId="{76F78CE6-90C8-4B35-9F7E-1F5EB9B22151}" type="pres">
      <dgm:prSet presAssocID="{122F0F2A-9D73-4F96-9BEF-3D5D0F3739CC}" presName="sibTrans" presStyleLbl="sibTrans1D1" presStyleIdx="14" presStyleCnt="32" custScaleX="2000000" custScaleY="2000000"/>
      <dgm:spPr/>
      <dgm:t>
        <a:bodyPr/>
        <a:lstStyle/>
        <a:p>
          <a:endParaRPr lang="en-US"/>
        </a:p>
      </dgm:t>
    </dgm:pt>
    <dgm:pt modelId="{618D29F1-B27A-4177-81E5-AC40E22B797C}" type="pres">
      <dgm:prSet presAssocID="{A8370C54-57BB-4D77-84F2-21B7BBCB8CD1}" presName="node" presStyleLbl="node1" presStyleIdx="1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A6B6DF-5C12-40CD-AAE4-BEDED49DD127}" type="pres">
      <dgm:prSet presAssocID="{A8370C54-57BB-4D77-84F2-21B7BBCB8CD1}" presName="spNode" presStyleCnt="0"/>
      <dgm:spPr/>
    </dgm:pt>
    <dgm:pt modelId="{B309ED74-66A5-480C-86D1-D4E840F406AC}" type="pres">
      <dgm:prSet presAssocID="{3D64D77A-FD09-4D3C-876D-C0CB137E62CD}" presName="sibTrans" presStyleLbl="sibTrans1D1" presStyleIdx="15" presStyleCnt="32" custScaleX="2000000" custScaleY="2000000"/>
      <dgm:spPr/>
      <dgm:t>
        <a:bodyPr/>
        <a:lstStyle/>
        <a:p>
          <a:endParaRPr lang="en-US"/>
        </a:p>
      </dgm:t>
    </dgm:pt>
    <dgm:pt modelId="{1DFE6595-7230-483C-9D32-BFCA9CE92D85}" type="pres">
      <dgm:prSet presAssocID="{83672DD1-994D-4D7A-9A37-481E9664950D}" presName="node" presStyleLbl="node1" presStyleIdx="1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1B332A-C98B-433A-BC90-670312A65140}" type="pres">
      <dgm:prSet presAssocID="{83672DD1-994D-4D7A-9A37-481E9664950D}" presName="spNode" presStyleCnt="0"/>
      <dgm:spPr/>
    </dgm:pt>
    <dgm:pt modelId="{F136BB06-5C60-4B50-98D8-C6FCDB3F7F8E}" type="pres">
      <dgm:prSet presAssocID="{B40BDC04-4CE6-4D7E-9F97-0E08939E39C6}" presName="sibTrans" presStyleLbl="sibTrans1D1" presStyleIdx="16" presStyleCnt="32" custScaleX="2000000" custScaleY="2000000"/>
      <dgm:spPr/>
      <dgm:t>
        <a:bodyPr/>
        <a:lstStyle/>
        <a:p>
          <a:endParaRPr lang="en-US"/>
        </a:p>
      </dgm:t>
    </dgm:pt>
    <dgm:pt modelId="{2CC1B40C-A928-4D28-85BB-5E0283FC2F77}" type="pres">
      <dgm:prSet presAssocID="{FB04C0DC-EAE0-413B-AB0C-0534D7083871}" presName="node" presStyleLbl="node1" presStyleIdx="1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F4F930-8B6A-4ECB-AEE6-E6BBCDEDB007}" type="pres">
      <dgm:prSet presAssocID="{FB04C0DC-EAE0-413B-AB0C-0534D7083871}" presName="spNode" presStyleCnt="0"/>
      <dgm:spPr/>
    </dgm:pt>
    <dgm:pt modelId="{68E8B125-993D-469E-AA0B-682C870C8CE0}" type="pres">
      <dgm:prSet presAssocID="{5F59E52A-EEFC-4001-A3E3-1E6D1568133C}" presName="sibTrans" presStyleLbl="sibTrans1D1" presStyleIdx="17" presStyleCnt="32" custScaleX="2000000" custScaleY="2000000"/>
      <dgm:spPr/>
      <dgm:t>
        <a:bodyPr/>
        <a:lstStyle/>
        <a:p>
          <a:endParaRPr lang="en-US"/>
        </a:p>
      </dgm:t>
    </dgm:pt>
    <dgm:pt modelId="{FADD2792-6893-42FB-A020-33C72A283A6C}" type="pres">
      <dgm:prSet presAssocID="{BAB1302C-DD81-4AE2-A8FB-5C6A8E8133E8}" presName="node" presStyleLbl="node1" presStyleIdx="1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47F71B-899A-499F-BE60-DD768007AE3D}" type="pres">
      <dgm:prSet presAssocID="{BAB1302C-DD81-4AE2-A8FB-5C6A8E8133E8}" presName="spNode" presStyleCnt="0"/>
      <dgm:spPr/>
    </dgm:pt>
    <dgm:pt modelId="{B9DC5B5E-81C6-4A00-AD4E-BE0007B91F2F}" type="pres">
      <dgm:prSet presAssocID="{E18762FF-2354-4F30-90ED-6FBC8FFF9078}" presName="sibTrans" presStyleLbl="sibTrans1D1" presStyleIdx="18" presStyleCnt="32" custScaleX="2000000" custScaleY="2000000"/>
      <dgm:spPr/>
      <dgm:t>
        <a:bodyPr/>
        <a:lstStyle/>
        <a:p>
          <a:endParaRPr lang="en-US"/>
        </a:p>
      </dgm:t>
    </dgm:pt>
    <dgm:pt modelId="{FD352E1F-0C68-49D5-B0E2-54376D4F934A}" type="pres">
      <dgm:prSet presAssocID="{A69216B9-B887-4EAA-9118-9814BCE4A626}" presName="node" presStyleLbl="node1" presStyleIdx="1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C5354E-3415-46FB-ADB3-32C666B3BC89}" type="pres">
      <dgm:prSet presAssocID="{A69216B9-B887-4EAA-9118-9814BCE4A626}" presName="spNode" presStyleCnt="0"/>
      <dgm:spPr/>
    </dgm:pt>
    <dgm:pt modelId="{F4BCE455-286B-4204-B5F1-B8A634EE86AA}" type="pres">
      <dgm:prSet presAssocID="{EC947020-A574-4203-9CD7-6728E8A1F218}" presName="sibTrans" presStyleLbl="sibTrans1D1" presStyleIdx="19" presStyleCnt="32" custScaleX="2000000" custScaleY="2000000"/>
      <dgm:spPr/>
      <dgm:t>
        <a:bodyPr/>
        <a:lstStyle/>
        <a:p>
          <a:endParaRPr lang="en-US"/>
        </a:p>
      </dgm:t>
    </dgm:pt>
    <dgm:pt modelId="{C78ECE81-A2B2-47AC-8CB7-A602A09D7084}" type="pres">
      <dgm:prSet presAssocID="{76B5D27C-739F-4BE1-BB49-1559BF61D55D}" presName="node" presStyleLbl="node1" presStyleIdx="2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56EB1A-D3E6-4B49-8BAB-D14453A9BB73}" type="pres">
      <dgm:prSet presAssocID="{76B5D27C-739F-4BE1-BB49-1559BF61D55D}" presName="spNode" presStyleCnt="0"/>
      <dgm:spPr/>
    </dgm:pt>
    <dgm:pt modelId="{E5C3F0BA-DB69-495D-9DEA-D13C90EA3630}" type="pres">
      <dgm:prSet presAssocID="{C55123D5-8763-48CB-8093-D52598355663}" presName="sibTrans" presStyleLbl="sibTrans1D1" presStyleIdx="20" presStyleCnt="32" custScaleX="2000000" custScaleY="2000000"/>
      <dgm:spPr/>
      <dgm:t>
        <a:bodyPr/>
        <a:lstStyle/>
        <a:p>
          <a:endParaRPr lang="en-US"/>
        </a:p>
      </dgm:t>
    </dgm:pt>
    <dgm:pt modelId="{43DDAB27-C0DF-44FA-802A-67BF1D0F81B4}" type="pres">
      <dgm:prSet presAssocID="{35385F59-FD3A-4E0E-806D-0D171FD73B60}" presName="node" presStyleLbl="node1" presStyleIdx="2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07BEE8-98F3-4383-8C3D-272C0DCA3135}" type="pres">
      <dgm:prSet presAssocID="{35385F59-FD3A-4E0E-806D-0D171FD73B60}" presName="spNode" presStyleCnt="0"/>
      <dgm:spPr/>
    </dgm:pt>
    <dgm:pt modelId="{4564EECB-4F9B-4DE6-A4A8-79CB80D711FC}" type="pres">
      <dgm:prSet presAssocID="{6D67EEEA-04ED-4D88-A526-8907150BA8B9}" presName="sibTrans" presStyleLbl="sibTrans1D1" presStyleIdx="21" presStyleCnt="32" custScaleX="2000000" custScaleY="2000000"/>
      <dgm:spPr/>
      <dgm:t>
        <a:bodyPr/>
        <a:lstStyle/>
        <a:p>
          <a:endParaRPr lang="en-US"/>
        </a:p>
      </dgm:t>
    </dgm:pt>
    <dgm:pt modelId="{E7B2F824-C131-4F6E-BF3B-11B8D84C3259}" type="pres">
      <dgm:prSet presAssocID="{4386FCAA-717C-484A-8040-46E0C7874DC0}" presName="node" presStyleLbl="node1" presStyleIdx="22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E160C9-3944-49D9-A382-EDFD6F07F2AF}" type="pres">
      <dgm:prSet presAssocID="{4386FCAA-717C-484A-8040-46E0C7874DC0}" presName="spNode" presStyleCnt="0"/>
      <dgm:spPr/>
    </dgm:pt>
    <dgm:pt modelId="{F221C969-D840-4207-AD08-C8DF473E761E}" type="pres">
      <dgm:prSet presAssocID="{1D060F47-F191-4433-AAC1-B798E8CB1418}" presName="sibTrans" presStyleLbl="sibTrans1D1" presStyleIdx="22" presStyleCnt="32" custScaleX="2000000" custScaleY="2000000"/>
      <dgm:spPr/>
      <dgm:t>
        <a:bodyPr/>
        <a:lstStyle/>
        <a:p>
          <a:endParaRPr lang="en-US"/>
        </a:p>
      </dgm:t>
    </dgm:pt>
    <dgm:pt modelId="{CFCF3D4C-32A1-4968-B438-404BD7D6114A}" type="pres">
      <dgm:prSet presAssocID="{BB217A16-9AF2-4D4B-B615-1E19EDAD0C53}" presName="node" presStyleLbl="node1" presStyleIdx="23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31A5A7-B87C-4299-8B1F-207925CD4C27}" type="pres">
      <dgm:prSet presAssocID="{BB217A16-9AF2-4D4B-B615-1E19EDAD0C53}" presName="spNode" presStyleCnt="0"/>
      <dgm:spPr/>
    </dgm:pt>
    <dgm:pt modelId="{21A7A6A5-C6D1-4211-8A8E-22C0ECD96F49}" type="pres">
      <dgm:prSet presAssocID="{C0983ED0-8E1A-4C36-9B3F-D751B585C5F1}" presName="sibTrans" presStyleLbl="sibTrans1D1" presStyleIdx="23" presStyleCnt="32" custScaleX="2000000" custScaleY="2000000"/>
      <dgm:spPr/>
      <dgm:t>
        <a:bodyPr/>
        <a:lstStyle/>
        <a:p>
          <a:endParaRPr lang="en-US"/>
        </a:p>
      </dgm:t>
    </dgm:pt>
    <dgm:pt modelId="{991A4C05-42A7-4815-BBC2-046FF52DA966}" type="pres">
      <dgm:prSet presAssocID="{79F5EE38-222D-4BAC-ABC2-B06CAE63135B}" presName="node" presStyleLbl="node1" presStyleIdx="24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D292EF-B75E-4B66-9CEA-DD3FDDF0A21E}" type="pres">
      <dgm:prSet presAssocID="{79F5EE38-222D-4BAC-ABC2-B06CAE63135B}" presName="spNode" presStyleCnt="0"/>
      <dgm:spPr/>
    </dgm:pt>
    <dgm:pt modelId="{F56FC7F1-C52A-48DE-AD95-4D744553B23F}" type="pres">
      <dgm:prSet presAssocID="{6C9FBB1A-9ABC-41ED-8500-19720D0A6187}" presName="sibTrans" presStyleLbl="sibTrans1D1" presStyleIdx="24" presStyleCnt="32" custScaleX="2000000" custScaleY="2000000"/>
      <dgm:spPr/>
      <dgm:t>
        <a:bodyPr/>
        <a:lstStyle/>
        <a:p>
          <a:endParaRPr lang="en-US"/>
        </a:p>
      </dgm:t>
    </dgm:pt>
    <dgm:pt modelId="{9FC84676-4902-4A78-9386-9F053440A259}" type="pres">
      <dgm:prSet presAssocID="{49E309A8-4ACE-4E24-9468-1B63E3F6A1C8}" presName="node" presStyleLbl="node1" presStyleIdx="25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DB1E6E-FCB9-4EA8-A0AA-8C3DCE7A8970}" type="pres">
      <dgm:prSet presAssocID="{49E309A8-4ACE-4E24-9468-1B63E3F6A1C8}" presName="spNode" presStyleCnt="0"/>
      <dgm:spPr/>
    </dgm:pt>
    <dgm:pt modelId="{D6FF76DD-C30F-4EB0-8FCF-74271CBF245A}" type="pres">
      <dgm:prSet presAssocID="{7115A82F-A0CA-47E6-9A40-2F50E0CCCA35}" presName="sibTrans" presStyleLbl="sibTrans1D1" presStyleIdx="25" presStyleCnt="32" custScaleX="2000000" custScaleY="2000000"/>
      <dgm:spPr/>
      <dgm:t>
        <a:bodyPr/>
        <a:lstStyle/>
        <a:p>
          <a:endParaRPr lang="en-US"/>
        </a:p>
      </dgm:t>
    </dgm:pt>
    <dgm:pt modelId="{BB6CD61F-322C-4EEA-85CC-48F3CC9DA29B}" type="pres">
      <dgm:prSet presAssocID="{D02FAA77-956C-45D2-8464-ED2559956DD2}" presName="node" presStyleLbl="node1" presStyleIdx="26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AD30FD-571A-4F8C-8E69-85180761E85D}" type="pres">
      <dgm:prSet presAssocID="{D02FAA77-956C-45D2-8464-ED2559956DD2}" presName="spNode" presStyleCnt="0"/>
      <dgm:spPr/>
    </dgm:pt>
    <dgm:pt modelId="{F9A0D072-B17C-43D0-9A88-104CAF700717}" type="pres">
      <dgm:prSet presAssocID="{AC94AC6E-FC58-470F-95C8-F928ABB93594}" presName="sibTrans" presStyleLbl="sibTrans1D1" presStyleIdx="26" presStyleCnt="32" custScaleX="2000000" custScaleY="2000000"/>
      <dgm:spPr/>
      <dgm:t>
        <a:bodyPr/>
        <a:lstStyle/>
        <a:p>
          <a:endParaRPr lang="en-US"/>
        </a:p>
      </dgm:t>
    </dgm:pt>
    <dgm:pt modelId="{98BE2733-5EA3-4FB9-B572-1CE18B1FAD50}" type="pres">
      <dgm:prSet presAssocID="{BA2EC476-731E-4903-8F01-CC5FC637BFFF}" presName="node" presStyleLbl="node1" presStyleIdx="27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1E8F09-86AE-4903-9E8B-058B849FCB04}" type="pres">
      <dgm:prSet presAssocID="{BA2EC476-731E-4903-8F01-CC5FC637BFFF}" presName="spNode" presStyleCnt="0"/>
      <dgm:spPr/>
    </dgm:pt>
    <dgm:pt modelId="{7F89DABF-7369-48F0-8963-A2942746E850}" type="pres">
      <dgm:prSet presAssocID="{C81C93CF-4ABC-443A-B46F-7B67B7A103B0}" presName="sibTrans" presStyleLbl="sibTrans1D1" presStyleIdx="27" presStyleCnt="32" custScaleX="2000000" custScaleY="2000000"/>
      <dgm:spPr/>
      <dgm:t>
        <a:bodyPr/>
        <a:lstStyle/>
        <a:p>
          <a:endParaRPr lang="en-US"/>
        </a:p>
      </dgm:t>
    </dgm:pt>
    <dgm:pt modelId="{CD308359-DDF9-4556-B21D-E2264F4EE573}" type="pres">
      <dgm:prSet presAssocID="{48A59AEC-96FC-49B4-88EA-A3EB39384894}" presName="node" presStyleLbl="node1" presStyleIdx="28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8E9D9-3C8D-4C82-BD13-F54DE66BCE27}" type="pres">
      <dgm:prSet presAssocID="{48A59AEC-96FC-49B4-88EA-A3EB39384894}" presName="spNode" presStyleCnt="0"/>
      <dgm:spPr/>
    </dgm:pt>
    <dgm:pt modelId="{81F2DA4D-EFC8-4AA8-9C5F-683BBAC275F5}" type="pres">
      <dgm:prSet presAssocID="{B7A4C8FA-340E-486F-81D8-FF544AB43A4E}" presName="sibTrans" presStyleLbl="sibTrans1D1" presStyleIdx="28" presStyleCnt="32" custScaleX="2000000" custScaleY="2000000"/>
      <dgm:spPr/>
      <dgm:t>
        <a:bodyPr/>
        <a:lstStyle/>
        <a:p>
          <a:endParaRPr lang="en-US"/>
        </a:p>
      </dgm:t>
    </dgm:pt>
    <dgm:pt modelId="{9AC4915E-252C-49E2-84A8-90A6E8385642}" type="pres">
      <dgm:prSet presAssocID="{0C32458D-E832-48BB-9259-B17D8D2F155B}" presName="node" presStyleLbl="node1" presStyleIdx="29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DC71D3-7FED-47C0-AFD0-4EAC0EA8659A}" type="pres">
      <dgm:prSet presAssocID="{0C32458D-E832-48BB-9259-B17D8D2F155B}" presName="spNode" presStyleCnt="0"/>
      <dgm:spPr/>
    </dgm:pt>
    <dgm:pt modelId="{10B85967-A5CA-441C-B74B-8FD7919CBCCC}" type="pres">
      <dgm:prSet presAssocID="{DF88F8CF-9279-4F9F-A099-1B4E96148323}" presName="sibTrans" presStyleLbl="sibTrans1D1" presStyleIdx="29" presStyleCnt="32" custScaleX="2000000" custScaleY="2000000"/>
      <dgm:spPr/>
      <dgm:t>
        <a:bodyPr/>
        <a:lstStyle/>
        <a:p>
          <a:endParaRPr lang="en-US"/>
        </a:p>
      </dgm:t>
    </dgm:pt>
    <dgm:pt modelId="{F724F2BE-3492-48DF-BEB0-18E86EC3383D}" type="pres">
      <dgm:prSet presAssocID="{553BEC81-A978-430C-80DA-1DF185989AAF}" presName="node" presStyleLbl="node1" presStyleIdx="30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3A32DE-60CE-418E-8DBF-72B8A707C45D}" type="pres">
      <dgm:prSet presAssocID="{553BEC81-A978-430C-80DA-1DF185989AAF}" presName="spNode" presStyleCnt="0"/>
      <dgm:spPr/>
    </dgm:pt>
    <dgm:pt modelId="{D385CF75-2DC0-41B5-94A8-CB366CF3094B}" type="pres">
      <dgm:prSet presAssocID="{E48A52DD-C72D-4935-A10C-8179C47FCC6E}" presName="sibTrans" presStyleLbl="sibTrans1D1" presStyleIdx="30" presStyleCnt="32" custScaleX="2000000" custScaleY="2000000"/>
      <dgm:spPr/>
      <dgm:t>
        <a:bodyPr/>
        <a:lstStyle/>
        <a:p>
          <a:endParaRPr lang="en-US"/>
        </a:p>
      </dgm:t>
    </dgm:pt>
    <dgm:pt modelId="{503B42BA-B449-428B-A7CE-2DFEE7DEF4F0}" type="pres">
      <dgm:prSet presAssocID="{E4888B1B-2BE2-4790-B9ED-71F3187B9F21}" presName="node" presStyleLbl="node1" presStyleIdx="31" presStyleCnt="32" custScaleX="126252" custScaleY="1108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256912-B98B-4477-9DD1-348D614FCC59}" type="pres">
      <dgm:prSet presAssocID="{E4888B1B-2BE2-4790-B9ED-71F3187B9F21}" presName="spNode" presStyleCnt="0"/>
      <dgm:spPr/>
    </dgm:pt>
    <dgm:pt modelId="{5CFB3FD2-2DF6-4205-823E-F0FEC3D98719}" type="pres">
      <dgm:prSet presAssocID="{E1A72A0C-6E1A-4616-AA17-2E6AC02A1850}" presName="sibTrans" presStyleLbl="sibTrans1D1" presStyleIdx="31" presStyleCnt="32" custScaleX="2000000" custScaleY="2000000"/>
      <dgm:spPr/>
      <dgm:t>
        <a:bodyPr/>
        <a:lstStyle/>
        <a:p>
          <a:endParaRPr lang="en-US"/>
        </a:p>
      </dgm:t>
    </dgm:pt>
  </dgm:ptLst>
  <dgm:cxnLst>
    <dgm:cxn modelId="{BF233050-CA75-4F3D-BD90-1CB94B49B96E}" type="presOf" srcId="{939662E8-1580-40AE-9B6C-323E8300E63E}" destId="{75C04093-B402-44E4-A02F-D9D20B3CFE9D}" srcOrd="0" destOrd="0" presId="urn:microsoft.com/office/officeart/2005/8/layout/cycle6"/>
    <dgm:cxn modelId="{43678DDB-1566-461D-884E-5885B54F978D}" type="presOf" srcId="{A6D5980C-35E2-4AB0-8246-6AAB28C06B23}" destId="{36A25B59-0286-4766-AF4A-4AD99255FB9A}" srcOrd="0" destOrd="0" presId="urn:microsoft.com/office/officeart/2005/8/layout/cycle6"/>
    <dgm:cxn modelId="{C26C973E-80CC-46F2-87BE-C2C446E7F023}" type="presOf" srcId="{4386FCAA-717C-484A-8040-46E0C7874DC0}" destId="{E7B2F824-C131-4F6E-BF3B-11B8D84C3259}" srcOrd="0" destOrd="0" presId="urn:microsoft.com/office/officeart/2005/8/layout/cycle6"/>
    <dgm:cxn modelId="{16A34594-33A6-4493-BA23-38BF5100BDF4}" srcId="{B3F6A2BA-40B6-4187-AFF8-F8F9AF80E7F9}" destId="{4386FCAA-717C-484A-8040-46E0C7874DC0}" srcOrd="22" destOrd="0" parTransId="{7B2FE6D5-2676-445F-AC55-28FB452BBC94}" sibTransId="{1D060F47-F191-4433-AAC1-B798E8CB1418}"/>
    <dgm:cxn modelId="{D2124936-BE1C-496E-AC8C-2D4D9D688974}" type="presOf" srcId="{0C32458D-E832-48BB-9259-B17D8D2F155B}" destId="{9AC4915E-252C-49E2-84A8-90A6E8385642}" srcOrd="0" destOrd="0" presId="urn:microsoft.com/office/officeart/2005/8/layout/cycle6"/>
    <dgm:cxn modelId="{F506E86B-8150-47A3-B191-82DF382E8CD4}" srcId="{B3F6A2BA-40B6-4187-AFF8-F8F9AF80E7F9}" destId="{0F1EED64-1422-4916-86A1-6EC539D1088A}" srcOrd="3" destOrd="0" parTransId="{A31802B4-E52B-4F45-9C81-62E72A979B4E}" sibTransId="{C682A7C4-7A1C-44E3-9B83-DF842E56DA03}"/>
    <dgm:cxn modelId="{6C05350F-B991-4F58-97D1-AE4044723B42}" srcId="{B3F6A2BA-40B6-4187-AFF8-F8F9AF80E7F9}" destId="{CB7A3099-1224-4ECB-902C-396EC7BA7968}" srcOrd="0" destOrd="0" parTransId="{46544552-34FE-49BE-BA33-CC66D1619F8A}" sibTransId="{50D7F308-47D9-4906-97CC-2D84909FC247}"/>
    <dgm:cxn modelId="{61FABE2D-CEB4-4DDD-B039-F25A2D74EC33}" type="presOf" srcId="{B7A4C8FA-340E-486F-81D8-FF544AB43A4E}" destId="{81F2DA4D-EFC8-4AA8-9C5F-683BBAC275F5}" srcOrd="0" destOrd="0" presId="urn:microsoft.com/office/officeart/2005/8/layout/cycle6"/>
    <dgm:cxn modelId="{093C1B16-6642-4E9C-8578-32E75007B75B}" type="presOf" srcId="{50D7F308-47D9-4906-97CC-2D84909FC247}" destId="{990317AE-40E7-4E24-A709-5C1E3D7DF428}" srcOrd="0" destOrd="0" presId="urn:microsoft.com/office/officeart/2005/8/layout/cycle6"/>
    <dgm:cxn modelId="{1930D50E-D92E-4107-B01A-44265EC00184}" srcId="{B3F6A2BA-40B6-4187-AFF8-F8F9AF80E7F9}" destId="{76B5D27C-739F-4BE1-BB49-1559BF61D55D}" srcOrd="20" destOrd="0" parTransId="{2119873A-C3A9-416C-A97E-7FBD1FC98807}" sibTransId="{C55123D5-8763-48CB-8093-D52598355663}"/>
    <dgm:cxn modelId="{F37C397E-6719-4CA0-8D22-E6C05D77612C}" type="presOf" srcId="{EC947020-A574-4203-9CD7-6728E8A1F218}" destId="{F4BCE455-286B-4204-B5F1-B8A634EE86AA}" srcOrd="0" destOrd="0" presId="urn:microsoft.com/office/officeart/2005/8/layout/cycle6"/>
    <dgm:cxn modelId="{83BC72F7-673F-4FBD-BC22-3C5BD1113017}" type="presOf" srcId="{BB217A16-9AF2-4D4B-B615-1E19EDAD0C53}" destId="{CFCF3D4C-32A1-4968-B438-404BD7D6114A}" srcOrd="0" destOrd="0" presId="urn:microsoft.com/office/officeart/2005/8/layout/cycle6"/>
    <dgm:cxn modelId="{D7193EA9-0016-4A0F-BF38-E1A0FD72AC78}" type="presOf" srcId="{B40BDC04-4CE6-4D7E-9F97-0E08939E39C6}" destId="{F136BB06-5C60-4B50-98D8-C6FCDB3F7F8E}" srcOrd="0" destOrd="0" presId="urn:microsoft.com/office/officeart/2005/8/layout/cycle6"/>
    <dgm:cxn modelId="{3D4E97EA-89D6-4F69-8109-635B0AF236FD}" srcId="{B3F6A2BA-40B6-4187-AFF8-F8F9AF80E7F9}" destId="{A895021A-1FC9-40D9-9A23-C05D673066F3}" srcOrd="10" destOrd="0" parTransId="{ED7432BF-B985-48B1-B8F2-801A42157DE6}" sibTransId="{C63CE439-C9A4-437A-AA24-C2B1C4D3EC13}"/>
    <dgm:cxn modelId="{9751F274-5EE9-4DEF-9205-CAB8BEE9F26A}" srcId="{B3F6A2BA-40B6-4187-AFF8-F8F9AF80E7F9}" destId="{D02FAA77-956C-45D2-8464-ED2559956DD2}" srcOrd="26" destOrd="0" parTransId="{C79E506C-53D3-4E39-8681-67DEA5CADD14}" sibTransId="{AC94AC6E-FC58-470F-95C8-F928ABB93594}"/>
    <dgm:cxn modelId="{88623BD7-0B78-4848-B319-4C616239BAB7}" srcId="{B3F6A2BA-40B6-4187-AFF8-F8F9AF80E7F9}" destId="{83672DD1-994D-4D7A-9A37-481E9664950D}" srcOrd="16" destOrd="0" parTransId="{DDC0B2F7-016B-4613-8A55-5AA6A2FDE60C}" sibTransId="{B40BDC04-4CE6-4D7E-9F97-0E08939E39C6}"/>
    <dgm:cxn modelId="{5A3A9200-E4EF-4244-B2FD-62B7BC132EEE}" type="presOf" srcId="{C81C93CF-4ABC-443A-B46F-7B67B7A103B0}" destId="{7F89DABF-7369-48F0-8963-A2942746E850}" srcOrd="0" destOrd="0" presId="urn:microsoft.com/office/officeart/2005/8/layout/cycle6"/>
    <dgm:cxn modelId="{02E45C00-997D-4B23-A8C6-8D3128BADD9A}" type="presOf" srcId="{83672DD1-994D-4D7A-9A37-481E9664950D}" destId="{1DFE6595-7230-483C-9D32-BFCA9CE92D85}" srcOrd="0" destOrd="0" presId="urn:microsoft.com/office/officeart/2005/8/layout/cycle6"/>
    <dgm:cxn modelId="{F3C61219-D9DB-4BBE-AE67-C42FECFF68C0}" type="presOf" srcId="{7115A82F-A0CA-47E6-9A40-2F50E0CCCA35}" destId="{D6FF76DD-C30F-4EB0-8FCF-74271CBF245A}" srcOrd="0" destOrd="0" presId="urn:microsoft.com/office/officeart/2005/8/layout/cycle6"/>
    <dgm:cxn modelId="{D30E7CF0-5B4B-40D3-96D0-383F887793FD}" srcId="{B3F6A2BA-40B6-4187-AFF8-F8F9AF80E7F9}" destId="{868767A5-C3E4-4645-9C8D-69D5627043D3}" srcOrd="8" destOrd="0" parTransId="{09A882C0-93B2-4C56-BE95-EDAAA5B0FF47}" sibTransId="{BE0F9672-9967-4BB3-945A-82902934D4C9}"/>
    <dgm:cxn modelId="{D8F9F8FF-AC73-485A-9AD0-B41CCB8EE068}" type="presOf" srcId="{E18762FF-2354-4F30-90ED-6FBC8FFF9078}" destId="{B9DC5B5E-81C6-4A00-AD4E-BE0007B91F2F}" srcOrd="0" destOrd="0" presId="urn:microsoft.com/office/officeart/2005/8/layout/cycle6"/>
    <dgm:cxn modelId="{C66B93A8-16D6-47CE-B6B6-8A91D9572464}" type="presOf" srcId="{122F0F2A-9D73-4F96-9BEF-3D5D0F3739CC}" destId="{76F78CE6-90C8-4B35-9F7E-1F5EB9B22151}" srcOrd="0" destOrd="0" presId="urn:microsoft.com/office/officeart/2005/8/layout/cycle6"/>
    <dgm:cxn modelId="{46345163-BBA2-4233-AC89-3D495AA30F19}" type="presOf" srcId="{BAB1302C-DD81-4AE2-A8FB-5C6A8E8133E8}" destId="{FADD2792-6893-42FB-A020-33C72A283A6C}" srcOrd="0" destOrd="0" presId="urn:microsoft.com/office/officeart/2005/8/layout/cycle6"/>
    <dgm:cxn modelId="{9546C045-C4C2-4C71-84A9-8821CE74D4A7}" srcId="{B3F6A2BA-40B6-4187-AFF8-F8F9AF80E7F9}" destId="{5625A0BA-3784-45B6-97EC-2096A47B399F}" srcOrd="6" destOrd="0" parTransId="{51144210-2446-443F-A25F-970665996710}" sibTransId="{A6D5980C-35E2-4AB0-8246-6AAB28C06B23}"/>
    <dgm:cxn modelId="{86894268-F375-42EC-B61B-80676DEA667C}" type="presOf" srcId="{B84CDA86-2342-4CD5-A2D0-3EE2D6B77400}" destId="{D0E1629B-81D1-410E-AE41-A68200AAD38A}" srcOrd="0" destOrd="0" presId="urn:microsoft.com/office/officeart/2005/8/layout/cycle6"/>
    <dgm:cxn modelId="{1ABE3BC6-90EF-4BE7-A8E6-FC822B8DF6E0}" type="presOf" srcId="{C63CE439-C9A4-437A-AA24-C2B1C4D3EC13}" destId="{39826E2A-859D-4D09-B02A-05287C251E70}" srcOrd="0" destOrd="0" presId="urn:microsoft.com/office/officeart/2005/8/layout/cycle6"/>
    <dgm:cxn modelId="{723F42A6-62DB-4968-8C90-D803A7930377}" type="presOf" srcId="{DF88F8CF-9279-4F9F-A099-1B4E96148323}" destId="{10B85967-A5CA-441C-B74B-8FD7919CBCCC}" srcOrd="0" destOrd="0" presId="urn:microsoft.com/office/officeart/2005/8/layout/cycle6"/>
    <dgm:cxn modelId="{7154C692-D2BE-4DFB-87F0-C73BA768F8B6}" type="presOf" srcId="{1D060F47-F191-4433-AAC1-B798E8CB1418}" destId="{F221C969-D840-4207-AD08-C8DF473E761E}" srcOrd="0" destOrd="0" presId="urn:microsoft.com/office/officeart/2005/8/layout/cycle6"/>
    <dgm:cxn modelId="{BC00CA85-3BB9-4C50-9B9B-0E5F7E24ACDC}" type="presOf" srcId="{6C9FBB1A-9ABC-41ED-8500-19720D0A6187}" destId="{F56FC7F1-C52A-48DE-AD95-4D744553B23F}" srcOrd="0" destOrd="0" presId="urn:microsoft.com/office/officeart/2005/8/layout/cycle6"/>
    <dgm:cxn modelId="{E4A6BC44-AE44-4BA5-B6D3-1BCE6AE0F149}" srcId="{B3F6A2BA-40B6-4187-AFF8-F8F9AF80E7F9}" destId="{48A59AEC-96FC-49B4-88EA-A3EB39384894}" srcOrd="28" destOrd="0" parTransId="{C44A88B5-B9C3-46DA-9DED-FD4A07327DFA}" sibTransId="{B7A4C8FA-340E-486F-81D8-FF544AB43A4E}"/>
    <dgm:cxn modelId="{C78ADFDE-FBDA-450D-B347-32AF1190B8B5}" type="presOf" srcId="{BE0F9672-9967-4BB3-945A-82902934D4C9}" destId="{BBF115A0-E49F-481D-B9B9-7781A7700C68}" srcOrd="0" destOrd="0" presId="urn:microsoft.com/office/officeart/2005/8/layout/cycle6"/>
    <dgm:cxn modelId="{11FEE025-7C75-4CC3-93C0-E1825D173EDD}" type="presOf" srcId="{48A59AEC-96FC-49B4-88EA-A3EB39384894}" destId="{CD308359-DDF9-4556-B21D-E2264F4EE573}" srcOrd="0" destOrd="0" presId="urn:microsoft.com/office/officeart/2005/8/layout/cycle6"/>
    <dgm:cxn modelId="{38B1825D-D8F7-4A94-A565-E1D2A6D11C89}" type="presOf" srcId="{6D67EEEA-04ED-4D88-A526-8907150BA8B9}" destId="{4564EECB-4F9B-4DE6-A4A8-79CB80D711FC}" srcOrd="0" destOrd="0" presId="urn:microsoft.com/office/officeart/2005/8/layout/cycle6"/>
    <dgm:cxn modelId="{8D8F809C-88CB-4C87-AFF6-E6BBB3AFB779}" type="presOf" srcId="{B2DF35EF-9BDC-40A7-BFCA-A1A3E1293144}" destId="{4EBAFEA8-38A7-4839-A196-E833865FEC3E}" srcOrd="0" destOrd="0" presId="urn:microsoft.com/office/officeart/2005/8/layout/cycle6"/>
    <dgm:cxn modelId="{681B8C10-44BF-429E-895A-7D27D98764F2}" type="presOf" srcId="{E4888B1B-2BE2-4790-B9ED-71F3187B9F21}" destId="{503B42BA-B449-428B-A7CE-2DFEE7DEF4F0}" srcOrd="0" destOrd="0" presId="urn:microsoft.com/office/officeart/2005/8/layout/cycle6"/>
    <dgm:cxn modelId="{7A17B438-5DA9-4275-9856-0FE8F820567C}" type="presOf" srcId="{553BEC81-A978-430C-80DA-1DF185989AAF}" destId="{F724F2BE-3492-48DF-BEB0-18E86EC3383D}" srcOrd="0" destOrd="0" presId="urn:microsoft.com/office/officeart/2005/8/layout/cycle6"/>
    <dgm:cxn modelId="{29A30ADC-A6BC-435E-945B-0D4B92AD8430}" srcId="{B3F6A2BA-40B6-4187-AFF8-F8F9AF80E7F9}" destId="{CF291975-5B89-42C1-A954-78B0363C5805}" srcOrd="2" destOrd="0" parTransId="{F3DC7968-B68E-4A83-B115-D21E76300FFF}" sibTransId="{BB5988A9-792F-4F35-BF7A-F0D97FB3530B}"/>
    <dgm:cxn modelId="{9C27D9F1-ABF7-4E68-87BA-989C62B1F62F}" type="presOf" srcId="{CF291975-5B89-42C1-A954-78B0363C5805}" destId="{B79BDE4E-122F-4949-877A-51460124312E}" srcOrd="0" destOrd="0" presId="urn:microsoft.com/office/officeart/2005/8/layout/cycle6"/>
    <dgm:cxn modelId="{0ED10D25-2B43-4953-84C0-C0E9E9235DCD}" srcId="{B3F6A2BA-40B6-4187-AFF8-F8F9AF80E7F9}" destId="{EA111F39-A024-4AB2-977C-8988D99FEE4B}" srcOrd="4" destOrd="0" parTransId="{677D4B4F-F54C-408A-B8A9-FB080E0A8B92}" sibTransId="{AA774F68-286C-419B-8B7D-02F83155FDF4}"/>
    <dgm:cxn modelId="{1A792AAE-2086-4C09-9299-F978E6D076E1}" srcId="{B3F6A2BA-40B6-4187-AFF8-F8F9AF80E7F9}" destId="{DB1B9677-421A-4935-8C22-9192CE87F0FF}" srcOrd="13" destOrd="0" parTransId="{C1DA78D6-0CE1-41A2-A0EE-D8D11B345670}" sibTransId="{8BCD7E9B-E908-4EDF-8514-EDD1DB17AEBC}"/>
    <dgm:cxn modelId="{9429F396-2772-473F-B259-B0BB06063531}" type="presOf" srcId="{AC94AC6E-FC58-470F-95C8-F928ABB93594}" destId="{F9A0D072-B17C-43D0-9A88-104CAF700717}" srcOrd="0" destOrd="0" presId="urn:microsoft.com/office/officeart/2005/8/layout/cycle6"/>
    <dgm:cxn modelId="{0C29EC76-D4AC-4DC4-9D40-265DA37EAA2C}" srcId="{B3F6A2BA-40B6-4187-AFF8-F8F9AF80E7F9}" destId="{79F5EE38-222D-4BAC-ABC2-B06CAE63135B}" srcOrd="24" destOrd="0" parTransId="{3ADBA506-0986-4716-88E4-2981DF0CE09F}" sibTransId="{6C9FBB1A-9ABC-41ED-8500-19720D0A6187}"/>
    <dgm:cxn modelId="{708BEAAD-B4D5-427F-9B76-9F4223E6817F}" type="presOf" srcId="{A895021A-1FC9-40D9-9A23-C05D673066F3}" destId="{ACA3DEE4-4C37-414B-A20E-469C72FF631D}" srcOrd="0" destOrd="0" presId="urn:microsoft.com/office/officeart/2005/8/layout/cycle6"/>
    <dgm:cxn modelId="{04EAC776-9759-4D7C-AF05-2DEB7D26F71E}" type="presOf" srcId="{EA111F39-A024-4AB2-977C-8988D99FEE4B}" destId="{E213AD56-109D-4571-A0B0-1181C7025370}" srcOrd="0" destOrd="0" presId="urn:microsoft.com/office/officeart/2005/8/layout/cycle6"/>
    <dgm:cxn modelId="{308A5366-A1C3-4B5B-96DF-CE7A1108554C}" type="presOf" srcId="{DB1B9677-421A-4935-8C22-9192CE87F0FF}" destId="{C10433AE-724D-434E-B55F-F8FBA5E6691B}" srcOrd="0" destOrd="0" presId="urn:microsoft.com/office/officeart/2005/8/layout/cycle6"/>
    <dgm:cxn modelId="{AC6C4050-7434-4609-9A7F-40D5D6A15194}" type="presOf" srcId="{3D64D77A-FD09-4D3C-876D-C0CB137E62CD}" destId="{B309ED74-66A5-480C-86D1-D4E840F406AC}" srcOrd="0" destOrd="0" presId="urn:microsoft.com/office/officeart/2005/8/layout/cycle6"/>
    <dgm:cxn modelId="{6B4CE8B2-B152-468F-B022-83ECFFD2F3D1}" type="presOf" srcId="{FB04C0DC-EAE0-413B-AB0C-0534D7083871}" destId="{2CC1B40C-A928-4D28-85BB-5E0283FC2F77}" srcOrd="0" destOrd="0" presId="urn:microsoft.com/office/officeart/2005/8/layout/cycle6"/>
    <dgm:cxn modelId="{46F05B8B-6995-44C8-9B9F-446EE973D59A}" type="presOf" srcId="{A8370C54-57BB-4D77-84F2-21B7BBCB8CD1}" destId="{618D29F1-B27A-4177-81E5-AC40E22B797C}" srcOrd="0" destOrd="0" presId="urn:microsoft.com/office/officeart/2005/8/layout/cycle6"/>
    <dgm:cxn modelId="{560F34CA-B8AD-4AC1-9D29-B0B147A2F363}" type="presOf" srcId="{D02FAA77-956C-45D2-8464-ED2559956DD2}" destId="{BB6CD61F-322C-4EEA-85CC-48F3CC9DA29B}" srcOrd="0" destOrd="0" presId="urn:microsoft.com/office/officeart/2005/8/layout/cycle6"/>
    <dgm:cxn modelId="{1770D776-F5C4-41B3-B3D4-5129A268C5C7}" type="presOf" srcId="{AA774F68-286C-419B-8B7D-02F83155FDF4}" destId="{3E6F2280-A61F-493F-991B-F51BCDF11010}" srcOrd="0" destOrd="0" presId="urn:microsoft.com/office/officeart/2005/8/layout/cycle6"/>
    <dgm:cxn modelId="{9BF7F7A9-C8BD-44B4-B26F-698520693B99}" type="presOf" srcId="{76B5D27C-739F-4BE1-BB49-1559BF61D55D}" destId="{C78ECE81-A2B2-47AC-8CB7-A602A09D7084}" srcOrd="0" destOrd="0" presId="urn:microsoft.com/office/officeart/2005/8/layout/cycle6"/>
    <dgm:cxn modelId="{1F774BA2-9135-42D7-A6A7-1C39E6459835}" srcId="{B3F6A2BA-40B6-4187-AFF8-F8F9AF80E7F9}" destId="{9281F980-DBAB-4458-BA3E-080893361045}" srcOrd="9" destOrd="0" parTransId="{FC98046A-08E0-48A4-B812-F4BADECAFB37}" sibTransId="{EE9F8E24-F686-4CD7-B40D-889B181D327C}"/>
    <dgm:cxn modelId="{07A50D78-6639-4A33-A74B-7706837DD05D}" srcId="{B3F6A2BA-40B6-4187-AFF8-F8F9AF80E7F9}" destId="{A69216B9-B887-4EAA-9118-9814BCE4A626}" srcOrd="19" destOrd="0" parTransId="{1D5DB990-5536-4125-944D-02ECBBA33DE4}" sibTransId="{EC947020-A574-4203-9CD7-6728E8A1F218}"/>
    <dgm:cxn modelId="{CA98B5B7-867D-41B4-A452-B4FC72D3A4DD}" srcId="{B3F6A2BA-40B6-4187-AFF8-F8F9AF80E7F9}" destId="{0C32458D-E832-48BB-9259-B17D8D2F155B}" srcOrd="29" destOrd="0" parTransId="{4243369C-ADCF-43E1-B70D-7FEE941604AC}" sibTransId="{DF88F8CF-9279-4F9F-A099-1B4E96148323}"/>
    <dgm:cxn modelId="{2559BFA0-E324-41BD-A584-B8DC2118C1F3}" type="presOf" srcId="{C0983ED0-8E1A-4C36-9B3F-D751B585C5F1}" destId="{21A7A6A5-C6D1-4211-8A8E-22C0ECD96F49}" srcOrd="0" destOrd="0" presId="urn:microsoft.com/office/officeart/2005/8/layout/cycle6"/>
    <dgm:cxn modelId="{B9C87862-AB49-473A-817A-8E2A204E55DC}" type="presOf" srcId="{E1A72A0C-6E1A-4616-AA17-2E6AC02A1850}" destId="{5CFB3FD2-2DF6-4205-823E-F0FEC3D98719}" srcOrd="0" destOrd="0" presId="urn:microsoft.com/office/officeart/2005/8/layout/cycle6"/>
    <dgm:cxn modelId="{80FB2F1C-0870-4A60-800F-1A9D984879F3}" type="presOf" srcId="{B3F6A2BA-40B6-4187-AFF8-F8F9AF80E7F9}" destId="{EFAE7302-6632-4D60-A96D-23F394241DE4}" srcOrd="0" destOrd="0" presId="urn:microsoft.com/office/officeart/2005/8/layout/cycle6"/>
    <dgm:cxn modelId="{C4D13FB4-0FD1-48FF-AB4B-035F479BA4E7}" srcId="{B3F6A2BA-40B6-4187-AFF8-F8F9AF80E7F9}" destId="{EE1F149E-F983-420A-AE26-0CA291A969CC}" srcOrd="11" destOrd="0" parTransId="{9B36F709-981A-4F1F-96A6-2972426A3A63}" sibTransId="{3FDD498B-C338-4F3C-9707-6A31F5EB9217}"/>
    <dgm:cxn modelId="{1EA11705-A02B-4CE4-B7F6-9C8331AD329A}" type="presOf" srcId="{3515389E-A2D9-4A91-A416-D06FB2BCF4D7}" destId="{A95F9BD2-8E6C-4D20-A2D9-24C989631FAC}" srcOrd="0" destOrd="0" presId="urn:microsoft.com/office/officeart/2005/8/layout/cycle6"/>
    <dgm:cxn modelId="{98477C11-9E59-4597-9864-2AC78A59CE3D}" type="presOf" srcId="{910D43BF-2E12-4265-8F31-790375B138D8}" destId="{0CA37BE1-2CF9-468E-BFF7-47A995E3BB08}" srcOrd="0" destOrd="0" presId="urn:microsoft.com/office/officeart/2005/8/layout/cycle6"/>
    <dgm:cxn modelId="{1026074B-CC37-4BE4-828F-B18EFD1D274C}" srcId="{B3F6A2BA-40B6-4187-AFF8-F8F9AF80E7F9}" destId="{FB04C0DC-EAE0-413B-AB0C-0534D7083871}" srcOrd="17" destOrd="0" parTransId="{3EEDB1CF-A50E-4C9A-8150-B0451961C9D5}" sibTransId="{5F59E52A-EEFC-4001-A3E3-1E6D1568133C}"/>
    <dgm:cxn modelId="{FE5DE3E6-FC91-4656-85E4-45B335D2DABB}" srcId="{B3F6A2BA-40B6-4187-AFF8-F8F9AF80E7F9}" destId="{553BEC81-A978-430C-80DA-1DF185989AAF}" srcOrd="30" destOrd="0" parTransId="{F967C4E0-84B8-4DD8-94B3-652A70C1E617}" sibTransId="{E48A52DD-C72D-4935-A10C-8179C47FCC6E}"/>
    <dgm:cxn modelId="{440D1E8C-933C-4CA5-A1D5-A4DD3248FF8B}" type="presOf" srcId="{868767A5-C3E4-4645-9C8D-69D5627043D3}" destId="{FCDBC8B2-A072-489D-B135-4F76C90ABB73}" srcOrd="0" destOrd="0" presId="urn:microsoft.com/office/officeart/2005/8/layout/cycle6"/>
    <dgm:cxn modelId="{B0989EB0-DAB1-4BA0-98F7-D9A9907A667A}" type="presOf" srcId="{A69216B9-B887-4EAA-9118-9814BCE4A626}" destId="{FD352E1F-0C68-49D5-B0E2-54376D4F934A}" srcOrd="0" destOrd="0" presId="urn:microsoft.com/office/officeart/2005/8/layout/cycle6"/>
    <dgm:cxn modelId="{92B7CF88-19DA-4C68-B48A-56C5D09BD078}" srcId="{B3F6A2BA-40B6-4187-AFF8-F8F9AF80E7F9}" destId="{05255914-D32A-40B4-8C21-212024189328}" srcOrd="1" destOrd="0" parTransId="{739FD09D-8045-4F96-B9E7-D3DCBC8AC11E}" sibTransId="{DF2D58BB-B07E-4427-B0B4-7328C7A546CF}"/>
    <dgm:cxn modelId="{45BA1F08-BBEB-4165-9309-EA55D69BCFEF}" type="presOf" srcId="{BA2EC476-731E-4903-8F01-CC5FC637BFFF}" destId="{98BE2733-5EA3-4FB9-B572-1CE18B1FAD50}" srcOrd="0" destOrd="0" presId="urn:microsoft.com/office/officeart/2005/8/layout/cycle6"/>
    <dgm:cxn modelId="{693C703D-2AA8-45FA-9831-18ECBA2A98D2}" type="presOf" srcId="{5625A0BA-3784-45B6-97EC-2096A47B399F}" destId="{BC51FB21-3AAD-464F-AB4E-68130F6D9956}" srcOrd="0" destOrd="0" presId="urn:microsoft.com/office/officeart/2005/8/layout/cycle6"/>
    <dgm:cxn modelId="{F3334CBB-DC06-41A5-AFDC-5ED8E9A7725E}" type="presOf" srcId="{5F59E52A-EEFC-4001-A3E3-1E6D1568133C}" destId="{68E8B125-993D-469E-AA0B-682C870C8CE0}" srcOrd="0" destOrd="0" presId="urn:microsoft.com/office/officeart/2005/8/layout/cycle6"/>
    <dgm:cxn modelId="{361C1845-B91F-4C24-B652-323E1165FD8F}" srcId="{B3F6A2BA-40B6-4187-AFF8-F8F9AF80E7F9}" destId="{E4888B1B-2BE2-4790-B9ED-71F3187B9F21}" srcOrd="31" destOrd="0" parTransId="{73C1ADEF-47C9-4674-A811-66907754D373}" sibTransId="{E1A72A0C-6E1A-4616-AA17-2E6AC02A1850}"/>
    <dgm:cxn modelId="{FB187613-3579-4DBD-B267-A8298616F61F}" type="presOf" srcId="{35385F59-FD3A-4E0E-806D-0D171FD73B60}" destId="{43DDAB27-C0DF-44FA-802A-67BF1D0F81B4}" srcOrd="0" destOrd="0" presId="urn:microsoft.com/office/officeart/2005/8/layout/cycle6"/>
    <dgm:cxn modelId="{5720A105-FC26-42D9-801F-50DE1CC2F2E0}" type="presOf" srcId="{EE9F8E24-F686-4CD7-B40D-889B181D327C}" destId="{C75F3799-6FE1-44D4-94E5-D0323DD9642D}" srcOrd="0" destOrd="0" presId="urn:microsoft.com/office/officeart/2005/8/layout/cycle6"/>
    <dgm:cxn modelId="{EE27C3CD-4C65-4141-B7D1-95F25DC4C493}" type="presOf" srcId="{0F1EED64-1422-4916-86A1-6EC539D1088A}" destId="{47D8252C-7210-4124-986D-C5A27EC7BB38}" srcOrd="0" destOrd="0" presId="urn:microsoft.com/office/officeart/2005/8/layout/cycle6"/>
    <dgm:cxn modelId="{6EB72195-5AAF-463C-AD0D-FCDEDD8C7751}" type="presOf" srcId="{E48A52DD-C72D-4935-A10C-8179C47FCC6E}" destId="{D385CF75-2DC0-41B5-94A8-CB366CF3094B}" srcOrd="0" destOrd="0" presId="urn:microsoft.com/office/officeart/2005/8/layout/cycle6"/>
    <dgm:cxn modelId="{697D8D75-C443-41D4-99F8-F5BC38198B8D}" type="presOf" srcId="{BB5988A9-792F-4F35-BF7A-F0D97FB3530B}" destId="{C1FBA839-DD16-4EA3-AA23-4F09E108C25C}" srcOrd="0" destOrd="0" presId="urn:microsoft.com/office/officeart/2005/8/layout/cycle6"/>
    <dgm:cxn modelId="{9FC3C574-02ED-4232-A01F-9EB4AFF41996}" srcId="{B3F6A2BA-40B6-4187-AFF8-F8F9AF80E7F9}" destId="{35385F59-FD3A-4E0E-806D-0D171FD73B60}" srcOrd="21" destOrd="0" parTransId="{567BD894-944E-4EF2-8D98-51536C8E1C83}" sibTransId="{6D67EEEA-04ED-4D88-A526-8907150BA8B9}"/>
    <dgm:cxn modelId="{DDAE6729-4ABF-4BA0-9066-ABCD3045B768}" srcId="{B3F6A2BA-40B6-4187-AFF8-F8F9AF80E7F9}" destId="{BA2EC476-731E-4903-8F01-CC5FC637BFFF}" srcOrd="27" destOrd="0" parTransId="{1E93F294-9191-4F3C-8C73-307BDA462CD8}" sibTransId="{C81C93CF-4ABC-443A-B46F-7B67B7A103B0}"/>
    <dgm:cxn modelId="{2A88EEF3-D016-4FED-940E-8A8FD8F2C205}" type="presOf" srcId="{C682A7C4-7A1C-44E3-9B83-DF842E56DA03}" destId="{9A5BE75C-4E4D-435D-8920-9E32832F465D}" srcOrd="0" destOrd="0" presId="urn:microsoft.com/office/officeart/2005/8/layout/cycle6"/>
    <dgm:cxn modelId="{310432A4-BED1-491D-84C3-8B20811E5B87}" type="presOf" srcId="{05255914-D32A-40B4-8C21-212024189328}" destId="{0A74DD1F-BEEA-4E1C-A32C-B77C043FA489}" srcOrd="0" destOrd="0" presId="urn:microsoft.com/office/officeart/2005/8/layout/cycle6"/>
    <dgm:cxn modelId="{25AB2DEF-396C-416C-A641-7153BFC2CBA2}" type="presOf" srcId="{C55123D5-8763-48CB-8093-D52598355663}" destId="{E5C3F0BA-DB69-495D-9DEA-D13C90EA3630}" srcOrd="0" destOrd="0" presId="urn:microsoft.com/office/officeart/2005/8/layout/cycle6"/>
    <dgm:cxn modelId="{3940224E-67BB-4A95-8423-8E7FFCDF3F92}" type="presOf" srcId="{8BCD7E9B-E908-4EDF-8514-EDD1DB17AEBC}" destId="{6361BE26-1613-4254-AAB5-23BC794B38F0}" srcOrd="0" destOrd="0" presId="urn:microsoft.com/office/officeart/2005/8/layout/cycle6"/>
    <dgm:cxn modelId="{C49149D8-B800-4423-B48C-40A1637857E9}" srcId="{B3F6A2BA-40B6-4187-AFF8-F8F9AF80E7F9}" destId="{49E309A8-4ACE-4E24-9468-1B63E3F6A1C8}" srcOrd="25" destOrd="0" parTransId="{D6C68469-A6BE-45BF-A540-5A9AD7D1FDCC}" sibTransId="{7115A82F-A0CA-47E6-9A40-2F50E0CCCA35}"/>
    <dgm:cxn modelId="{A8717369-5DD7-4FC7-8DA8-D37B79527841}" srcId="{B3F6A2BA-40B6-4187-AFF8-F8F9AF80E7F9}" destId="{B84CDA86-2342-4CD5-A2D0-3EE2D6B77400}" srcOrd="5" destOrd="0" parTransId="{6D543B5E-EEF0-418E-B140-9726487CF57E}" sibTransId="{29F8A4A0-082D-4991-B443-0A8AFA42422B}"/>
    <dgm:cxn modelId="{C53B7F7A-3F7C-4500-9CAA-E1066ACD9201}" srcId="{B3F6A2BA-40B6-4187-AFF8-F8F9AF80E7F9}" destId="{B2DF35EF-9BDC-40A7-BFCA-A1A3E1293144}" srcOrd="7" destOrd="0" parTransId="{2769CC40-045F-4640-A563-15B6F6571048}" sibTransId="{3515389E-A2D9-4A91-A416-D06FB2BCF4D7}"/>
    <dgm:cxn modelId="{64F85BC0-8CCB-44C9-86FB-902D44F81F57}" type="presOf" srcId="{29F8A4A0-082D-4991-B443-0A8AFA42422B}" destId="{896B2AF0-997F-4A3D-95E9-687AEE393215}" srcOrd="0" destOrd="0" presId="urn:microsoft.com/office/officeart/2005/8/layout/cycle6"/>
    <dgm:cxn modelId="{17A4726C-EF9D-400F-9F7E-50B95F738DEC}" type="presOf" srcId="{CB7A3099-1224-4ECB-902C-396EC7BA7968}" destId="{37F6FC54-D545-444E-B19E-55F8864057C9}" srcOrd="0" destOrd="0" presId="urn:microsoft.com/office/officeart/2005/8/layout/cycle6"/>
    <dgm:cxn modelId="{0B4ECD0A-BE7F-46F0-9F93-AB82BB4736EF}" srcId="{B3F6A2BA-40B6-4187-AFF8-F8F9AF80E7F9}" destId="{BAB1302C-DD81-4AE2-A8FB-5C6A8E8133E8}" srcOrd="18" destOrd="0" parTransId="{B37CBE12-A1DC-48AE-9D35-BC5397163DD3}" sibTransId="{E18762FF-2354-4F30-90ED-6FBC8FFF9078}"/>
    <dgm:cxn modelId="{F90BA62E-E794-48A5-8857-5262442DCA4D}" srcId="{B3F6A2BA-40B6-4187-AFF8-F8F9AF80E7F9}" destId="{A8370C54-57BB-4D77-84F2-21B7BBCB8CD1}" srcOrd="15" destOrd="0" parTransId="{2A095022-B111-4BF4-8A3A-F583A99A0136}" sibTransId="{3D64D77A-FD09-4D3C-876D-C0CB137E62CD}"/>
    <dgm:cxn modelId="{8FBF0C4D-C880-403A-A0E8-1C57A6484DC9}" type="presOf" srcId="{3EBDEC13-B94B-424C-B6D8-E23828E29484}" destId="{E6415271-4602-49BD-8F77-B2554532B0A0}" srcOrd="0" destOrd="0" presId="urn:microsoft.com/office/officeart/2005/8/layout/cycle6"/>
    <dgm:cxn modelId="{EBC68FFD-0F35-4FBB-B798-DB0A754358E6}" srcId="{B3F6A2BA-40B6-4187-AFF8-F8F9AF80E7F9}" destId="{3EBDEC13-B94B-424C-B6D8-E23828E29484}" srcOrd="12" destOrd="0" parTransId="{4194DC5B-FCB2-47F2-A7AB-F8C802D2C380}" sibTransId="{910D43BF-2E12-4265-8F31-790375B138D8}"/>
    <dgm:cxn modelId="{679F2B07-21B4-40E2-BF09-B5C0F6E5212F}" type="presOf" srcId="{DF2D58BB-B07E-4427-B0B4-7328C7A546CF}" destId="{53232857-986B-4378-8600-83D67A96D1FC}" srcOrd="0" destOrd="0" presId="urn:microsoft.com/office/officeart/2005/8/layout/cycle6"/>
    <dgm:cxn modelId="{A9EF3240-FFE2-4D30-A6FF-696D9974C7E2}" type="presOf" srcId="{9281F980-DBAB-4458-BA3E-080893361045}" destId="{27377A35-5C63-4153-A1CA-D07A81FEBED6}" srcOrd="0" destOrd="0" presId="urn:microsoft.com/office/officeart/2005/8/layout/cycle6"/>
    <dgm:cxn modelId="{5643695A-F7C9-46FC-9D46-7100DB89D415}" type="presOf" srcId="{EE1F149E-F983-420A-AE26-0CA291A969CC}" destId="{508270A1-9056-4B9A-B0BC-2D3B1299FC58}" srcOrd="0" destOrd="0" presId="urn:microsoft.com/office/officeart/2005/8/layout/cycle6"/>
    <dgm:cxn modelId="{CD3A0CAD-AA3A-4EF1-B546-68A409B8AE4B}" type="presOf" srcId="{79F5EE38-222D-4BAC-ABC2-B06CAE63135B}" destId="{991A4C05-42A7-4815-BBC2-046FF52DA966}" srcOrd="0" destOrd="0" presId="urn:microsoft.com/office/officeart/2005/8/layout/cycle6"/>
    <dgm:cxn modelId="{D864FDE6-AE68-4123-A8AA-7FC1D1294C03}" srcId="{B3F6A2BA-40B6-4187-AFF8-F8F9AF80E7F9}" destId="{BB217A16-9AF2-4D4B-B615-1E19EDAD0C53}" srcOrd="23" destOrd="0" parTransId="{C1AA23A3-532B-4317-BA6C-EB24CD6F69A6}" sibTransId="{C0983ED0-8E1A-4C36-9B3F-D751B585C5F1}"/>
    <dgm:cxn modelId="{9576AAAE-58F2-424F-B8E3-B337460ABDE1}" srcId="{B3F6A2BA-40B6-4187-AFF8-F8F9AF80E7F9}" destId="{939662E8-1580-40AE-9B6C-323E8300E63E}" srcOrd="14" destOrd="0" parTransId="{A9B8F123-7BAB-41C3-840A-4F646C50888F}" sibTransId="{122F0F2A-9D73-4F96-9BEF-3D5D0F3739CC}"/>
    <dgm:cxn modelId="{2827A595-65C4-4172-AED4-5DD5225935A0}" type="presOf" srcId="{49E309A8-4ACE-4E24-9468-1B63E3F6A1C8}" destId="{9FC84676-4902-4A78-9386-9F053440A259}" srcOrd="0" destOrd="0" presId="urn:microsoft.com/office/officeart/2005/8/layout/cycle6"/>
    <dgm:cxn modelId="{26DC61A6-D1C0-47F7-A59B-DB4BBAB52632}" type="presOf" srcId="{3FDD498B-C338-4F3C-9707-6A31F5EB9217}" destId="{0186EB4D-19E9-40A6-9853-FE75E1F1C601}" srcOrd="0" destOrd="0" presId="urn:microsoft.com/office/officeart/2005/8/layout/cycle6"/>
    <dgm:cxn modelId="{F44C59FF-7A76-4937-B984-0C6412B00EED}" type="presParOf" srcId="{EFAE7302-6632-4D60-A96D-23F394241DE4}" destId="{37F6FC54-D545-444E-B19E-55F8864057C9}" srcOrd="0" destOrd="0" presId="urn:microsoft.com/office/officeart/2005/8/layout/cycle6"/>
    <dgm:cxn modelId="{C4EBB2E1-6971-4626-807C-413BAE8EAF07}" type="presParOf" srcId="{EFAE7302-6632-4D60-A96D-23F394241DE4}" destId="{F73F8756-B089-4C69-872B-9C77B1D2E9B9}" srcOrd="1" destOrd="0" presId="urn:microsoft.com/office/officeart/2005/8/layout/cycle6"/>
    <dgm:cxn modelId="{40C68967-9638-4FB7-9074-0E077641DB8C}" type="presParOf" srcId="{EFAE7302-6632-4D60-A96D-23F394241DE4}" destId="{990317AE-40E7-4E24-A709-5C1E3D7DF428}" srcOrd="2" destOrd="0" presId="urn:microsoft.com/office/officeart/2005/8/layout/cycle6"/>
    <dgm:cxn modelId="{4986B33F-3F9D-416D-B43C-7F8E3E15D868}" type="presParOf" srcId="{EFAE7302-6632-4D60-A96D-23F394241DE4}" destId="{0A74DD1F-BEEA-4E1C-A32C-B77C043FA489}" srcOrd="3" destOrd="0" presId="urn:microsoft.com/office/officeart/2005/8/layout/cycle6"/>
    <dgm:cxn modelId="{03A9B831-0110-48A2-9EE2-43B725D5EB03}" type="presParOf" srcId="{EFAE7302-6632-4D60-A96D-23F394241DE4}" destId="{33AA3025-9FF4-4436-AD56-351C2AA3B91C}" srcOrd="4" destOrd="0" presId="urn:microsoft.com/office/officeart/2005/8/layout/cycle6"/>
    <dgm:cxn modelId="{6B1E880F-05E8-4B3C-AD5E-A3C7D1A9B345}" type="presParOf" srcId="{EFAE7302-6632-4D60-A96D-23F394241DE4}" destId="{53232857-986B-4378-8600-83D67A96D1FC}" srcOrd="5" destOrd="0" presId="urn:microsoft.com/office/officeart/2005/8/layout/cycle6"/>
    <dgm:cxn modelId="{484A998A-0D98-45C6-854D-D7C13AF73A0D}" type="presParOf" srcId="{EFAE7302-6632-4D60-A96D-23F394241DE4}" destId="{B79BDE4E-122F-4949-877A-51460124312E}" srcOrd="6" destOrd="0" presId="urn:microsoft.com/office/officeart/2005/8/layout/cycle6"/>
    <dgm:cxn modelId="{884BBA93-6E2E-40BC-82C5-E0565614A966}" type="presParOf" srcId="{EFAE7302-6632-4D60-A96D-23F394241DE4}" destId="{E5A97052-E50B-4364-B8F3-C5BB55C62E43}" srcOrd="7" destOrd="0" presId="urn:microsoft.com/office/officeart/2005/8/layout/cycle6"/>
    <dgm:cxn modelId="{779DA2F7-51AC-4DEC-BF94-4197C76BDF93}" type="presParOf" srcId="{EFAE7302-6632-4D60-A96D-23F394241DE4}" destId="{C1FBA839-DD16-4EA3-AA23-4F09E108C25C}" srcOrd="8" destOrd="0" presId="urn:microsoft.com/office/officeart/2005/8/layout/cycle6"/>
    <dgm:cxn modelId="{440D2A55-09C2-434B-83B4-21476EBE4BCE}" type="presParOf" srcId="{EFAE7302-6632-4D60-A96D-23F394241DE4}" destId="{47D8252C-7210-4124-986D-C5A27EC7BB38}" srcOrd="9" destOrd="0" presId="urn:microsoft.com/office/officeart/2005/8/layout/cycle6"/>
    <dgm:cxn modelId="{A4B31027-3D9D-412A-8B0C-8484DEA5451D}" type="presParOf" srcId="{EFAE7302-6632-4D60-A96D-23F394241DE4}" destId="{49128025-155A-4115-B8B9-1A751CA1730C}" srcOrd="10" destOrd="0" presId="urn:microsoft.com/office/officeart/2005/8/layout/cycle6"/>
    <dgm:cxn modelId="{48646FA0-E362-4D5A-9BC9-242952CA5953}" type="presParOf" srcId="{EFAE7302-6632-4D60-A96D-23F394241DE4}" destId="{9A5BE75C-4E4D-435D-8920-9E32832F465D}" srcOrd="11" destOrd="0" presId="urn:microsoft.com/office/officeart/2005/8/layout/cycle6"/>
    <dgm:cxn modelId="{74EEB273-D487-4E25-898C-A6BEA72338CE}" type="presParOf" srcId="{EFAE7302-6632-4D60-A96D-23F394241DE4}" destId="{E213AD56-109D-4571-A0B0-1181C7025370}" srcOrd="12" destOrd="0" presId="urn:microsoft.com/office/officeart/2005/8/layout/cycle6"/>
    <dgm:cxn modelId="{0D0FF2D6-6D8E-406B-A3C4-A664F3080759}" type="presParOf" srcId="{EFAE7302-6632-4D60-A96D-23F394241DE4}" destId="{41190AB1-8428-4DEE-ADF0-BAC788A0917C}" srcOrd="13" destOrd="0" presId="urn:microsoft.com/office/officeart/2005/8/layout/cycle6"/>
    <dgm:cxn modelId="{E2B3033A-90A2-4C4E-974A-F0FC71028136}" type="presParOf" srcId="{EFAE7302-6632-4D60-A96D-23F394241DE4}" destId="{3E6F2280-A61F-493F-991B-F51BCDF11010}" srcOrd="14" destOrd="0" presId="urn:microsoft.com/office/officeart/2005/8/layout/cycle6"/>
    <dgm:cxn modelId="{A10D3AAA-7A79-45BA-B8D4-3401498B9A62}" type="presParOf" srcId="{EFAE7302-6632-4D60-A96D-23F394241DE4}" destId="{D0E1629B-81D1-410E-AE41-A68200AAD38A}" srcOrd="15" destOrd="0" presId="urn:microsoft.com/office/officeart/2005/8/layout/cycle6"/>
    <dgm:cxn modelId="{B0D1AC74-58F6-46BF-B649-09F94587E5C9}" type="presParOf" srcId="{EFAE7302-6632-4D60-A96D-23F394241DE4}" destId="{98736DC7-D98D-4E78-942E-3E553CB51665}" srcOrd="16" destOrd="0" presId="urn:microsoft.com/office/officeart/2005/8/layout/cycle6"/>
    <dgm:cxn modelId="{086F16C0-685D-4C11-A12D-548B3E0A2767}" type="presParOf" srcId="{EFAE7302-6632-4D60-A96D-23F394241DE4}" destId="{896B2AF0-997F-4A3D-95E9-687AEE393215}" srcOrd="17" destOrd="0" presId="urn:microsoft.com/office/officeart/2005/8/layout/cycle6"/>
    <dgm:cxn modelId="{33B4A403-FA05-4119-9A18-6DDF6661C76B}" type="presParOf" srcId="{EFAE7302-6632-4D60-A96D-23F394241DE4}" destId="{BC51FB21-3AAD-464F-AB4E-68130F6D9956}" srcOrd="18" destOrd="0" presId="urn:microsoft.com/office/officeart/2005/8/layout/cycle6"/>
    <dgm:cxn modelId="{9A1552F8-8B8F-42AA-9827-4AE601C017AE}" type="presParOf" srcId="{EFAE7302-6632-4D60-A96D-23F394241DE4}" destId="{678D2501-9B9B-4053-8341-251711D30C2F}" srcOrd="19" destOrd="0" presId="urn:microsoft.com/office/officeart/2005/8/layout/cycle6"/>
    <dgm:cxn modelId="{310F710C-0811-40D9-BB78-4091B58DAF4D}" type="presParOf" srcId="{EFAE7302-6632-4D60-A96D-23F394241DE4}" destId="{36A25B59-0286-4766-AF4A-4AD99255FB9A}" srcOrd="20" destOrd="0" presId="urn:microsoft.com/office/officeart/2005/8/layout/cycle6"/>
    <dgm:cxn modelId="{C1DD37FF-F668-496B-973B-D108BABB3178}" type="presParOf" srcId="{EFAE7302-6632-4D60-A96D-23F394241DE4}" destId="{4EBAFEA8-38A7-4839-A196-E833865FEC3E}" srcOrd="21" destOrd="0" presId="urn:microsoft.com/office/officeart/2005/8/layout/cycle6"/>
    <dgm:cxn modelId="{2F6DB882-D5C1-4603-AEB9-97758BF6F67B}" type="presParOf" srcId="{EFAE7302-6632-4D60-A96D-23F394241DE4}" destId="{C248C08C-3758-4EEE-8D81-59D26C39B226}" srcOrd="22" destOrd="0" presId="urn:microsoft.com/office/officeart/2005/8/layout/cycle6"/>
    <dgm:cxn modelId="{9DB20659-3B68-4B9E-BA9D-9DF2850B057D}" type="presParOf" srcId="{EFAE7302-6632-4D60-A96D-23F394241DE4}" destId="{A95F9BD2-8E6C-4D20-A2D9-24C989631FAC}" srcOrd="23" destOrd="0" presId="urn:microsoft.com/office/officeart/2005/8/layout/cycle6"/>
    <dgm:cxn modelId="{CAE63774-304E-4DC9-A28D-F209FB185CD7}" type="presParOf" srcId="{EFAE7302-6632-4D60-A96D-23F394241DE4}" destId="{FCDBC8B2-A072-489D-B135-4F76C90ABB73}" srcOrd="24" destOrd="0" presId="urn:microsoft.com/office/officeart/2005/8/layout/cycle6"/>
    <dgm:cxn modelId="{79417A1A-6676-4A47-BEAE-B4847AF5B213}" type="presParOf" srcId="{EFAE7302-6632-4D60-A96D-23F394241DE4}" destId="{1A502533-D656-4694-9BDA-B75F503AD108}" srcOrd="25" destOrd="0" presId="urn:microsoft.com/office/officeart/2005/8/layout/cycle6"/>
    <dgm:cxn modelId="{DEF2B93F-922E-498D-826F-A6C7FD9484FE}" type="presParOf" srcId="{EFAE7302-6632-4D60-A96D-23F394241DE4}" destId="{BBF115A0-E49F-481D-B9B9-7781A7700C68}" srcOrd="26" destOrd="0" presId="urn:microsoft.com/office/officeart/2005/8/layout/cycle6"/>
    <dgm:cxn modelId="{7596080C-8242-4000-88DF-31084256FF83}" type="presParOf" srcId="{EFAE7302-6632-4D60-A96D-23F394241DE4}" destId="{27377A35-5C63-4153-A1CA-D07A81FEBED6}" srcOrd="27" destOrd="0" presId="urn:microsoft.com/office/officeart/2005/8/layout/cycle6"/>
    <dgm:cxn modelId="{E20B8B1E-D0E6-4CEF-8DD5-3297D27906E1}" type="presParOf" srcId="{EFAE7302-6632-4D60-A96D-23F394241DE4}" destId="{166E8CAE-7A6A-441E-B81D-F2A6930AEB34}" srcOrd="28" destOrd="0" presId="urn:microsoft.com/office/officeart/2005/8/layout/cycle6"/>
    <dgm:cxn modelId="{479077B5-8F53-49F0-81EA-7B3C0D8E41E1}" type="presParOf" srcId="{EFAE7302-6632-4D60-A96D-23F394241DE4}" destId="{C75F3799-6FE1-44D4-94E5-D0323DD9642D}" srcOrd="29" destOrd="0" presId="urn:microsoft.com/office/officeart/2005/8/layout/cycle6"/>
    <dgm:cxn modelId="{6F342913-378A-4424-9B82-63DEB11E1C4D}" type="presParOf" srcId="{EFAE7302-6632-4D60-A96D-23F394241DE4}" destId="{ACA3DEE4-4C37-414B-A20E-469C72FF631D}" srcOrd="30" destOrd="0" presId="urn:microsoft.com/office/officeart/2005/8/layout/cycle6"/>
    <dgm:cxn modelId="{7F53603F-B856-483C-A8DF-6A1B57236D02}" type="presParOf" srcId="{EFAE7302-6632-4D60-A96D-23F394241DE4}" destId="{5E377587-15D8-428C-8F90-BB7C49868333}" srcOrd="31" destOrd="0" presId="urn:microsoft.com/office/officeart/2005/8/layout/cycle6"/>
    <dgm:cxn modelId="{F9193E18-EE1B-4708-A8D0-B38E524360B3}" type="presParOf" srcId="{EFAE7302-6632-4D60-A96D-23F394241DE4}" destId="{39826E2A-859D-4D09-B02A-05287C251E70}" srcOrd="32" destOrd="0" presId="urn:microsoft.com/office/officeart/2005/8/layout/cycle6"/>
    <dgm:cxn modelId="{13AA5232-3786-4C30-8BCE-C9C5747BAE68}" type="presParOf" srcId="{EFAE7302-6632-4D60-A96D-23F394241DE4}" destId="{508270A1-9056-4B9A-B0BC-2D3B1299FC58}" srcOrd="33" destOrd="0" presId="urn:microsoft.com/office/officeart/2005/8/layout/cycle6"/>
    <dgm:cxn modelId="{87E732BE-0A62-45B5-AAF6-30FD0C68AD8F}" type="presParOf" srcId="{EFAE7302-6632-4D60-A96D-23F394241DE4}" destId="{32B48CEE-BE6C-4B73-AA70-08340D7306CA}" srcOrd="34" destOrd="0" presId="urn:microsoft.com/office/officeart/2005/8/layout/cycle6"/>
    <dgm:cxn modelId="{07D3B42F-9767-43F8-B640-BF0FAF8FF93C}" type="presParOf" srcId="{EFAE7302-6632-4D60-A96D-23F394241DE4}" destId="{0186EB4D-19E9-40A6-9853-FE75E1F1C601}" srcOrd="35" destOrd="0" presId="urn:microsoft.com/office/officeart/2005/8/layout/cycle6"/>
    <dgm:cxn modelId="{71D4E7A2-1813-4BFA-99CE-90BE901B0E4E}" type="presParOf" srcId="{EFAE7302-6632-4D60-A96D-23F394241DE4}" destId="{E6415271-4602-49BD-8F77-B2554532B0A0}" srcOrd="36" destOrd="0" presId="urn:microsoft.com/office/officeart/2005/8/layout/cycle6"/>
    <dgm:cxn modelId="{287CD698-6AC7-42B0-95E8-E734513EC8AF}" type="presParOf" srcId="{EFAE7302-6632-4D60-A96D-23F394241DE4}" destId="{18476B6F-E555-4078-9F4F-FED8900C0811}" srcOrd="37" destOrd="0" presId="urn:microsoft.com/office/officeart/2005/8/layout/cycle6"/>
    <dgm:cxn modelId="{23394FF9-0123-48AF-904F-DED777059C94}" type="presParOf" srcId="{EFAE7302-6632-4D60-A96D-23F394241DE4}" destId="{0CA37BE1-2CF9-468E-BFF7-47A995E3BB08}" srcOrd="38" destOrd="0" presId="urn:microsoft.com/office/officeart/2005/8/layout/cycle6"/>
    <dgm:cxn modelId="{981E77CB-98AC-4B50-A21C-22BBF4621908}" type="presParOf" srcId="{EFAE7302-6632-4D60-A96D-23F394241DE4}" destId="{C10433AE-724D-434E-B55F-F8FBA5E6691B}" srcOrd="39" destOrd="0" presId="urn:microsoft.com/office/officeart/2005/8/layout/cycle6"/>
    <dgm:cxn modelId="{39B2B0D4-3393-4927-A4AF-9E7F2A5A332E}" type="presParOf" srcId="{EFAE7302-6632-4D60-A96D-23F394241DE4}" destId="{1BF69A71-2EE3-482B-A6FD-09CDD6717BD2}" srcOrd="40" destOrd="0" presId="urn:microsoft.com/office/officeart/2005/8/layout/cycle6"/>
    <dgm:cxn modelId="{2921F51E-7CD4-467B-8914-ED36F92B7EA1}" type="presParOf" srcId="{EFAE7302-6632-4D60-A96D-23F394241DE4}" destId="{6361BE26-1613-4254-AAB5-23BC794B38F0}" srcOrd="41" destOrd="0" presId="urn:microsoft.com/office/officeart/2005/8/layout/cycle6"/>
    <dgm:cxn modelId="{7AD62E1B-4480-41B4-A1CD-5B5B35E4E2F1}" type="presParOf" srcId="{EFAE7302-6632-4D60-A96D-23F394241DE4}" destId="{75C04093-B402-44E4-A02F-D9D20B3CFE9D}" srcOrd="42" destOrd="0" presId="urn:microsoft.com/office/officeart/2005/8/layout/cycle6"/>
    <dgm:cxn modelId="{54BBFBCB-0C2A-42F1-9992-B03EE35F2C9C}" type="presParOf" srcId="{EFAE7302-6632-4D60-A96D-23F394241DE4}" destId="{320450C4-F523-4B16-B2D9-4DF083C0D164}" srcOrd="43" destOrd="0" presId="urn:microsoft.com/office/officeart/2005/8/layout/cycle6"/>
    <dgm:cxn modelId="{15B2ABBC-9C67-4D28-B2AF-D4EC0A25A858}" type="presParOf" srcId="{EFAE7302-6632-4D60-A96D-23F394241DE4}" destId="{76F78CE6-90C8-4B35-9F7E-1F5EB9B22151}" srcOrd="44" destOrd="0" presId="urn:microsoft.com/office/officeart/2005/8/layout/cycle6"/>
    <dgm:cxn modelId="{7CBD4239-317C-4E23-B442-561CCB79C091}" type="presParOf" srcId="{EFAE7302-6632-4D60-A96D-23F394241DE4}" destId="{618D29F1-B27A-4177-81E5-AC40E22B797C}" srcOrd="45" destOrd="0" presId="urn:microsoft.com/office/officeart/2005/8/layout/cycle6"/>
    <dgm:cxn modelId="{DC0677E1-5E69-441E-A54D-20F5292AD5C2}" type="presParOf" srcId="{EFAE7302-6632-4D60-A96D-23F394241DE4}" destId="{6DA6B6DF-5C12-40CD-AAE4-BEDED49DD127}" srcOrd="46" destOrd="0" presId="urn:microsoft.com/office/officeart/2005/8/layout/cycle6"/>
    <dgm:cxn modelId="{14AD1E1F-8DC4-4D9B-B6EF-578E43A009F6}" type="presParOf" srcId="{EFAE7302-6632-4D60-A96D-23F394241DE4}" destId="{B309ED74-66A5-480C-86D1-D4E840F406AC}" srcOrd="47" destOrd="0" presId="urn:microsoft.com/office/officeart/2005/8/layout/cycle6"/>
    <dgm:cxn modelId="{3FC07EFD-6E0A-47D7-AF98-022B887B5825}" type="presParOf" srcId="{EFAE7302-6632-4D60-A96D-23F394241DE4}" destId="{1DFE6595-7230-483C-9D32-BFCA9CE92D85}" srcOrd="48" destOrd="0" presId="urn:microsoft.com/office/officeart/2005/8/layout/cycle6"/>
    <dgm:cxn modelId="{96DC5192-3F67-4A52-9491-AACCAADB3127}" type="presParOf" srcId="{EFAE7302-6632-4D60-A96D-23F394241DE4}" destId="{951B332A-C98B-433A-BC90-670312A65140}" srcOrd="49" destOrd="0" presId="urn:microsoft.com/office/officeart/2005/8/layout/cycle6"/>
    <dgm:cxn modelId="{05A384D9-C90F-4166-A085-5DD58153697C}" type="presParOf" srcId="{EFAE7302-6632-4D60-A96D-23F394241DE4}" destId="{F136BB06-5C60-4B50-98D8-C6FCDB3F7F8E}" srcOrd="50" destOrd="0" presId="urn:microsoft.com/office/officeart/2005/8/layout/cycle6"/>
    <dgm:cxn modelId="{CFAA205F-4AD6-4EF0-B572-B1270CA0BE2F}" type="presParOf" srcId="{EFAE7302-6632-4D60-A96D-23F394241DE4}" destId="{2CC1B40C-A928-4D28-85BB-5E0283FC2F77}" srcOrd="51" destOrd="0" presId="urn:microsoft.com/office/officeart/2005/8/layout/cycle6"/>
    <dgm:cxn modelId="{66CD3AA8-A19F-4DA7-BF71-F6A698818ECE}" type="presParOf" srcId="{EFAE7302-6632-4D60-A96D-23F394241DE4}" destId="{7EF4F930-8B6A-4ECB-AEE6-E6BBCDEDB007}" srcOrd="52" destOrd="0" presId="urn:microsoft.com/office/officeart/2005/8/layout/cycle6"/>
    <dgm:cxn modelId="{0945605E-5986-4393-8F33-A7149C4E8AEA}" type="presParOf" srcId="{EFAE7302-6632-4D60-A96D-23F394241DE4}" destId="{68E8B125-993D-469E-AA0B-682C870C8CE0}" srcOrd="53" destOrd="0" presId="urn:microsoft.com/office/officeart/2005/8/layout/cycle6"/>
    <dgm:cxn modelId="{BCAADAB8-63D0-4CED-A8F3-B78EB78F3603}" type="presParOf" srcId="{EFAE7302-6632-4D60-A96D-23F394241DE4}" destId="{FADD2792-6893-42FB-A020-33C72A283A6C}" srcOrd="54" destOrd="0" presId="urn:microsoft.com/office/officeart/2005/8/layout/cycle6"/>
    <dgm:cxn modelId="{788EDCDD-CE72-4CFC-91AA-6E4C30F0E873}" type="presParOf" srcId="{EFAE7302-6632-4D60-A96D-23F394241DE4}" destId="{3347F71B-899A-499F-BE60-DD768007AE3D}" srcOrd="55" destOrd="0" presId="urn:microsoft.com/office/officeart/2005/8/layout/cycle6"/>
    <dgm:cxn modelId="{740C8F0F-948F-4F9C-96B3-EB574FEAA6EC}" type="presParOf" srcId="{EFAE7302-6632-4D60-A96D-23F394241DE4}" destId="{B9DC5B5E-81C6-4A00-AD4E-BE0007B91F2F}" srcOrd="56" destOrd="0" presId="urn:microsoft.com/office/officeart/2005/8/layout/cycle6"/>
    <dgm:cxn modelId="{063BC52B-F0C0-4769-B431-6A8C5DCA394C}" type="presParOf" srcId="{EFAE7302-6632-4D60-A96D-23F394241DE4}" destId="{FD352E1F-0C68-49D5-B0E2-54376D4F934A}" srcOrd="57" destOrd="0" presId="urn:microsoft.com/office/officeart/2005/8/layout/cycle6"/>
    <dgm:cxn modelId="{B253015F-E351-4D53-9E8C-E2CD1F235E21}" type="presParOf" srcId="{EFAE7302-6632-4D60-A96D-23F394241DE4}" destId="{0BC5354E-3415-46FB-ADB3-32C666B3BC89}" srcOrd="58" destOrd="0" presId="urn:microsoft.com/office/officeart/2005/8/layout/cycle6"/>
    <dgm:cxn modelId="{2D082F21-0319-4FF7-BC99-3884A860CB93}" type="presParOf" srcId="{EFAE7302-6632-4D60-A96D-23F394241DE4}" destId="{F4BCE455-286B-4204-B5F1-B8A634EE86AA}" srcOrd="59" destOrd="0" presId="urn:microsoft.com/office/officeart/2005/8/layout/cycle6"/>
    <dgm:cxn modelId="{77DB97D1-7E9E-4469-A5E8-D66F8DCA369D}" type="presParOf" srcId="{EFAE7302-6632-4D60-A96D-23F394241DE4}" destId="{C78ECE81-A2B2-47AC-8CB7-A602A09D7084}" srcOrd="60" destOrd="0" presId="urn:microsoft.com/office/officeart/2005/8/layout/cycle6"/>
    <dgm:cxn modelId="{4EA79CD1-CB3D-4DEE-B071-07583C2C989A}" type="presParOf" srcId="{EFAE7302-6632-4D60-A96D-23F394241DE4}" destId="{7D56EB1A-D3E6-4B49-8BAB-D14453A9BB73}" srcOrd="61" destOrd="0" presId="urn:microsoft.com/office/officeart/2005/8/layout/cycle6"/>
    <dgm:cxn modelId="{981E05B9-351D-4FAA-AA12-6C012267CBD4}" type="presParOf" srcId="{EFAE7302-6632-4D60-A96D-23F394241DE4}" destId="{E5C3F0BA-DB69-495D-9DEA-D13C90EA3630}" srcOrd="62" destOrd="0" presId="urn:microsoft.com/office/officeart/2005/8/layout/cycle6"/>
    <dgm:cxn modelId="{9D08AF7D-4383-414A-9033-32A19EE840AB}" type="presParOf" srcId="{EFAE7302-6632-4D60-A96D-23F394241DE4}" destId="{43DDAB27-C0DF-44FA-802A-67BF1D0F81B4}" srcOrd="63" destOrd="0" presId="urn:microsoft.com/office/officeart/2005/8/layout/cycle6"/>
    <dgm:cxn modelId="{A6B81680-7606-4D9D-83F9-1FBD1E6DD412}" type="presParOf" srcId="{EFAE7302-6632-4D60-A96D-23F394241DE4}" destId="{8C07BEE8-98F3-4383-8C3D-272C0DCA3135}" srcOrd="64" destOrd="0" presId="urn:microsoft.com/office/officeart/2005/8/layout/cycle6"/>
    <dgm:cxn modelId="{51B01AA8-76DF-4DF3-9318-2ADD1A46DAF6}" type="presParOf" srcId="{EFAE7302-6632-4D60-A96D-23F394241DE4}" destId="{4564EECB-4F9B-4DE6-A4A8-79CB80D711FC}" srcOrd="65" destOrd="0" presId="urn:microsoft.com/office/officeart/2005/8/layout/cycle6"/>
    <dgm:cxn modelId="{BFE10A99-5593-4ACB-885B-A5F9EF2A10A2}" type="presParOf" srcId="{EFAE7302-6632-4D60-A96D-23F394241DE4}" destId="{E7B2F824-C131-4F6E-BF3B-11B8D84C3259}" srcOrd="66" destOrd="0" presId="urn:microsoft.com/office/officeart/2005/8/layout/cycle6"/>
    <dgm:cxn modelId="{86907D04-3038-4DC9-A66E-08D9C3FB63E5}" type="presParOf" srcId="{EFAE7302-6632-4D60-A96D-23F394241DE4}" destId="{14E160C9-3944-49D9-A382-EDFD6F07F2AF}" srcOrd="67" destOrd="0" presId="urn:microsoft.com/office/officeart/2005/8/layout/cycle6"/>
    <dgm:cxn modelId="{5055854B-1459-4A4E-8023-9A891D0F5633}" type="presParOf" srcId="{EFAE7302-6632-4D60-A96D-23F394241DE4}" destId="{F221C969-D840-4207-AD08-C8DF473E761E}" srcOrd="68" destOrd="0" presId="urn:microsoft.com/office/officeart/2005/8/layout/cycle6"/>
    <dgm:cxn modelId="{3FF89C43-0566-4E31-A7D6-1A036ED81EC3}" type="presParOf" srcId="{EFAE7302-6632-4D60-A96D-23F394241DE4}" destId="{CFCF3D4C-32A1-4968-B438-404BD7D6114A}" srcOrd="69" destOrd="0" presId="urn:microsoft.com/office/officeart/2005/8/layout/cycle6"/>
    <dgm:cxn modelId="{3F0798A1-1D1A-4242-9E8A-12EF4F84CA7B}" type="presParOf" srcId="{EFAE7302-6632-4D60-A96D-23F394241DE4}" destId="{A331A5A7-B87C-4299-8B1F-207925CD4C27}" srcOrd="70" destOrd="0" presId="urn:microsoft.com/office/officeart/2005/8/layout/cycle6"/>
    <dgm:cxn modelId="{8CF06DB2-6B51-431E-A280-51030D0745A2}" type="presParOf" srcId="{EFAE7302-6632-4D60-A96D-23F394241DE4}" destId="{21A7A6A5-C6D1-4211-8A8E-22C0ECD96F49}" srcOrd="71" destOrd="0" presId="urn:microsoft.com/office/officeart/2005/8/layout/cycle6"/>
    <dgm:cxn modelId="{86E22F28-719F-4209-AC48-43815564AF56}" type="presParOf" srcId="{EFAE7302-6632-4D60-A96D-23F394241DE4}" destId="{991A4C05-42A7-4815-BBC2-046FF52DA966}" srcOrd="72" destOrd="0" presId="urn:microsoft.com/office/officeart/2005/8/layout/cycle6"/>
    <dgm:cxn modelId="{DCCC6CD0-4A83-4A52-9071-02FBBCDD06B0}" type="presParOf" srcId="{EFAE7302-6632-4D60-A96D-23F394241DE4}" destId="{9AD292EF-B75E-4B66-9CEA-DD3FDDF0A21E}" srcOrd="73" destOrd="0" presId="urn:microsoft.com/office/officeart/2005/8/layout/cycle6"/>
    <dgm:cxn modelId="{5FD10FC9-1109-4903-BD7E-E95558B35AA3}" type="presParOf" srcId="{EFAE7302-6632-4D60-A96D-23F394241DE4}" destId="{F56FC7F1-C52A-48DE-AD95-4D744553B23F}" srcOrd="74" destOrd="0" presId="urn:microsoft.com/office/officeart/2005/8/layout/cycle6"/>
    <dgm:cxn modelId="{64C5DE63-0E86-4848-B364-AEC264CF7FD9}" type="presParOf" srcId="{EFAE7302-6632-4D60-A96D-23F394241DE4}" destId="{9FC84676-4902-4A78-9386-9F053440A259}" srcOrd="75" destOrd="0" presId="urn:microsoft.com/office/officeart/2005/8/layout/cycle6"/>
    <dgm:cxn modelId="{C1172F31-49B9-4855-8DE9-6679E0F8ED9B}" type="presParOf" srcId="{EFAE7302-6632-4D60-A96D-23F394241DE4}" destId="{5ADB1E6E-FCB9-4EA8-A0AA-8C3DCE7A8970}" srcOrd="76" destOrd="0" presId="urn:microsoft.com/office/officeart/2005/8/layout/cycle6"/>
    <dgm:cxn modelId="{764E116C-7777-43F8-8645-80DDBDF5D9F7}" type="presParOf" srcId="{EFAE7302-6632-4D60-A96D-23F394241DE4}" destId="{D6FF76DD-C30F-4EB0-8FCF-74271CBF245A}" srcOrd="77" destOrd="0" presId="urn:microsoft.com/office/officeart/2005/8/layout/cycle6"/>
    <dgm:cxn modelId="{D70DBCE4-9FB3-4609-9AA9-BE401F29C58E}" type="presParOf" srcId="{EFAE7302-6632-4D60-A96D-23F394241DE4}" destId="{BB6CD61F-322C-4EEA-85CC-48F3CC9DA29B}" srcOrd="78" destOrd="0" presId="urn:microsoft.com/office/officeart/2005/8/layout/cycle6"/>
    <dgm:cxn modelId="{F7ABC2F1-9210-407B-918E-0E3EE8C634E8}" type="presParOf" srcId="{EFAE7302-6632-4D60-A96D-23F394241DE4}" destId="{97AD30FD-571A-4F8C-8E69-85180761E85D}" srcOrd="79" destOrd="0" presId="urn:microsoft.com/office/officeart/2005/8/layout/cycle6"/>
    <dgm:cxn modelId="{3CCDE4A3-4A3C-43D5-B201-706ED1BE9DF5}" type="presParOf" srcId="{EFAE7302-6632-4D60-A96D-23F394241DE4}" destId="{F9A0D072-B17C-43D0-9A88-104CAF700717}" srcOrd="80" destOrd="0" presId="urn:microsoft.com/office/officeart/2005/8/layout/cycle6"/>
    <dgm:cxn modelId="{6E98F59B-0631-4CA8-82C2-1DC8E1F424C6}" type="presParOf" srcId="{EFAE7302-6632-4D60-A96D-23F394241DE4}" destId="{98BE2733-5EA3-4FB9-B572-1CE18B1FAD50}" srcOrd="81" destOrd="0" presId="urn:microsoft.com/office/officeart/2005/8/layout/cycle6"/>
    <dgm:cxn modelId="{CF062EE8-9ED9-4F43-AEDA-88DF0A02517C}" type="presParOf" srcId="{EFAE7302-6632-4D60-A96D-23F394241DE4}" destId="{251E8F09-86AE-4903-9E8B-058B849FCB04}" srcOrd="82" destOrd="0" presId="urn:microsoft.com/office/officeart/2005/8/layout/cycle6"/>
    <dgm:cxn modelId="{322DA9C1-A7CA-413C-B752-FDD144A34F71}" type="presParOf" srcId="{EFAE7302-6632-4D60-A96D-23F394241DE4}" destId="{7F89DABF-7369-48F0-8963-A2942746E850}" srcOrd="83" destOrd="0" presId="urn:microsoft.com/office/officeart/2005/8/layout/cycle6"/>
    <dgm:cxn modelId="{42C723E6-CFA1-403C-BF37-27699CBCBD56}" type="presParOf" srcId="{EFAE7302-6632-4D60-A96D-23F394241DE4}" destId="{CD308359-DDF9-4556-B21D-E2264F4EE573}" srcOrd="84" destOrd="0" presId="urn:microsoft.com/office/officeart/2005/8/layout/cycle6"/>
    <dgm:cxn modelId="{70C3AD5A-E868-41EB-B84C-E93B5565892E}" type="presParOf" srcId="{EFAE7302-6632-4D60-A96D-23F394241DE4}" destId="{F968E9D9-3C8D-4C82-BD13-F54DE66BCE27}" srcOrd="85" destOrd="0" presId="urn:microsoft.com/office/officeart/2005/8/layout/cycle6"/>
    <dgm:cxn modelId="{17481BCD-BC6E-4398-9B09-DA2F8B48BC83}" type="presParOf" srcId="{EFAE7302-6632-4D60-A96D-23F394241DE4}" destId="{81F2DA4D-EFC8-4AA8-9C5F-683BBAC275F5}" srcOrd="86" destOrd="0" presId="urn:microsoft.com/office/officeart/2005/8/layout/cycle6"/>
    <dgm:cxn modelId="{6D870BD4-9AE0-4DA6-A8FA-B6308DFA75EE}" type="presParOf" srcId="{EFAE7302-6632-4D60-A96D-23F394241DE4}" destId="{9AC4915E-252C-49E2-84A8-90A6E8385642}" srcOrd="87" destOrd="0" presId="urn:microsoft.com/office/officeart/2005/8/layout/cycle6"/>
    <dgm:cxn modelId="{62438561-FF51-4E6F-8FBC-670D3B2FE14F}" type="presParOf" srcId="{EFAE7302-6632-4D60-A96D-23F394241DE4}" destId="{90DC71D3-7FED-47C0-AFD0-4EAC0EA8659A}" srcOrd="88" destOrd="0" presId="urn:microsoft.com/office/officeart/2005/8/layout/cycle6"/>
    <dgm:cxn modelId="{910CE94D-3DCC-47CA-947F-28F4D2DA2225}" type="presParOf" srcId="{EFAE7302-6632-4D60-A96D-23F394241DE4}" destId="{10B85967-A5CA-441C-B74B-8FD7919CBCCC}" srcOrd="89" destOrd="0" presId="urn:microsoft.com/office/officeart/2005/8/layout/cycle6"/>
    <dgm:cxn modelId="{4ACA82C1-F964-40A7-B05E-87BE23838495}" type="presParOf" srcId="{EFAE7302-6632-4D60-A96D-23F394241DE4}" destId="{F724F2BE-3492-48DF-BEB0-18E86EC3383D}" srcOrd="90" destOrd="0" presId="urn:microsoft.com/office/officeart/2005/8/layout/cycle6"/>
    <dgm:cxn modelId="{06526D05-EB82-4A84-BF42-17660ECA0D10}" type="presParOf" srcId="{EFAE7302-6632-4D60-A96D-23F394241DE4}" destId="{1E3A32DE-60CE-418E-8DBF-72B8A707C45D}" srcOrd="91" destOrd="0" presId="urn:microsoft.com/office/officeart/2005/8/layout/cycle6"/>
    <dgm:cxn modelId="{0B87B174-BCA5-43AF-80CA-19DFAFFCEEE8}" type="presParOf" srcId="{EFAE7302-6632-4D60-A96D-23F394241DE4}" destId="{D385CF75-2DC0-41B5-94A8-CB366CF3094B}" srcOrd="92" destOrd="0" presId="urn:microsoft.com/office/officeart/2005/8/layout/cycle6"/>
    <dgm:cxn modelId="{5F134093-1B2D-4296-BA38-E940EF1A2B54}" type="presParOf" srcId="{EFAE7302-6632-4D60-A96D-23F394241DE4}" destId="{503B42BA-B449-428B-A7CE-2DFEE7DEF4F0}" srcOrd="93" destOrd="0" presId="urn:microsoft.com/office/officeart/2005/8/layout/cycle6"/>
    <dgm:cxn modelId="{6A47C7A4-3729-4748-BC36-30DDDB55CD9C}" type="presParOf" srcId="{EFAE7302-6632-4D60-A96D-23F394241DE4}" destId="{3E256912-B98B-4477-9DD1-348D614FCC59}" srcOrd="94" destOrd="0" presId="urn:microsoft.com/office/officeart/2005/8/layout/cycle6"/>
    <dgm:cxn modelId="{DFB92642-7372-4226-9C59-AEB7451A647D}" type="presParOf" srcId="{EFAE7302-6632-4D60-A96D-23F394241DE4}" destId="{5CFB3FD2-2DF6-4205-823E-F0FEC3D98719}" srcOrd="9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1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5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2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969" y="556389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xmlns="" id="{43663646-67F9-47C4-84E3-B4EEDA5FB900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760958F6-32DB-4A2F-BFC3-1FBEA359C54B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66C323F2-F0D8-4EB7-83AE-DFAA81BC49DE}"/>
              </a:ext>
            </a:extLst>
          </p:cNvPr>
          <p:cNvSpPr/>
          <p:nvPr userDrawn="1"/>
        </p:nvSpPr>
        <p:spPr>
          <a:xfrm rot="10800000">
            <a:off x="7678346" y="2221532"/>
            <a:ext cx="4513654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212D27AE-1148-4B42-8B61-FEBB2397EFD9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354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Umesh H.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#3160714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 – Naming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H.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ebdings" panose="05030102010509060703" pitchFamily="18" charset="2"/>
              <a:buChar char="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#3170719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 – Naming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H.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#3170719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 – Naming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2802A992-B18A-47D4-8497-02E7586DF58D}"/>
              </a:ext>
            </a:extLst>
          </p:cNvPr>
          <p:cNvGrpSpPr/>
          <p:nvPr userDrawn="1"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CB550E12-AA95-4B1B-A8D2-ED01E515FC43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H.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#3170719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 – Naming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H.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#3170719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 – Naming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H.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#3170719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 – Naming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xmlns="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xmlns="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wmf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056" y="1671572"/>
            <a:ext cx="7060510" cy="2497450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sz="4800" b="0" dirty="0"/>
              <a:t>Naming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2400" b="0" dirty="0">
                <a:solidFill>
                  <a:srgbClr val="212121">
                    <a:lumMod val="90000"/>
                    <a:lumOff val="10000"/>
                  </a:srgbClr>
                </a:solidFill>
              </a:rPr>
              <a:t/>
            </a:r>
            <a:br>
              <a:rPr lang="en-US" sz="2400" b="0" dirty="0">
                <a:solidFill>
                  <a:srgbClr val="212121">
                    <a:lumMod val="90000"/>
                    <a:lumOff val="10000"/>
                  </a:srgbClr>
                </a:solidFill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dirty="0" smtClean="0"/>
              <a:t>mesh.thoriya@darshan.ac.in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9714233355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46560"/>
            <a:ext cx="3735998" cy="290081"/>
          </a:xfrm>
        </p:spPr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Umesh H. </a:t>
            </a:r>
            <a:r>
              <a:rPr lang="en-US" dirty="0" err="1" smtClean="0"/>
              <a:t>Thoriya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xmlns="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Distributed </a:t>
            </a:r>
            <a:r>
              <a:rPr lang="en-US" sz="2000" b="1" dirty="0" smtClean="0"/>
              <a:t>System </a:t>
            </a:r>
            <a:r>
              <a:rPr lang="en-US" sz="200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  <a:endParaRPr lang="en-US" sz="20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GTU #3170719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xmlns="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xmlns="" id="{D6337D8C-443B-4C47-A28D-6B3C5497025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88104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6"/>
                </a:solidFill>
              </a:rPr>
              <a:t>Names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6"/>
                </a:solidFill>
              </a:rPr>
              <a:t>Identifiers</a:t>
            </a:r>
            <a:endParaRPr lang="en-US" sz="2400" dirty="0">
              <a:solidFill>
                <a:schemeClr val="accent6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6"/>
                </a:solidFill>
              </a:rPr>
              <a:t>Addresses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6"/>
                </a:solidFill>
              </a:rPr>
              <a:t>Flat Naming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6"/>
                </a:solidFill>
              </a:rPr>
              <a:t>Structured Naming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6"/>
                </a:solidFill>
              </a:rPr>
              <a:t>Attribute-Based </a:t>
            </a:r>
            <a:r>
              <a:rPr lang="en-US" sz="2400" dirty="0">
                <a:solidFill>
                  <a:schemeClr val="accent6"/>
                </a:solidFill>
              </a:rPr>
              <a:t>Naming</a:t>
            </a:r>
          </a:p>
        </p:txBody>
      </p:sp>
    </p:spTree>
    <p:extLst>
      <p:ext uri="{BB962C8B-B14F-4D97-AF65-F5344CB8AC3E}">
        <p14:creationId xmlns:p14="http://schemas.microsoft.com/office/powerpoint/2010/main" val="58527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Names, identifiers, and addresses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 smtClean="0">
                <a:solidFill>
                  <a:srgbClr val="1D3064"/>
                </a:solidFill>
              </a:rPr>
              <a:t>Name</a:t>
            </a:r>
            <a:r>
              <a:rPr lang="en-US" dirty="0" smtClean="0"/>
              <a:t>: set of bits/characters used to identify/refer to an entity, a collective of entities, etc. in a context</a:t>
            </a:r>
          </a:p>
          <a:p>
            <a:pPr lvl="2"/>
            <a:r>
              <a:rPr lang="en-US" sz="2400" dirty="0" smtClean="0"/>
              <a:t>Simply comparing two names, we might not be able to know if they refer to the same entity</a:t>
            </a:r>
          </a:p>
          <a:p>
            <a:pPr>
              <a:lnSpc>
                <a:spcPct val="100000"/>
              </a:lnSpc>
            </a:pPr>
            <a:r>
              <a:rPr lang="en-US" b="1" dirty="0" smtClean="0">
                <a:solidFill>
                  <a:srgbClr val="1D3064"/>
                </a:solidFill>
              </a:rPr>
              <a:t>Identifier</a:t>
            </a:r>
            <a:r>
              <a:rPr lang="en-US" dirty="0" smtClean="0"/>
              <a:t>: a name that uniquely identifies an entity</a:t>
            </a:r>
          </a:p>
          <a:p>
            <a:pPr lvl="2"/>
            <a:r>
              <a:rPr lang="en-US" sz="2400" dirty="0" smtClean="0"/>
              <a:t>The identifier is unique and refers to only one entity</a:t>
            </a:r>
          </a:p>
          <a:p>
            <a:pPr>
              <a:lnSpc>
                <a:spcPct val="100000"/>
              </a:lnSpc>
            </a:pPr>
            <a:r>
              <a:rPr lang="en-US" b="1" dirty="0" smtClean="0">
                <a:solidFill>
                  <a:srgbClr val="1D3064"/>
                </a:solidFill>
              </a:rPr>
              <a:t>Address</a:t>
            </a:r>
            <a:r>
              <a:rPr lang="en-US" dirty="0" smtClean="0"/>
              <a:t>: the name of an access point, the location of an entity</a:t>
            </a:r>
          </a:p>
          <a:p>
            <a:pPr lvl="2"/>
            <a:r>
              <a:rPr lang="en-US" sz="2400" dirty="0" smtClean="0"/>
              <a:t>e.g</a:t>
            </a:r>
            <a:r>
              <a:rPr lang="en-US" sz="2400" dirty="0"/>
              <a:t>. phone number, or IP-address + port for a </a:t>
            </a:r>
            <a:r>
              <a:rPr lang="en-US" sz="2400" dirty="0" smtClean="0"/>
              <a:t>service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095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Names (character or bit strings) are used </a:t>
            </a:r>
            <a:r>
              <a:rPr lang="en-US" dirty="0" smtClean="0"/>
              <a:t>to denote </a:t>
            </a:r>
            <a:r>
              <a:rPr lang="en-US" dirty="0"/>
              <a:t>entities in a distributed system.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Entity</a:t>
            </a:r>
            <a:r>
              <a:rPr lang="en-US" dirty="0"/>
              <a:t>: resources, processes, users, mailboxes</a:t>
            </a:r>
            <a:r>
              <a:rPr lang="en-US" dirty="0" smtClean="0"/>
              <a:t>, newsgroups</a:t>
            </a:r>
            <a:r>
              <a:rPr lang="en-US" dirty="0"/>
              <a:t>, queues, web pages, etc.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To </a:t>
            </a:r>
            <a:r>
              <a:rPr lang="en-US" dirty="0"/>
              <a:t>operate on an entity, we need an </a:t>
            </a:r>
            <a:r>
              <a:rPr lang="en-US" dirty="0">
                <a:solidFill>
                  <a:schemeClr val="accent6"/>
                </a:solidFill>
              </a:rPr>
              <a:t>access point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An </a:t>
            </a:r>
            <a:r>
              <a:rPr lang="en-US" dirty="0"/>
              <a:t>access points is a special kind of entity </a:t>
            </a:r>
            <a:r>
              <a:rPr lang="en-US" dirty="0" smtClean="0"/>
              <a:t>whose name </a:t>
            </a:r>
            <a:r>
              <a:rPr lang="en-US" dirty="0"/>
              <a:t>is called </a:t>
            </a:r>
            <a:r>
              <a:rPr lang="en-US" dirty="0">
                <a:solidFill>
                  <a:schemeClr val="accent6"/>
                </a:solidFill>
              </a:rPr>
              <a:t>address</a:t>
            </a:r>
          </a:p>
          <a:p>
            <a:pPr lvl="2"/>
            <a:r>
              <a:rPr lang="en-US" sz="2400" dirty="0"/>
              <a:t>The address of an access point of an entity is also called an address of that entity</a:t>
            </a:r>
          </a:p>
          <a:p>
            <a:pPr lvl="2"/>
            <a:r>
              <a:rPr lang="en-US" sz="2400" dirty="0"/>
              <a:t>An entity may offer more than one access point</a:t>
            </a:r>
          </a:p>
          <a:p>
            <a:pPr lvl="2"/>
            <a:r>
              <a:rPr lang="en-US" sz="2400" dirty="0"/>
              <a:t>Access point of an entity may change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 smtClean="0"/>
              <a:t>Can </a:t>
            </a:r>
            <a:r>
              <a:rPr lang="en-US" sz="2400" dirty="0"/>
              <a:t>be human-friendly(or not) and location dependent(or not</a:t>
            </a:r>
            <a:r>
              <a:rPr lang="en-US" sz="2400" dirty="0" smtClean="0"/>
              <a:t>)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 smtClean="0"/>
              <a:t>Naming </a:t>
            </a:r>
            <a:r>
              <a:rPr lang="en-US" sz="2400" dirty="0"/>
              <a:t>systems are classified into three classes based on the type of names used:</a:t>
            </a:r>
          </a:p>
          <a:p>
            <a:pPr lvl="1"/>
            <a:r>
              <a:rPr lang="en-US" sz="2200" dirty="0">
                <a:solidFill>
                  <a:srgbClr val="1D3064"/>
                </a:solidFill>
                <a:ea typeface="ＭＳ Ｐゴシック" charset="-128"/>
              </a:rPr>
              <a:t>Flat naming</a:t>
            </a:r>
          </a:p>
          <a:p>
            <a:pPr lvl="1"/>
            <a:r>
              <a:rPr lang="en-US" sz="2200" dirty="0">
                <a:solidFill>
                  <a:srgbClr val="1D3064"/>
                </a:solidFill>
                <a:ea typeface="ＭＳ Ｐゴシック" charset="-128"/>
              </a:rPr>
              <a:t>Structured naming</a:t>
            </a:r>
          </a:p>
          <a:p>
            <a:pPr lvl="1"/>
            <a:r>
              <a:rPr lang="en-US" sz="2200" dirty="0">
                <a:solidFill>
                  <a:srgbClr val="1D3064"/>
                </a:solidFill>
                <a:ea typeface="ＭＳ Ｐゴシック" charset="-128"/>
              </a:rPr>
              <a:t>Attribute-based naming</a:t>
            </a:r>
          </a:p>
          <a:p>
            <a:pPr marL="0" lvl="2" indent="0">
              <a:lnSpc>
                <a:spcPct val="100000"/>
              </a:lnSpc>
              <a:spcBef>
                <a:spcPts val="1000"/>
              </a:spcBef>
              <a:buNone/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91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true identifier is a name with the </a:t>
            </a:r>
            <a:r>
              <a:rPr lang="en-US" dirty="0" smtClean="0"/>
              <a:t>following properties</a:t>
            </a:r>
            <a:r>
              <a:rPr lang="en-US" dirty="0"/>
              <a:t>:</a:t>
            </a:r>
          </a:p>
          <a:p>
            <a:pPr lvl="1"/>
            <a:r>
              <a:rPr lang="en-US" sz="2200" b="1" dirty="0">
                <a:solidFill>
                  <a:srgbClr val="1D3064"/>
                </a:solidFill>
                <a:ea typeface="ＭＳ Ｐゴシック" charset="-128"/>
              </a:rPr>
              <a:t>P1</a:t>
            </a:r>
            <a:r>
              <a:rPr lang="en-US" sz="2200" dirty="0">
                <a:ea typeface="ＭＳ Ｐゴシック" charset="-128"/>
              </a:rPr>
              <a:t>: An identifier refers to at most one entity</a:t>
            </a:r>
          </a:p>
          <a:p>
            <a:pPr lvl="1"/>
            <a:r>
              <a:rPr lang="en-US" sz="2200" b="1" dirty="0">
                <a:solidFill>
                  <a:srgbClr val="1D3064"/>
                </a:solidFill>
                <a:ea typeface="ＭＳ Ｐゴシック" charset="-128"/>
              </a:rPr>
              <a:t>P2</a:t>
            </a:r>
            <a:r>
              <a:rPr lang="en-US" sz="2200" dirty="0">
                <a:ea typeface="ＭＳ Ｐゴシック" charset="-128"/>
              </a:rPr>
              <a:t>: Each entity is referred to by at most one identifier</a:t>
            </a:r>
          </a:p>
          <a:p>
            <a:pPr lvl="1"/>
            <a:r>
              <a:rPr lang="en-US" sz="2200" b="1" dirty="0">
                <a:solidFill>
                  <a:srgbClr val="1D3064"/>
                </a:solidFill>
                <a:ea typeface="ＭＳ Ｐゴシック" charset="-128"/>
              </a:rPr>
              <a:t>P3</a:t>
            </a:r>
            <a:r>
              <a:rPr lang="en-US" sz="2200" dirty="0">
                <a:ea typeface="ＭＳ Ｐゴシック" charset="-128"/>
              </a:rPr>
              <a:t>: An identifier always refers to the same entity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Addresses </a:t>
            </a:r>
            <a:r>
              <a:rPr lang="en-US" dirty="0"/>
              <a:t>and identifiers are two </a:t>
            </a:r>
            <a:r>
              <a:rPr lang="en-US" dirty="0" smtClean="0"/>
              <a:t>important types </a:t>
            </a:r>
            <a:r>
              <a:rPr lang="en-US" dirty="0"/>
              <a:t>of names that are each used for </a:t>
            </a:r>
            <a:r>
              <a:rPr lang="en-US" dirty="0" smtClean="0"/>
              <a:t>different purposes 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smtClean="0"/>
              <a:t>Human-friendly </a:t>
            </a:r>
            <a:r>
              <a:rPr lang="en-US" dirty="0"/>
              <a:t>names - UNIX file names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52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identifier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purpose of a name is to identify an </a:t>
            </a:r>
            <a:r>
              <a:rPr lang="en-US" dirty="0" smtClean="0"/>
              <a:t>entity and </a:t>
            </a:r>
            <a:r>
              <a:rPr lang="en-US" dirty="0"/>
              <a:t>act as an access point to it.</a:t>
            </a:r>
          </a:p>
          <a:p>
            <a:pPr>
              <a:lnSpc>
                <a:spcPct val="100000"/>
              </a:lnSpc>
            </a:pPr>
            <a:r>
              <a:rPr lang="en-US" dirty="0"/>
              <a:t>To fulfil the role of true identifier</a:t>
            </a:r>
            <a:r>
              <a:rPr lang="en-US" dirty="0" smtClean="0"/>
              <a:t>,</a:t>
            </a:r>
          </a:p>
          <a:p>
            <a:pPr lvl="2"/>
            <a:r>
              <a:rPr lang="en-US" sz="2400" dirty="0"/>
              <a:t>N</a:t>
            </a:r>
            <a:r>
              <a:rPr lang="en-US" sz="2400" dirty="0" smtClean="0"/>
              <a:t>ame </a:t>
            </a:r>
            <a:r>
              <a:rPr lang="en-US" sz="2400" dirty="0"/>
              <a:t>refers to only one entity</a:t>
            </a:r>
          </a:p>
          <a:p>
            <a:pPr lvl="2"/>
            <a:r>
              <a:rPr lang="en-US" sz="2400" dirty="0"/>
              <a:t>D</a:t>
            </a:r>
            <a:r>
              <a:rPr lang="en-US" sz="2400" dirty="0" smtClean="0"/>
              <a:t>ifferent </a:t>
            </a:r>
            <a:r>
              <a:rPr lang="en-US" sz="2400" dirty="0"/>
              <a:t>names refer to different entities</a:t>
            </a:r>
          </a:p>
          <a:p>
            <a:pPr lvl="2"/>
            <a:r>
              <a:rPr lang="en-US" sz="2400" dirty="0"/>
              <a:t>N</a:t>
            </a:r>
            <a:r>
              <a:rPr lang="en-US" sz="2400" dirty="0" smtClean="0"/>
              <a:t>ame </a:t>
            </a:r>
            <a:r>
              <a:rPr lang="en-US" sz="2400" dirty="0"/>
              <a:t>always refers to the same entity (i.e. it is not reused)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51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path name, it is easy to lookup information </a:t>
            </a:r>
            <a:r>
              <a:rPr lang="en-US" dirty="0" smtClean="0"/>
              <a:t>stored in </a:t>
            </a:r>
            <a:r>
              <a:rPr lang="en-US" dirty="0"/>
              <a:t>the node for the entity in name space</a:t>
            </a:r>
          </a:p>
          <a:p>
            <a:r>
              <a:rPr lang="en-US" dirty="0" smtClean="0"/>
              <a:t>The </a:t>
            </a:r>
            <a:r>
              <a:rPr lang="en-US" dirty="0"/>
              <a:t>process of looking up a name is called </a:t>
            </a:r>
            <a:r>
              <a:rPr lang="en-US" dirty="0" smtClean="0">
                <a:solidFill>
                  <a:schemeClr val="accent6"/>
                </a:solidFill>
              </a:rPr>
              <a:t>name resolution</a:t>
            </a:r>
            <a:r>
              <a:rPr lang="en-US" dirty="0"/>
              <a:t>.</a:t>
            </a:r>
          </a:p>
          <a:p>
            <a:r>
              <a:rPr lang="en-US" dirty="0" smtClean="0"/>
              <a:t>Example</a:t>
            </a:r>
            <a:r>
              <a:rPr lang="en-US" dirty="0"/>
              <a:t>:</a:t>
            </a:r>
          </a:p>
          <a:p>
            <a:pPr lvl="2"/>
            <a:r>
              <a:rPr lang="en-US" sz="2400" dirty="0"/>
              <a:t>N:&lt;label-1, label-2, …, label-n&gt;</a:t>
            </a:r>
          </a:p>
          <a:p>
            <a:pPr lvl="2"/>
            <a:r>
              <a:rPr lang="en-US" sz="2400" dirty="0"/>
              <a:t>Resolution starts at N, looking up the directory table returns the identifier for the node that label-1 refers to, N1</a:t>
            </a:r>
          </a:p>
          <a:p>
            <a:pPr lvl="2"/>
            <a:r>
              <a:rPr lang="en-US" sz="2400" dirty="0"/>
              <a:t>Second, looking up the label-2 in directory table of the node N1, and so on</a:t>
            </a:r>
          </a:p>
          <a:p>
            <a:pPr lvl="2"/>
            <a:r>
              <a:rPr lang="en-US" sz="2400" dirty="0"/>
              <a:t>Resolution stops at node referred to by label-n by returning the content of that node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09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Flat names are fixed size bit strings</a:t>
            </a:r>
          </a:p>
          <a:p>
            <a:pPr lvl="2"/>
            <a:r>
              <a:rPr lang="en-US" sz="2400" dirty="0"/>
              <a:t>Can be efficiently handled by machines</a:t>
            </a:r>
          </a:p>
          <a:p>
            <a:pPr lvl="2"/>
            <a:r>
              <a:rPr lang="en-US" sz="2400" dirty="0"/>
              <a:t>Identifiers are flat names</a:t>
            </a:r>
          </a:p>
          <a:p>
            <a:pPr>
              <a:lnSpc>
                <a:spcPct val="100000"/>
              </a:lnSpc>
            </a:pPr>
            <a:r>
              <a:rPr lang="en-US" dirty="0"/>
              <a:t>In flat naming, identifiers are simply random bits of strings (known as unstructured or flat names)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Flat </a:t>
            </a:r>
            <a:r>
              <a:rPr lang="en-US" dirty="0"/>
              <a:t>name does not contain any information on how to locate an </a:t>
            </a:r>
            <a:r>
              <a:rPr lang="en-US" dirty="0" smtClean="0"/>
              <a:t>entity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smtClean="0"/>
              <a:t>How </a:t>
            </a:r>
            <a:r>
              <a:rPr lang="en-US" dirty="0"/>
              <a:t>to resolve flat names?</a:t>
            </a:r>
          </a:p>
          <a:p>
            <a:pPr lvl="2"/>
            <a:r>
              <a:rPr lang="en-US" sz="2400" dirty="0"/>
              <a:t>Broadcasting</a:t>
            </a:r>
          </a:p>
          <a:p>
            <a:pPr lvl="2"/>
            <a:r>
              <a:rPr lang="en-US" sz="2400" dirty="0"/>
              <a:t>Forwarding pointers</a:t>
            </a:r>
          </a:p>
          <a:p>
            <a:pPr lvl="2"/>
            <a:r>
              <a:rPr lang="en-US" sz="2400" dirty="0"/>
              <a:t>Home-based approaches: Mobile IP</a:t>
            </a:r>
          </a:p>
          <a:p>
            <a:pPr lvl="2"/>
            <a:r>
              <a:rPr lang="en-US" sz="2400" dirty="0"/>
              <a:t>Distributed Hash Tables: Chord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44278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Approach: Broadcast the identifier to the complete network. The entity associated with the identifier responds with its current </a:t>
            </a:r>
            <a:r>
              <a:rPr lang="en-US" dirty="0" smtClean="0"/>
              <a:t>address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Example: Address Resolution Protocol (ARP)</a:t>
            </a:r>
          </a:p>
          <a:p>
            <a:pPr lvl="2"/>
            <a:r>
              <a:rPr lang="en-US" sz="2400" dirty="0"/>
              <a:t>Resolve an IP address to a MAC address.</a:t>
            </a:r>
          </a:p>
          <a:p>
            <a:pPr lvl="2"/>
            <a:r>
              <a:rPr lang="en-US" sz="2400" dirty="0"/>
              <a:t>In this </a:t>
            </a:r>
            <a:r>
              <a:rPr lang="en-US" sz="2400" dirty="0" smtClean="0"/>
              <a:t>application</a:t>
            </a:r>
          </a:p>
          <a:p>
            <a:pPr marL="1344613" lvl="2" indent="363538">
              <a:buFont typeface="Arial" panose="020B0604020202020204" pitchFamily="34" charset="0"/>
              <a:buChar char="•"/>
            </a:pPr>
            <a:r>
              <a:rPr lang="en-US" sz="2400" dirty="0"/>
              <a:t>IP address is the identifier of the entity</a:t>
            </a:r>
          </a:p>
          <a:p>
            <a:pPr marL="1344613" lvl="2" indent="363538">
              <a:buFont typeface="Arial" panose="020B0604020202020204" pitchFamily="34" charset="0"/>
              <a:buChar char="•"/>
            </a:pPr>
            <a:r>
              <a:rPr lang="en-US" sz="2400" dirty="0" smtClean="0"/>
              <a:t>MAC </a:t>
            </a:r>
            <a:r>
              <a:rPr lang="en-US" sz="2400" dirty="0"/>
              <a:t>address is the address of the access </a:t>
            </a:r>
            <a:r>
              <a:rPr lang="en-US" sz="2400" dirty="0" smtClean="0"/>
              <a:t>point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6"/>
                </a:solidFill>
              </a:rPr>
              <a:t>Challenges</a:t>
            </a:r>
            <a:r>
              <a:rPr lang="en-US" dirty="0"/>
              <a:t>:</a:t>
            </a:r>
            <a:endParaRPr lang="en-US" dirty="0" smtClean="0"/>
          </a:p>
          <a:p>
            <a:pPr lvl="2"/>
            <a:r>
              <a:rPr lang="en-US" sz="2400" dirty="0"/>
              <a:t>Not scalable in large networks</a:t>
            </a:r>
          </a:p>
          <a:p>
            <a:pPr marL="1344613" lvl="2" indent="363538">
              <a:buFont typeface="Arial" panose="020B0604020202020204" pitchFamily="34" charset="0"/>
              <a:buChar char="•"/>
            </a:pPr>
            <a:r>
              <a:rPr lang="en-US" sz="2400" dirty="0"/>
              <a:t>This technique leads to flooding the network with broadcast messages</a:t>
            </a:r>
          </a:p>
          <a:p>
            <a:pPr lvl="2"/>
            <a:r>
              <a:rPr lang="en-US" sz="2400" dirty="0" smtClean="0"/>
              <a:t>Requires </a:t>
            </a:r>
            <a:r>
              <a:rPr lang="en-US" sz="2400" dirty="0"/>
              <a:t>all entities to listen to all requests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7113773" y="2168879"/>
            <a:ext cx="2917817" cy="990600"/>
            <a:chOff x="7113773" y="2168879"/>
            <a:chExt cx="2917817" cy="990600"/>
          </a:xfrm>
        </p:grpSpPr>
        <p:sp>
          <p:nvSpPr>
            <p:cNvPr id="4" name="Rectangle 3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491426A0-DEA3-4ED3-AA39-3583A2A6B6F7}"/>
                </a:ext>
              </a:extLst>
            </p:cNvPr>
            <p:cNvSpPr/>
            <p:nvPr/>
          </p:nvSpPr>
          <p:spPr>
            <a:xfrm>
              <a:off x="7113773" y="2168879"/>
              <a:ext cx="762000" cy="533400"/>
            </a:xfrm>
            <a:prstGeom prst="rect">
              <a:avLst/>
            </a:prstGeom>
            <a:solidFill>
              <a:srgbClr val="92D050">
                <a:alpha val="48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1FEEAB8A-5BD4-4329-82F8-4F06E342FD3E}"/>
                </a:ext>
              </a:extLst>
            </p:cNvPr>
            <p:cNvSpPr/>
            <p:nvPr/>
          </p:nvSpPr>
          <p:spPr>
            <a:xfrm>
              <a:off x="8583798" y="2237142"/>
              <a:ext cx="762000" cy="533400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10AEEF38-4595-40CD-A5BD-55A8714977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2192" y="2245079"/>
              <a:ext cx="2819398" cy="914400"/>
              <a:chOff x="6377298" y="3505200"/>
              <a:chExt cx="2233302" cy="60960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492DCD41-27CC-4BA1-8628-E285BA7AF9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85000" y="3505200"/>
                <a:ext cx="405777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19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FE6CB536-158E-442C-83C5-28C7537B0E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77298" y="3505200"/>
                <a:ext cx="405777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0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A4BB410C-2AD5-401A-AB82-74106C5A91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71721" y="3505200"/>
                <a:ext cx="405777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22" name="Picture 21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EE60A2C6-4668-486A-87C5-1768052DF3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4823" y="3505200"/>
                <a:ext cx="405777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1F3F0BD8-F813-432C-B7EE-E7B1C8AB9F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03987" y="3810000"/>
                <a:ext cx="1954213" cy="304800"/>
                <a:chOff x="6275387" y="4038600"/>
                <a:chExt cx="1954213" cy="304800"/>
              </a:xfrm>
            </p:grpSpPr>
            <p:sp>
              <p:nvSpPr>
                <p:cNvPr id="24" name="Can 23">
                  <a:extLst>
                    <a:ext uri="{FF2B5EF4-FFF2-40B4-BE49-F238E27FC236}">
                      <a16:creationId xmlns:lc="http://schemas.openxmlformats.org/drawingml/2006/lockedCanvas" xmlns:a16="http://schemas.microsoft.com/office/drawing/2014/main" xmlns="" id="{CA47D3E5-BD09-44CA-B705-DCA401B13723}"/>
                    </a:ext>
                  </a:extLst>
                </p:cNvPr>
                <p:cNvSpPr/>
                <p:nvPr/>
              </p:nvSpPr>
              <p:spPr bwMode="auto">
                <a:xfrm>
                  <a:off x="6883088" y="4038600"/>
                  <a:ext cx="152400" cy="228600"/>
                </a:xfrm>
                <a:prstGeom prst="can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en-US"/>
                </a:p>
              </p:txBody>
            </p:sp>
            <p:sp>
              <p:nvSpPr>
                <p:cNvPr id="25" name="Can 24">
                  <a:extLst>
                    <a:ext uri="{FF2B5EF4-FFF2-40B4-BE49-F238E27FC236}">
                      <a16:creationId xmlns:lc="http://schemas.openxmlformats.org/drawingml/2006/lockedCanvas" xmlns:a16="http://schemas.microsoft.com/office/drawing/2014/main" xmlns="" id="{E65F415C-2AB4-4E69-80FC-AD80E5C1A65A}"/>
                    </a:ext>
                  </a:extLst>
                </p:cNvPr>
                <p:cNvSpPr/>
                <p:nvPr/>
              </p:nvSpPr>
              <p:spPr bwMode="auto">
                <a:xfrm>
                  <a:off x="6275387" y="4038600"/>
                  <a:ext cx="152400" cy="228600"/>
                </a:xfrm>
                <a:prstGeom prst="can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en-US"/>
                </a:p>
              </p:txBody>
            </p:sp>
            <p:sp>
              <p:nvSpPr>
                <p:cNvPr id="26" name="Can 25">
                  <a:extLst>
                    <a:ext uri="{FF2B5EF4-FFF2-40B4-BE49-F238E27FC236}">
                      <a16:creationId xmlns:lc="http://schemas.openxmlformats.org/drawingml/2006/lockedCanvas" xmlns:a16="http://schemas.microsoft.com/office/drawing/2014/main" xmlns="" id="{C668E72E-440E-4CB7-B143-537639F98B4A}"/>
                    </a:ext>
                  </a:extLst>
                </p:cNvPr>
                <p:cNvSpPr/>
                <p:nvPr/>
              </p:nvSpPr>
              <p:spPr bwMode="auto">
                <a:xfrm>
                  <a:off x="7469809" y="4038600"/>
                  <a:ext cx="152400" cy="228600"/>
                </a:xfrm>
                <a:prstGeom prst="can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en-US"/>
                </a:p>
              </p:txBody>
            </p:sp>
            <p:sp>
              <p:nvSpPr>
                <p:cNvPr id="27" name="Can 26">
                  <a:extLst>
                    <a:ext uri="{FF2B5EF4-FFF2-40B4-BE49-F238E27FC236}">
                      <a16:creationId xmlns:lc="http://schemas.openxmlformats.org/drawingml/2006/lockedCanvas" xmlns:a16="http://schemas.microsoft.com/office/drawing/2014/main" xmlns="" id="{6F4C0441-5D3E-4FF6-8ACA-09A2F3E9114B}"/>
                    </a:ext>
                  </a:extLst>
                </p:cNvPr>
                <p:cNvSpPr/>
                <p:nvPr/>
              </p:nvSpPr>
              <p:spPr bwMode="auto">
                <a:xfrm>
                  <a:off x="8077200" y="4038600"/>
                  <a:ext cx="152400" cy="228600"/>
                </a:xfrm>
                <a:prstGeom prst="can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en-US"/>
                </a:p>
              </p:txBody>
            </p:sp>
            <p:sp>
              <p:nvSpPr>
                <p:cNvPr id="28" name="Can 27">
                  <a:extLst>
                    <a:ext uri="{FF2B5EF4-FFF2-40B4-BE49-F238E27FC236}">
                      <a16:creationId xmlns:lc="http://schemas.openxmlformats.org/drawingml/2006/lockedCanvas" xmlns:a16="http://schemas.microsoft.com/office/drawing/2014/main" xmlns="" id="{9F0E16C6-7BFF-4479-842B-69B204DB48DE}"/>
                    </a:ext>
                  </a:extLst>
                </p:cNvPr>
                <p:cNvSpPr/>
                <p:nvPr/>
              </p:nvSpPr>
              <p:spPr bwMode="auto">
                <a:xfrm rot="5400000">
                  <a:off x="7176294" y="3290093"/>
                  <a:ext cx="152400" cy="1954213"/>
                </a:xfrm>
                <a:prstGeom prst="can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en-US"/>
                </a:p>
              </p:txBody>
            </p:sp>
          </p:grpSp>
        </p:grpSp>
        <p:sp>
          <p:nvSpPr>
            <p:cNvPr id="7" name="Rectangle 6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F084F687-6FFB-4A6F-901D-2AFA5AD436F0}"/>
                </a:ext>
              </a:extLst>
            </p:cNvPr>
            <p:cNvSpPr/>
            <p:nvPr/>
          </p:nvSpPr>
          <p:spPr>
            <a:xfrm>
              <a:off x="7620187" y="3015017"/>
              <a:ext cx="255587" cy="6826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2615C593-5828-4232-B6C7-E0079C1F0633}"/>
                </a:ext>
              </a:extLst>
            </p:cNvPr>
            <p:cNvSpPr/>
            <p:nvPr/>
          </p:nvSpPr>
          <p:spPr>
            <a:xfrm>
              <a:off x="8328212" y="3015017"/>
              <a:ext cx="255587" cy="6826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68BA1F91-22AC-49EC-8DC2-058FB03D4E85}"/>
                </a:ext>
              </a:extLst>
            </p:cNvPr>
            <p:cNvSpPr/>
            <p:nvPr/>
          </p:nvSpPr>
          <p:spPr>
            <a:xfrm>
              <a:off x="9090212" y="3015017"/>
              <a:ext cx="255587" cy="6826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3EA36DD0-6D63-4676-A170-66146DDD2EAA}"/>
                </a:ext>
              </a:extLst>
            </p:cNvPr>
            <p:cNvSpPr/>
            <p:nvPr/>
          </p:nvSpPr>
          <p:spPr>
            <a:xfrm flipH="1">
              <a:off x="7440798" y="2800704"/>
              <a:ext cx="58738" cy="204788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E2C1996C-06E9-4450-B54A-327E9810EAA4}"/>
                </a:ext>
              </a:extLst>
            </p:cNvPr>
            <p:cNvSpPr/>
            <p:nvPr/>
          </p:nvSpPr>
          <p:spPr>
            <a:xfrm flipH="1">
              <a:off x="9726798" y="2845155"/>
              <a:ext cx="58738" cy="23812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424FCFF7-BFCE-4B6A-8C7B-71E02A278B40}"/>
                </a:ext>
              </a:extLst>
            </p:cNvPr>
            <p:cNvSpPr/>
            <p:nvPr/>
          </p:nvSpPr>
          <p:spPr>
            <a:xfrm flipH="1">
              <a:off x="8942573" y="2807055"/>
              <a:ext cx="57150" cy="23812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AACC0869-4CC5-40B7-AD85-6577A8B588D3}"/>
                </a:ext>
              </a:extLst>
            </p:cNvPr>
            <p:cNvSpPr/>
            <p:nvPr/>
          </p:nvSpPr>
          <p:spPr>
            <a:xfrm flipH="1">
              <a:off x="8215498" y="2816580"/>
              <a:ext cx="58738" cy="23812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4" name="Picture 13" descr="C:\Users\vkolar\AppData\Local\Microsoft\Windows\Temporary Internet Files\Content.IE5\E2H73JIM\MC900432530[1].png">
            <a:extLst>
              <a:ext uri="{FF2B5EF4-FFF2-40B4-BE49-F238E27FC236}">
                <a16:creationId xmlns:lc="http://schemas.openxmlformats.org/drawingml/2006/lockedCanvas" xmlns:a16="http://schemas.microsoft.com/office/drawing/2014/main" xmlns="" id="{0D535B53-B7AA-4A74-8AAC-A1F3CBAAB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349" y="2026005"/>
            <a:ext cx="20637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lc="http://schemas.openxmlformats.org/drawingml/2006/lockedCanvas" xmlns:a16="http://schemas.microsoft.com/office/drawing/2014/main" xmlns="" id="{1DA00C1B-0BB9-4082-94BE-0D62A8BEA183}"/>
              </a:ext>
            </a:extLst>
          </p:cNvPr>
          <p:cNvSpPr/>
          <p:nvPr/>
        </p:nvSpPr>
        <p:spPr>
          <a:xfrm>
            <a:off x="7951973" y="1927579"/>
            <a:ext cx="373158" cy="369332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charset="0"/>
                <a:cs typeface="Arial" charset="0"/>
              </a:rPr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lc="http://schemas.openxmlformats.org/drawingml/2006/lockedCanvas" xmlns:a16="http://schemas.microsoft.com/office/drawing/2014/main" xmlns="" id="{7FC52D3F-2B6B-4A44-9696-BFDDF5EF283A}"/>
              </a:ext>
            </a:extLst>
          </p:cNvPr>
          <p:cNvSpPr/>
          <p:nvPr/>
        </p:nvSpPr>
        <p:spPr>
          <a:xfrm>
            <a:off x="9542955" y="1927579"/>
            <a:ext cx="314019" cy="369332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charset="0"/>
                <a:cs typeface="Arial" charset="0"/>
              </a:rPr>
              <a:t>x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lc="http://schemas.openxmlformats.org/drawingml/2006/lockedCanvas" xmlns:a16="http://schemas.microsoft.com/office/drawing/2014/main" xmlns="" id="{0D2529A2-4F72-4564-AA61-8DE45555D8E7}"/>
              </a:ext>
            </a:extLst>
          </p:cNvPr>
          <p:cNvSpPr/>
          <p:nvPr/>
        </p:nvSpPr>
        <p:spPr>
          <a:xfrm>
            <a:off x="9542649" y="1483079"/>
            <a:ext cx="1838325" cy="488950"/>
          </a:xfrm>
          <a:prstGeom prst="wedgeRoundRectCallout">
            <a:avLst>
              <a:gd name="adj1" fmla="val -145588"/>
              <a:gd name="adj2" fmla="val 94157"/>
              <a:gd name="adj3" fmla="val 16667"/>
            </a:avLst>
          </a:prstGeom>
          <a:solidFill>
            <a:srgbClr val="1D306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solidFill>
                  <a:schemeClr val="bg1"/>
                </a:solidFill>
              </a:rPr>
              <a:t>Who has the address 192.168.0.1?</a:t>
            </a:r>
          </a:p>
        </p:txBody>
      </p:sp>
      <p:sp>
        <p:nvSpPr>
          <p:cNvPr id="18" name="Rounded Rectangular Callout 17">
            <a:extLst>
              <a:ext uri="{FF2B5EF4-FFF2-40B4-BE49-F238E27FC236}">
                <a16:creationId xmlns:lc="http://schemas.openxmlformats.org/drawingml/2006/lockedCanvas" xmlns:a16="http://schemas.microsoft.com/office/drawing/2014/main" xmlns="" id="{58847F14-2E9C-41E2-93CC-63E3661B51BE}"/>
              </a:ext>
            </a:extLst>
          </p:cNvPr>
          <p:cNvSpPr/>
          <p:nvPr/>
        </p:nvSpPr>
        <p:spPr>
          <a:xfrm>
            <a:off x="9399774" y="3278543"/>
            <a:ext cx="2341563" cy="566737"/>
          </a:xfrm>
          <a:prstGeom prst="wedgeRoundRectCallout">
            <a:avLst>
              <a:gd name="adj1" fmla="val -58651"/>
              <a:gd name="adj2" fmla="val -147818"/>
              <a:gd name="adj3" fmla="val 16667"/>
            </a:avLst>
          </a:prstGeom>
          <a:solidFill>
            <a:srgbClr val="1D306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solidFill>
                  <a:schemeClr val="bg1"/>
                </a:solidFill>
              </a:rPr>
              <a:t>I am 192.168.0.1. My identifier is 02:AB:4A:3C:59:85</a:t>
            </a:r>
          </a:p>
        </p:txBody>
      </p:sp>
    </p:spTree>
    <p:extLst>
      <p:ext uri="{BB962C8B-B14F-4D97-AF65-F5344CB8AC3E}">
        <p14:creationId xmlns:p14="http://schemas.microsoft.com/office/powerpoint/2010/main" val="316704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Forwarding Pointers enables locating mobile </a:t>
            </a:r>
            <a:r>
              <a:rPr lang="en-US" dirty="0" smtClean="0"/>
              <a:t>entities</a:t>
            </a:r>
          </a:p>
          <a:p>
            <a:pPr lvl="2"/>
            <a:r>
              <a:rPr lang="en-US" sz="2400" dirty="0"/>
              <a:t>Mobile entities move from one access point to another</a:t>
            </a:r>
          </a:p>
          <a:p>
            <a:pPr lvl="2"/>
            <a:r>
              <a:rPr lang="en-US" sz="2400" dirty="0"/>
              <a:t>When an entity moves from location A to location B, it leaves behind (in A) a reference to its new location at B</a:t>
            </a:r>
          </a:p>
          <a:p>
            <a:pPr>
              <a:lnSpc>
                <a:spcPct val="100000"/>
              </a:lnSpc>
            </a:pPr>
            <a:r>
              <a:rPr lang="en-US" dirty="0"/>
              <a:t>Name resolution </a:t>
            </a:r>
            <a:r>
              <a:rPr lang="en-US" dirty="0" smtClean="0"/>
              <a:t>mechanism</a:t>
            </a:r>
          </a:p>
          <a:p>
            <a:pPr lvl="2"/>
            <a:r>
              <a:rPr lang="en-US" sz="2400" dirty="0"/>
              <a:t>Follow the chain of pointers to reach the entity</a:t>
            </a:r>
          </a:p>
          <a:p>
            <a:pPr lvl="2"/>
            <a:r>
              <a:rPr lang="en-US" sz="2400" dirty="0"/>
              <a:t>Update the entity’s reference when the present location is </a:t>
            </a:r>
            <a:r>
              <a:rPr lang="en-US" sz="2400" dirty="0" smtClean="0"/>
              <a:t>found</a:t>
            </a:r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accent6"/>
                </a:solidFill>
              </a:rPr>
              <a:t>Challenges</a:t>
            </a:r>
            <a:r>
              <a:rPr lang="en-US" dirty="0"/>
              <a:t>:</a:t>
            </a:r>
          </a:p>
          <a:p>
            <a:pPr lvl="2"/>
            <a:r>
              <a:rPr lang="en-US" sz="2400" dirty="0"/>
              <a:t>Long chains lead to longer resolution delays</a:t>
            </a:r>
          </a:p>
          <a:p>
            <a:pPr lvl="2"/>
            <a:r>
              <a:rPr lang="en-US" sz="2400" dirty="0"/>
              <a:t>Long chains are prone to failure due to broken links</a:t>
            </a:r>
          </a:p>
        </p:txBody>
      </p:sp>
    </p:spTree>
    <p:extLst>
      <p:ext uri="{BB962C8B-B14F-4D97-AF65-F5344CB8AC3E}">
        <p14:creationId xmlns:p14="http://schemas.microsoft.com/office/powerpoint/2010/main" val="301114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Pointers –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Stub-Scion Pair (SSP) chains implement remote invocations for mobile entities using forwarding pointers</a:t>
            </a:r>
          </a:p>
          <a:p>
            <a:pPr lvl="2"/>
            <a:r>
              <a:rPr lang="en-US" sz="2400" dirty="0"/>
              <a:t>Server stub is referred to as Scion in the original paper</a:t>
            </a:r>
          </a:p>
          <a:p>
            <a:pPr>
              <a:lnSpc>
                <a:spcPct val="100000"/>
              </a:lnSpc>
            </a:pPr>
            <a:r>
              <a:rPr lang="en-US" dirty="0"/>
              <a:t>Each forwarding pointer is implemented as a pair: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1D3064"/>
                </a:solidFill>
              </a:rPr>
              <a:t>(client </a:t>
            </a:r>
            <a:r>
              <a:rPr lang="en-US" dirty="0">
                <a:solidFill>
                  <a:srgbClr val="1D3064"/>
                </a:solidFill>
              </a:rPr>
              <a:t>stub, server stub)</a:t>
            </a:r>
          </a:p>
          <a:p>
            <a:pPr lvl="2"/>
            <a:r>
              <a:rPr lang="en-US" sz="2400" dirty="0"/>
              <a:t>The server stub contains a local reference to the actual object or a local reference to another client stub</a:t>
            </a:r>
          </a:p>
          <a:p>
            <a:pPr>
              <a:lnSpc>
                <a:spcPct val="100000"/>
              </a:lnSpc>
            </a:pPr>
            <a:r>
              <a:rPr lang="en-US" dirty="0"/>
              <a:t>When object moves from A (e.g., P2) to B (e.g., P3), </a:t>
            </a:r>
          </a:p>
          <a:p>
            <a:pPr lvl="2"/>
            <a:r>
              <a:rPr lang="en-US" sz="2400" dirty="0"/>
              <a:t>It leaves a client stub at A (i.e., P2)</a:t>
            </a:r>
          </a:p>
          <a:p>
            <a:pPr lvl="2"/>
            <a:r>
              <a:rPr lang="en-US" sz="2400" dirty="0"/>
              <a:t>It installs a server stub at B (i.e., </a:t>
            </a:r>
            <a:r>
              <a:rPr lang="en-US" sz="2400" dirty="0" smtClean="0"/>
              <a:t>P3)</a:t>
            </a:r>
            <a:endParaRPr lang="en-US" sz="2400" dirty="0"/>
          </a:p>
        </p:txBody>
      </p:sp>
      <p:grpSp>
        <p:nvGrpSpPr>
          <p:cNvPr id="48" name="Group 47">
            <a:extLst>
              <a:ext uri="{FF2B5EF4-FFF2-40B4-BE49-F238E27FC236}">
                <a16:creationId xmlns="" xmlns:a16="http://schemas.microsoft.com/office/drawing/2014/main" id="{53DEF8ED-4DAD-45BB-85F6-C2C74B99EE7E}"/>
              </a:ext>
            </a:extLst>
          </p:cNvPr>
          <p:cNvGrpSpPr>
            <a:grpSpLocks/>
          </p:cNvGrpSpPr>
          <p:nvPr/>
        </p:nvGrpSpPr>
        <p:grpSpPr bwMode="auto">
          <a:xfrm>
            <a:off x="1958603" y="4661273"/>
            <a:ext cx="914400" cy="762000"/>
            <a:chOff x="685800" y="5029200"/>
            <a:chExt cx="914400" cy="762000"/>
          </a:xfrm>
        </p:grpSpPr>
        <p:grpSp>
          <p:nvGrpSpPr>
            <p:cNvPr id="49" name="Group 3">
              <a:extLst>
                <a:ext uri="{FF2B5EF4-FFF2-40B4-BE49-F238E27FC236}">
                  <a16:creationId xmlns="" xmlns:a16="http://schemas.microsoft.com/office/drawing/2014/main" id="{C667ED02-C9A4-4D85-8B02-6D729245A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" y="5029200"/>
              <a:ext cx="914400" cy="762000"/>
              <a:chOff x="7239000" y="3962400"/>
              <a:chExt cx="685800" cy="7620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="" xmlns:a16="http://schemas.microsoft.com/office/drawing/2014/main" id="{D819D779-3431-4552-ABC5-32E2E8A887D0}"/>
                  </a:ext>
                </a:extLst>
              </p:cNvPr>
              <p:cNvSpPr/>
              <p:nvPr/>
            </p:nvSpPr>
            <p:spPr>
              <a:xfrm>
                <a:off x="7239000" y="3962400"/>
                <a:ext cx="685800" cy="76200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="" xmlns:a16="http://schemas.microsoft.com/office/drawing/2014/main" id="{E2A5C6EF-AFF4-4654-9251-E3FD5837C008}"/>
                  </a:ext>
                </a:extLst>
              </p:cNvPr>
              <p:cNvSpPr/>
              <p:nvPr/>
            </p:nvSpPr>
            <p:spPr>
              <a:xfrm>
                <a:off x="7239000" y="4495800"/>
                <a:ext cx="685800" cy="22860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sz="1100" dirty="0">
                    <a:solidFill>
                      <a:schemeClr val="tx1"/>
                    </a:solidFill>
                  </a:rPr>
                  <a:t>Process P1</a:t>
                </a:r>
              </a:p>
            </p:txBody>
          </p:sp>
        </p:grpSp>
        <p:sp>
          <p:nvSpPr>
            <p:cNvPr id="50" name="Pentagon 49">
              <a:extLst>
                <a:ext uri="{FF2B5EF4-FFF2-40B4-BE49-F238E27FC236}">
                  <a16:creationId xmlns="" xmlns:a16="http://schemas.microsoft.com/office/drawing/2014/main" id="{87618319-E64F-4340-863D-DA9EA04146DB}"/>
                </a:ext>
              </a:extLst>
            </p:cNvPr>
            <p:cNvSpPr/>
            <p:nvPr/>
          </p:nvSpPr>
          <p:spPr>
            <a:xfrm>
              <a:off x="1239838" y="5248275"/>
              <a:ext cx="152400" cy="152400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="" xmlns:a16="http://schemas.microsoft.com/office/drawing/2014/main" id="{CD9E1A64-366F-4245-8E5B-D06C32B1E2D0}"/>
              </a:ext>
            </a:extLst>
          </p:cNvPr>
          <p:cNvGrpSpPr>
            <a:grpSpLocks/>
          </p:cNvGrpSpPr>
          <p:nvPr/>
        </p:nvGrpSpPr>
        <p:grpSpPr bwMode="auto">
          <a:xfrm>
            <a:off x="4625603" y="4651748"/>
            <a:ext cx="914400" cy="762000"/>
            <a:chOff x="7239000" y="3962400"/>
            <a:chExt cx="685800" cy="762000"/>
          </a:xfrm>
        </p:grpSpPr>
        <p:sp>
          <p:nvSpPr>
            <p:cNvPr id="54" name="Rectangle 53">
              <a:extLst>
                <a:ext uri="{FF2B5EF4-FFF2-40B4-BE49-F238E27FC236}">
                  <a16:creationId xmlns="" xmlns:a16="http://schemas.microsoft.com/office/drawing/2014/main" id="{904CA886-AEB4-4E5C-B468-C441318CD026}"/>
                </a:ext>
              </a:extLst>
            </p:cNvPr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="" xmlns:a16="http://schemas.microsoft.com/office/drawing/2014/main" id="{AF445B19-087F-4D2F-8E3A-6B2938A969B2}"/>
                </a:ext>
              </a:extLst>
            </p:cNvPr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1100" dirty="0">
                  <a:solidFill>
                    <a:schemeClr val="tx1"/>
                  </a:solidFill>
                </a:rPr>
                <a:t>Process P2</a:t>
              </a:r>
            </a:p>
          </p:txBody>
        </p:sp>
      </p:grpSp>
      <p:sp>
        <p:nvSpPr>
          <p:cNvPr id="56" name="Pentagon 55">
            <a:extLst>
              <a:ext uri="{FF2B5EF4-FFF2-40B4-BE49-F238E27FC236}">
                <a16:creationId xmlns="" xmlns:a16="http://schemas.microsoft.com/office/drawing/2014/main" id="{1B9903F8-EB05-48BD-B196-ABEA782E8597}"/>
              </a:ext>
            </a:extLst>
          </p:cNvPr>
          <p:cNvSpPr/>
          <p:nvPr/>
        </p:nvSpPr>
        <p:spPr>
          <a:xfrm>
            <a:off x="5179641" y="4870823"/>
            <a:ext cx="152400" cy="152400"/>
          </a:xfrm>
          <a:prstGeom prst="homePlat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7" name="Chevron 56">
            <a:extLst>
              <a:ext uri="{FF2B5EF4-FFF2-40B4-BE49-F238E27FC236}">
                <a16:creationId xmlns="" xmlns:a16="http://schemas.microsoft.com/office/drawing/2014/main" id="{3F02ECFC-B023-4DB3-89CD-CF17D6207FE3}"/>
              </a:ext>
            </a:extLst>
          </p:cNvPr>
          <p:cNvSpPr/>
          <p:nvPr/>
        </p:nvSpPr>
        <p:spPr>
          <a:xfrm>
            <a:off x="4798641" y="4870823"/>
            <a:ext cx="228600" cy="152400"/>
          </a:xfrm>
          <a:prstGeom prst="chevron">
            <a:avLst>
              <a:gd name="adj" fmla="val 45506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="" xmlns:a16="http://schemas.microsoft.com/office/drawing/2014/main" id="{5F4DE550-FC8E-47DD-AE13-3C2746A31E94}"/>
              </a:ext>
            </a:extLst>
          </p:cNvPr>
          <p:cNvCxnSpPr>
            <a:stCxn id="57" idx="3"/>
            <a:endCxn id="56" idx="1"/>
          </p:cNvCxnSpPr>
          <p:nvPr/>
        </p:nvCxnSpPr>
        <p:spPr>
          <a:xfrm>
            <a:off x="5027241" y="4947023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="" xmlns:a16="http://schemas.microsoft.com/office/drawing/2014/main" id="{9EE32E18-6BEE-456C-997B-13473B4E570F}"/>
              </a:ext>
            </a:extLst>
          </p:cNvPr>
          <p:cNvGrpSpPr>
            <a:grpSpLocks/>
          </p:cNvGrpSpPr>
          <p:nvPr/>
        </p:nvGrpSpPr>
        <p:grpSpPr bwMode="auto">
          <a:xfrm>
            <a:off x="6683003" y="5185148"/>
            <a:ext cx="914400" cy="762000"/>
            <a:chOff x="7239000" y="3962400"/>
            <a:chExt cx="685800" cy="762000"/>
          </a:xfrm>
        </p:grpSpPr>
        <p:sp>
          <p:nvSpPr>
            <p:cNvPr id="60" name="Rectangle 59">
              <a:extLst>
                <a:ext uri="{FF2B5EF4-FFF2-40B4-BE49-F238E27FC236}">
                  <a16:creationId xmlns="" xmlns:a16="http://schemas.microsoft.com/office/drawing/2014/main" id="{8C9692A3-0C2F-43A7-A425-DBC6EA5C49F8}"/>
                </a:ext>
              </a:extLst>
            </p:cNvPr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="" xmlns:a16="http://schemas.microsoft.com/office/drawing/2014/main" id="{51531705-74BF-4A7C-8929-E276A9C5EBB0}"/>
                </a:ext>
              </a:extLst>
            </p:cNvPr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1100" dirty="0">
                  <a:solidFill>
                    <a:schemeClr val="tx1"/>
                  </a:solidFill>
                </a:rPr>
                <a:t>Process P3</a:t>
              </a:r>
            </a:p>
          </p:txBody>
        </p:sp>
      </p:grpSp>
      <p:sp>
        <p:nvSpPr>
          <p:cNvPr id="62" name="Chevron 61">
            <a:extLst>
              <a:ext uri="{FF2B5EF4-FFF2-40B4-BE49-F238E27FC236}">
                <a16:creationId xmlns="" xmlns:a16="http://schemas.microsoft.com/office/drawing/2014/main" id="{18AE0A95-8D9D-471F-9582-8B852C5820FE}"/>
              </a:ext>
            </a:extLst>
          </p:cNvPr>
          <p:cNvSpPr/>
          <p:nvPr/>
        </p:nvSpPr>
        <p:spPr>
          <a:xfrm>
            <a:off x="6856041" y="5404223"/>
            <a:ext cx="228600" cy="152400"/>
          </a:xfrm>
          <a:prstGeom prst="chevron">
            <a:avLst>
              <a:gd name="adj" fmla="val 45506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="" xmlns:a16="http://schemas.microsoft.com/office/drawing/2014/main" id="{FF7F4920-915F-4E6C-B9B7-18EA84492B91}"/>
              </a:ext>
            </a:extLst>
          </p:cNvPr>
          <p:cNvCxnSpPr>
            <a:stCxn id="62" idx="3"/>
          </p:cNvCxnSpPr>
          <p:nvPr/>
        </p:nvCxnSpPr>
        <p:spPr>
          <a:xfrm>
            <a:off x="7084641" y="5480423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="" xmlns:a16="http://schemas.microsoft.com/office/drawing/2014/main" id="{932827CF-B1F5-4966-8BD9-0FC327359197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2665041" y="4947024"/>
            <a:ext cx="2203450" cy="95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="" xmlns:a16="http://schemas.microsoft.com/office/drawing/2014/main" id="{5261E76F-7734-4117-9B35-D71B1345CE62}"/>
              </a:ext>
            </a:extLst>
          </p:cNvPr>
          <p:cNvCxnSpPr>
            <a:stCxn id="56" idx="3"/>
            <a:endCxn id="62" idx="1"/>
          </p:cNvCxnSpPr>
          <p:nvPr/>
        </p:nvCxnSpPr>
        <p:spPr>
          <a:xfrm>
            <a:off x="5332041" y="4947023"/>
            <a:ext cx="1593850" cy="53340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F7B3B78E-4227-435A-AA3E-A70EB9055275}"/>
              </a:ext>
            </a:extLst>
          </p:cNvPr>
          <p:cNvGrpSpPr>
            <a:grpSpLocks/>
          </p:cNvGrpSpPr>
          <p:nvPr/>
        </p:nvGrpSpPr>
        <p:grpSpPr bwMode="auto">
          <a:xfrm>
            <a:off x="3128591" y="5337548"/>
            <a:ext cx="914400" cy="762000"/>
            <a:chOff x="1855769" y="5704726"/>
            <a:chExt cx="914400" cy="762000"/>
          </a:xfrm>
        </p:grpSpPr>
        <p:grpSp>
          <p:nvGrpSpPr>
            <p:cNvPr id="67" name="Group 39">
              <a:extLst>
                <a:ext uri="{FF2B5EF4-FFF2-40B4-BE49-F238E27FC236}">
                  <a16:creationId xmlns="" xmlns:a16="http://schemas.microsoft.com/office/drawing/2014/main" id="{C79DD13F-9236-4830-B266-C03ABC34C4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5769" y="5704726"/>
              <a:ext cx="914400" cy="762000"/>
              <a:chOff x="7239000" y="3962400"/>
              <a:chExt cx="685800" cy="762000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="" xmlns:a16="http://schemas.microsoft.com/office/drawing/2014/main" id="{B4ACAD7F-CEA4-45D1-824C-5CB482061019}"/>
                  </a:ext>
                </a:extLst>
              </p:cNvPr>
              <p:cNvSpPr/>
              <p:nvPr/>
            </p:nvSpPr>
            <p:spPr>
              <a:xfrm>
                <a:off x="7239000" y="3962400"/>
                <a:ext cx="685800" cy="76200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="" xmlns:a16="http://schemas.microsoft.com/office/drawing/2014/main" id="{0C88DB18-F603-4C15-A94F-DD170779CD94}"/>
                  </a:ext>
                </a:extLst>
              </p:cNvPr>
              <p:cNvSpPr/>
              <p:nvPr/>
            </p:nvSpPr>
            <p:spPr>
              <a:xfrm>
                <a:off x="7239000" y="4495800"/>
                <a:ext cx="685800" cy="22860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sz="1100" dirty="0">
                    <a:solidFill>
                      <a:schemeClr val="tx1"/>
                    </a:solidFill>
                  </a:rPr>
                  <a:t>Process P4</a:t>
                </a:r>
              </a:p>
            </p:txBody>
          </p:sp>
        </p:grpSp>
        <p:sp>
          <p:nvSpPr>
            <p:cNvPr id="68" name="Pentagon 67">
              <a:extLst>
                <a:ext uri="{FF2B5EF4-FFF2-40B4-BE49-F238E27FC236}">
                  <a16:creationId xmlns="" xmlns:a16="http://schemas.microsoft.com/office/drawing/2014/main" id="{B39701DD-9DB3-49F8-9FCE-06049CCE52C9}"/>
                </a:ext>
              </a:extLst>
            </p:cNvPr>
            <p:cNvSpPr/>
            <p:nvPr/>
          </p:nvSpPr>
          <p:spPr>
            <a:xfrm>
              <a:off x="2409806" y="5923801"/>
              <a:ext cx="152400" cy="152400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="" xmlns:a16="http://schemas.microsoft.com/office/drawing/2014/main" id="{3B875EE8-4D2D-4654-B16F-ED5EDA4A6775}"/>
              </a:ext>
            </a:extLst>
          </p:cNvPr>
          <p:cNvCxnSpPr>
            <a:stCxn id="68" idx="3"/>
            <a:endCxn id="57" idx="2"/>
          </p:cNvCxnSpPr>
          <p:nvPr/>
        </p:nvCxnSpPr>
        <p:spPr>
          <a:xfrm flipV="1">
            <a:off x="3835028" y="5023223"/>
            <a:ext cx="1042988" cy="60960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="" xmlns:a16="http://schemas.microsoft.com/office/drawing/2014/main" id="{09C62BB6-6FB8-46BA-B298-9A2565B6FC6A}"/>
              </a:ext>
            </a:extLst>
          </p:cNvPr>
          <p:cNvSpPr/>
          <p:nvPr/>
        </p:nvSpPr>
        <p:spPr>
          <a:xfrm>
            <a:off x="5082804" y="4783511"/>
            <a:ext cx="284163" cy="3159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E2318F26-6AAE-47FC-AF1A-F1C89CABEF47}"/>
              </a:ext>
            </a:extLst>
          </p:cNvPr>
          <p:cNvSpPr/>
          <p:nvPr/>
        </p:nvSpPr>
        <p:spPr>
          <a:xfrm>
            <a:off x="3207967" y="5464549"/>
            <a:ext cx="331787" cy="3159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="" xmlns:a16="http://schemas.microsoft.com/office/drawing/2014/main" id="{9DD9D6B9-CBFC-4B47-8438-5C4E942D3ECD}"/>
              </a:ext>
            </a:extLst>
          </p:cNvPr>
          <p:cNvCxnSpPr/>
          <p:nvPr/>
        </p:nvCxnSpPr>
        <p:spPr>
          <a:xfrm>
            <a:off x="3538166" y="5632823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ight Arrow 74">
            <a:extLst>
              <a:ext uri="{FF2B5EF4-FFF2-40B4-BE49-F238E27FC236}">
                <a16:creationId xmlns="" xmlns:a16="http://schemas.microsoft.com/office/drawing/2014/main" id="{276CCA12-F41F-4FFF-A0CE-5C9C1356B3A9}"/>
              </a:ext>
            </a:extLst>
          </p:cNvPr>
          <p:cNvSpPr/>
          <p:nvPr/>
        </p:nvSpPr>
        <p:spPr>
          <a:xfrm rot="19747356">
            <a:off x="3811216" y="5231186"/>
            <a:ext cx="1077912" cy="16351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6" name="Right Arrow 75">
            <a:extLst>
              <a:ext uri="{FF2B5EF4-FFF2-40B4-BE49-F238E27FC236}">
                <a16:creationId xmlns="" xmlns:a16="http://schemas.microsoft.com/office/drawing/2014/main" id="{FB1B20E0-647F-4C05-9FF5-718736DCF971}"/>
              </a:ext>
            </a:extLst>
          </p:cNvPr>
          <p:cNvSpPr/>
          <p:nvPr/>
        </p:nvSpPr>
        <p:spPr>
          <a:xfrm rot="1065503">
            <a:off x="5332042" y="5129587"/>
            <a:ext cx="1597025" cy="166687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7" name="Right Arrow 76">
            <a:extLst>
              <a:ext uri="{FF2B5EF4-FFF2-40B4-BE49-F238E27FC236}">
                <a16:creationId xmlns="" xmlns:a16="http://schemas.microsoft.com/office/drawing/2014/main" id="{AE7FF420-914E-4FAA-8745-5785EAE0D3C8}"/>
              </a:ext>
            </a:extLst>
          </p:cNvPr>
          <p:cNvSpPr/>
          <p:nvPr/>
        </p:nvSpPr>
        <p:spPr>
          <a:xfrm rot="10800000">
            <a:off x="4042992" y="5535986"/>
            <a:ext cx="2636837" cy="18256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="" xmlns:a16="http://schemas.microsoft.com/office/drawing/2014/main" id="{29048BF8-829C-4F7F-A348-C0F654BFF8E7}"/>
              </a:ext>
            </a:extLst>
          </p:cNvPr>
          <p:cNvCxnSpPr>
            <a:stCxn id="68" idx="3"/>
            <a:endCxn id="62" idx="2"/>
          </p:cNvCxnSpPr>
          <p:nvPr/>
        </p:nvCxnSpPr>
        <p:spPr>
          <a:xfrm flipV="1">
            <a:off x="3835028" y="5556623"/>
            <a:ext cx="3100388" cy="7620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="" xmlns:a16="http://schemas.microsoft.com/office/drawing/2014/main" id="{B82977C8-A046-48BF-9961-0F9CED154A9A}"/>
              </a:ext>
            </a:extLst>
          </p:cNvPr>
          <p:cNvGrpSpPr>
            <a:grpSpLocks/>
          </p:cNvGrpSpPr>
          <p:nvPr/>
        </p:nvGrpSpPr>
        <p:grpSpPr bwMode="auto">
          <a:xfrm>
            <a:off x="1196602" y="6172573"/>
            <a:ext cx="7369177" cy="311150"/>
            <a:chOff x="304798" y="6474023"/>
            <a:chExt cx="7369520" cy="310754"/>
          </a:xfrm>
        </p:grpSpPr>
        <p:sp>
          <p:nvSpPr>
            <p:cNvPr id="80" name="Pentagon 79">
              <a:extLst>
                <a:ext uri="{FF2B5EF4-FFF2-40B4-BE49-F238E27FC236}">
                  <a16:creationId xmlns="" xmlns:a16="http://schemas.microsoft.com/office/drawing/2014/main" id="{69D8387B-72B2-4366-9127-3E47CCA735C9}"/>
                </a:ext>
              </a:extLst>
            </p:cNvPr>
            <p:cNvSpPr/>
            <p:nvPr/>
          </p:nvSpPr>
          <p:spPr>
            <a:xfrm>
              <a:off x="6293129" y="6553297"/>
              <a:ext cx="152407" cy="152206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1" name="TextBox 8">
              <a:extLst>
                <a:ext uri="{FF2B5EF4-FFF2-40B4-BE49-F238E27FC236}">
                  <a16:creationId xmlns="" xmlns:a16="http://schemas.microsoft.com/office/drawing/2014/main" id="{543C765D-02AA-4E9F-AC13-0230CEDC2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8918" y="6474023"/>
              <a:ext cx="12954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</a:rPr>
                <a:t>= Client stub</a:t>
              </a:r>
            </a:p>
          </p:txBody>
        </p:sp>
        <p:sp>
          <p:nvSpPr>
            <p:cNvPr id="82" name="Chevron 81">
              <a:extLst>
                <a:ext uri="{FF2B5EF4-FFF2-40B4-BE49-F238E27FC236}">
                  <a16:creationId xmlns="" xmlns:a16="http://schemas.microsoft.com/office/drawing/2014/main" id="{38A73031-B2F9-4030-BF56-F692CE13FB67}"/>
                </a:ext>
              </a:extLst>
            </p:cNvPr>
            <p:cNvSpPr/>
            <p:nvPr/>
          </p:nvSpPr>
          <p:spPr>
            <a:xfrm>
              <a:off x="4877013" y="6553297"/>
              <a:ext cx="228611" cy="152206"/>
            </a:xfrm>
            <a:prstGeom prst="chevron">
              <a:avLst>
                <a:gd name="adj" fmla="val 45506"/>
              </a:avLst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3" name="TextBox 11">
              <a:extLst>
                <a:ext uri="{FF2B5EF4-FFF2-40B4-BE49-F238E27FC236}">
                  <a16:creationId xmlns="" xmlns:a16="http://schemas.microsoft.com/office/drawing/2014/main" id="{F654BFA5-BC66-4D6E-B9A4-91C3ACDD3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6477000"/>
              <a:ext cx="12954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</a:rPr>
                <a:t>= Server stub;</a:t>
              </a:r>
            </a:p>
          </p:txBody>
        </p:sp>
        <p:grpSp>
          <p:nvGrpSpPr>
            <p:cNvPr id="84" name="Group 12">
              <a:extLst>
                <a:ext uri="{FF2B5EF4-FFF2-40B4-BE49-F238E27FC236}">
                  <a16:creationId xmlns="" xmlns:a16="http://schemas.microsoft.com/office/drawing/2014/main" id="{B9A7D0DF-E9DA-4AC7-BF45-182DBB04D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798" y="6477195"/>
              <a:ext cx="304814" cy="304603"/>
              <a:chOff x="7239000" y="3962954"/>
              <a:chExt cx="685832" cy="870294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="" xmlns:a16="http://schemas.microsoft.com/office/drawing/2014/main" id="{4E6F4DDD-B35B-4ACD-8D9B-225C8B495DD4}"/>
                  </a:ext>
                </a:extLst>
              </p:cNvPr>
              <p:cNvSpPr/>
              <p:nvPr/>
            </p:nvSpPr>
            <p:spPr>
              <a:xfrm>
                <a:off x="7239000" y="3962954"/>
                <a:ext cx="685832" cy="76103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="" xmlns:a16="http://schemas.microsoft.com/office/drawing/2014/main" id="{915A89C1-33BD-442E-BECB-83232F5935B6}"/>
                  </a:ext>
                </a:extLst>
              </p:cNvPr>
              <p:cNvSpPr/>
              <p:nvPr/>
            </p:nvSpPr>
            <p:spPr>
              <a:xfrm>
                <a:off x="7239002" y="4428632"/>
                <a:ext cx="685830" cy="404616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sz="1050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</p:grpSp>
        <p:sp>
          <p:nvSpPr>
            <p:cNvPr id="85" name="TextBox 15">
              <a:extLst>
                <a:ext uri="{FF2B5EF4-FFF2-40B4-BE49-F238E27FC236}">
                  <a16:creationId xmlns="" xmlns:a16="http://schemas.microsoft.com/office/drawing/2014/main" id="{B9216FA0-FDC0-436F-BCE1-95C8DBE8D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6477000"/>
              <a:ext cx="12954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</a:rPr>
                <a:t>= Process n;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="" xmlns:a16="http://schemas.microsoft.com/office/drawing/2014/main" id="{828A126D-FEB4-4747-A4D7-FDA91085ECF3}"/>
                </a:ext>
              </a:extLst>
            </p:cNvPr>
            <p:cNvSpPr/>
            <p:nvPr/>
          </p:nvSpPr>
          <p:spPr>
            <a:xfrm>
              <a:off x="1676464" y="6521587"/>
              <a:ext cx="207973" cy="22989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7" name="TextBox 32">
              <a:extLst>
                <a:ext uri="{FF2B5EF4-FFF2-40B4-BE49-F238E27FC236}">
                  <a16:creationId xmlns="" xmlns:a16="http://schemas.microsoft.com/office/drawing/2014/main" id="{321CDD74-2590-4090-8F72-C8C2A2C21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6474023"/>
              <a:ext cx="1752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</a:rPr>
                <a:t>= Remote Object;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="" xmlns:a16="http://schemas.microsoft.com/office/drawing/2014/main" id="{2C42C608-474B-4211-B22F-61EE70B6B5AA}"/>
                </a:ext>
              </a:extLst>
            </p:cNvPr>
            <p:cNvSpPr/>
            <p:nvPr/>
          </p:nvSpPr>
          <p:spPr>
            <a:xfrm>
              <a:off x="3352942" y="6534271"/>
              <a:ext cx="228611" cy="22672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9" name="TextBox 63">
              <a:extLst>
                <a:ext uri="{FF2B5EF4-FFF2-40B4-BE49-F238E27FC236}">
                  <a16:creationId xmlns="" xmlns:a16="http://schemas.microsoft.com/office/drawing/2014/main" id="{B7851F10-68D1-490F-AD61-AB155E5AA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473" y="6477000"/>
              <a:ext cx="14478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</a:rPr>
                <a:t>= Caller Object;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876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22222E-6 L 0.16784 0.07639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85" y="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62" grpId="0" animBg="1"/>
      <p:bldP spid="72" grpId="0" animBg="1"/>
      <p:bldP spid="72" grpId="1" animBg="1"/>
      <p:bldP spid="73" grpId="0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Home-Based Approaches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Each mobile entity has a fixed IP address (home address)</a:t>
            </a:r>
          </a:p>
          <a:p>
            <a:pPr lvl="2"/>
            <a:r>
              <a:rPr lang="en-US" sz="2400" dirty="0"/>
              <a:t>Entity’s home address is registered at a naming service</a:t>
            </a:r>
          </a:p>
          <a:p>
            <a:pPr lvl="2"/>
            <a:r>
              <a:rPr lang="en-US" sz="2400" dirty="0" smtClean="0"/>
              <a:t>Home </a:t>
            </a:r>
            <a:r>
              <a:rPr lang="en-US" sz="2400" dirty="0"/>
              <a:t>node keeps track of current address of the entity (care‐of address)</a:t>
            </a:r>
          </a:p>
          <a:p>
            <a:pPr lvl="2"/>
            <a:r>
              <a:rPr lang="en-US" sz="2400" dirty="0" smtClean="0"/>
              <a:t>Entity </a:t>
            </a:r>
            <a:r>
              <a:rPr lang="en-US" sz="2400" dirty="0"/>
              <a:t>updates the home about its current address (care‐of address) whenever it </a:t>
            </a:r>
            <a:r>
              <a:rPr lang="en-US" sz="2400" dirty="0" smtClean="0"/>
              <a:t>moves</a:t>
            </a:r>
            <a:endParaRPr lang="en-US" sz="2400" dirty="0"/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Name resolution</a:t>
            </a:r>
          </a:p>
          <a:p>
            <a:pPr lvl="2"/>
            <a:r>
              <a:rPr lang="en-US" sz="2400" dirty="0"/>
              <a:t>Client contacts the home to obtain the current address</a:t>
            </a:r>
          </a:p>
          <a:p>
            <a:pPr lvl="2"/>
            <a:r>
              <a:rPr lang="en-US" sz="2400" dirty="0" smtClean="0"/>
              <a:t>Client </a:t>
            </a:r>
            <a:r>
              <a:rPr lang="en-US" sz="2400" dirty="0"/>
              <a:t>then contacts the entity at the current </a:t>
            </a:r>
            <a:r>
              <a:rPr lang="en-US" sz="2400" dirty="0" smtClean="0"/>
              <a:t>location</a:t>
            </a:r>
            <a:endParaRPr lang="en-US" sz="2400" dirty="0"/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>
                <a:solidFill>
                  <a:srgbClr val="C00000"/>
                </a:solidFill>
              </a:rPr>
              <a:t>Challenges:</a:t>
            </a:r>
          </a:p>
          <a:p>
            <a:pPr lvl="2"/>
            <a:r>
              <a:rPr lang="en-US" sz="2400" dirty="0" smtClean="0"/>
              <a:t>Home </a:t>
            </a:r>
            <a:r>
              <a:rPr lang="en-US" sz="2400" dirty="0"/>
              <a:t>address is permanent for an entity’s lifetime</a:t>
            </a:r>
          </a:p>
          <a:p>
            <a:pPr marL="1344613" lvl="2" indent="363538">
              <a:buFont typeface="Arial" panose="020B0604020202020204" pitchFamily="34" charset="0"/>
              <a:buChar char="•"/>
            </a:pPr>
            <a:r>
              <a:rPr lang="en-US" sz="2400" dirty="0"/>
              <a:t>If the entity permanently moves, then a simple home-based approach incurs </a:t>
            </a:r>
            <a:r>
              <a:rPr lang="en-US" sz="2400" dirty="0" smtClean="0"/>
              <a:t>higher communication </a:t>
            </a:r>
            <a:r>
              <a:rPr lang="en-US" sz="2400" dirty="0"/>
              <a:t>overhead</a:t>
            </a:r>
          </a:p>
          <a:p>
            <a:pPr lvl="2"/>
            <a:r>
              <a:rPr lang="en-US" sz="2400" dirty="0" smtClean="0"/>
              <a:t>Poor </a:t>
            </a:r>
            <a:r>
              <a:rPr lang="en-US" sz="2400" dirty="0"/>
              <a:t>geographical scalability</a:t>
            </a:r>
          </a:p>
          <a:p>
            <a:pPr marL="1344613" lvl="2" indent="363538">
              <a:buFont typeface="Arial" panose="020B0604020202020204" pitchFamily="34" charset="0"/>
              <a:buChar char="•"/>
            </a:pPr>
            <a:r>
              <a:rPr lang="en-US" sz="2400" dirty="0"/>
              <a:t>Consider the scenario where the clients are nearer to the mobile entity than the home entity</a:t>
            </a:r>
          </a:p>
        </p:txBody>
      </p:sp>
    </p:spTree>
    <p:extLst>
      <p:ext uri="{BB962C8B-B14F-4D97-AF65-F5344CB8AC3E}">
        <p14:creationId xmlns:p14="http://schemas.microsoft.com/office/powerpoint/2010/main" val="58728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Home-Based Approaches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 smtClean="0">
                <a:solidFill>
                  <a:srgbClr val="1D3064"/>
                </a:solidFill>
              </a:rPr>
              <a:t>Single-tiered scheme:</a:t>
            </a:r>
          </a:p>
          <a:p>
            <a:pPr>
              <a:lnSpc>
                <a:spcPct val="100000"/>
              </a:lnSpc>
            </a:pPr>
            <a:r>
              <a:rPr lang="en-US" dirty="0"/>
              <a:t>Let a home keep track of where the entity is</a:t>
            </a:r>
          </a:p>
          <a:p>
            <a:pPr lvl="2"/>
            <a:r>
              <a:rPr lang="en-US" sz="2400" dirty="0"/>
              <a:t>An entity’s home address is registered at a naming service</a:t>
            </a:r>
          </a:p>
          <a:p>
            <a:pPr lvl="2"/>
            <a:r>
              <a:rPr lang="en-US" sz="2400" dirty="0"/>
              <a:t>The home registers the foreign address of the entity</a:t>
            </a:r>
          </a:p>
          <a:p>
            <a:pPr lvl="2"/>
            <a:r>
              <a:rPr lang="en-US" sz="2400" dirty="0"/>
              <a:t>Clients always contact the home first, and then continues with the foreign </a:t>
            </a:r>
            <a:r>
              <a:rPr lang="en-US" sz="2400" dirty="0" smtClean="0"/>
              <a:t>location</a:t>
            </a:r>
          </a:p>
          <a:p>
            <a:pPr lvl="2"/>
            <a:endParaRPr lang="en-US" sz="2400" dirty="0"/>
          </a:p>
          <a:p>
            <a:pPr marL="0" lvl="2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1D3064"/>
                </a:solidFill>
              </a:rPr>
              <a:t>Two-tiered scheme: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Keep track of visiting entities:</a:t>
            </a:r>
          </a:p>
          <a:p>
            <a:pPr lvl="2"/>
            <a:r>
              <a:rPr lang="en-US" sz="2400" dirty="0" smtClean="0"/>
              <a:t>Check </a:t>
            </a:r>
            <a:r>
              <a:rPr lang="en-US" sz="2400" dirty="0"/>
              <a:t>local visitor register first</a:t>
            </a:r>
          </a:p>
          <a:p>
            <a:pPr lvl="2"/>
            <a:r>
              <a:rPr lang="en-US" sz="2400" dirty="0" smtClean="0"/>
              <a:t>Fall </a:t>
            </a:r>
            <a:r>
              <a:rPr lang="en-US" sz="2400" dirty="0"/>
              <a:t>back to home location if local lookup fails</a:t>
            </a:r>
          </a:p>
        </p:txBody>
      </p:sp>
    </p:spTree>
    <p:extLst>
      <p:ext uri="{BB962C8B-B14F-4D97-AF65-F5344CB8AC3E}">
        <p14:creationId xmlns:p14="http://schemas.microsoft.com/office/powerpoint/2010/main" val="301957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Home-based approaches – An example</a:t>
            </a:r>
          </a:p>
        </p:txBody>
      </p:sp>
      <p:pic>
        <p:nvPicPr>
          <p:cNvPr id="43" name="Picture 2" descr="http://igcministries.org/images/WorldMap.gif">
            <a:extLst>
              <a:ext uri="{FF2B5EF4-FFF2-40B4-BE49-F238E27FC236}">
                <a16:creationId xmlns="" xmlns:a16="http://schemas.microsoft.com/office/drawing/2014/main" id="{AB79E4AC-C6AD-4E90-AFAC-26944D62D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/>
          </a:blip>
          <a:srcRect/>
          <a:stretch>
            <a:fillRect/>
          </a:stretch>
        </p:blipFill>
        <p:spPr bwMode="auto">
          <a:xfrm>
            <a:off x="896471" y="1152804"/>
            <a:ext cx="8077200" cy="4455811"/>
          </a:xfrm>
          <a:prstGeom prst="rect">
            <a:avLst/>
          </a:prstGeom>
          <a:noFill/>
          <a:extLst/>
        </p:spPr>
      </p:pic>
      <p:pic>
        <p:nvPicPr>
          <p:cNvPr id="44" name="Picture 3" descr="C:\Users\vkolar\AppData\Local\Microsoft\Windows\Temporary Internet Files\Content.IE5\HRUY4RJ7\MC900442122[1].png">
            <a:extLst>
              <a:ext uri="{FF2B5EF4-FFF2-40B4-BE49-F238E27FC236}">
                <a16:creationId xmlns="" xmlns:a16="http://schemas.microsoft.com/office/drawing/2014/main" id="{D4AE47AA-A610-4BC5-91C1-7F9A24094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671" y="2535518"/>
            <a:ext cx="5461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5" descr="C:\Users\vkolar\AppData\Local\Microsoft\Windows\Temporary Internet Files\Content.IE5\HRUY4RJ7\MC900331642[1].wmf">
            <a:extLst>
              <a:ext uri="{FF2B5EF4-FFF2-40B4-BE49-F238E27FC236}">
                <a16:creationId xmlns="" xmlns:a16="http://schemas.microsoft.com/office/drawing/2014/main" id="{ADA931FB-7647-4F3A-8339-6088038B4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671" y="3767417"/>
            <a:ext cx="762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6" descr="C:\Users\vkolar\AppData\Local\Microsoft\Windows\Temporary Internet Files\Content.IE5\HNBM0I5K\MC900431494[1].png">
            <a:extLst>
              <a:ext uri="{FF2B5EF4-FFF2-40B4-BE49-F238E27FC236}">
                <a16:creationId xmlns="" xmlns:a16="http://schemas.microsoft.com/office/drawing/2014/main" id="{E47E8EED-CD25-42FD-BF2E-24E2AD0BC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446" y="3338792"/>
            <a:ext cx="6731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53D3631A-4787-4FFE-B734-47CDCF8250C0}"/>
              </a:ext>
            </a:extLst>
          </p:cNvPr>
          <p:cNvSpPr/>
          <p:nvPr/>
        </p:nvSpPr>
        <p:spPr>
          <a:xfrm>
            <a:off x="5731996" y="2573618"/>
            <a:ext cx="803276" cy="55879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Home node</a:t>
            </a:r>
          </a:p>
        </p:txBody>
      </p:sp>
      <p:grpSp>
        <p:nvGrpSpPr>
          <p:cNvPr id="48" name="Group 6">
            <a:extLst>
              <a:ext uri="{FF2B5EF4-FFF2-40B4-BE49-F238E27FC236}">
                <a16:creationId xmlns="" xmlns:a16="http://schemas.microsoft.com/office/drawing/2014/main" id="{29016E8C-B30B-4AE1-9597-DF9599EBC80C}"/>
              </a:ext>
            </a:extLst>
          </p:cNvPr>
          <p:cNvGrpSpPr>
            <a:grpSpLocks/>
          </p:cNvGrpSpPr>
          <p:nvPr/>
        </p:nvGrpSpPr>
        <p:grpSpPr bwMode="auto">
          <a:xfrm>
            <a:off x="5225586" y="1825904"/>
            <a:ext cx="1530350" cy="774700"/>
            <a:chOff x="5015602" y="2806085"/>
            <a:chExt cx="1529752" cy="775315"/>
          </a:xfrm>
        </p:grpSpPr>
        <p:pic>
          <p:nvPicPr>
            <p:cNvPr id="49" name="Picture 4" descr="C:\Users\vkolar\AppData\Local\Microsoft\Windows\Temporary Internet Files\Content.IE5\VTHTR7LA\MC900330866[1].wmf">
              <a:extLst>
                <a:ext uri="{FF2B5EF4-FFF2-40B4-BE49-F238E27FC236}">
                  <a16:creationId xmlns="" xmlns:a16="http://schemas.microsoft.com/office/drawing/2014/main" id="{59EE05C6-B6BD-48F4-8449-294DD7994C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5602" y="2806085"/>
              <a:ext cx="460664" cy="77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Rectangle 49">
              <a:extLst>
                <a:ext uri="{FF2B5EF4-FFF2-40B4-BE49-F238E27FC236}">
                  <a16:creationId xmlns="" xmlns:a16="http://schemas.microsoft.com/office/drawing/2014/main" id="{55B89AEC-2E8F-47E8-B6E4-70E89D7ADC8A}"/>
                </a:ext>
              </a:extLst>
            </p:cNvPr>
            <p:cNvSpPr/>
            <p:nvPr/>
          </p:nvSpPr>
          <p:spPr>
            <a:xfrm>
              <a:off x="5499601" y="2895055"/>
              <a:ext cx="1045753" cy="53223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/>
                <a:t>Mobile entity</a:t>
              </a:r>
            </a:p>
          </p:txBody>
        </p:sp>
      </p:grpSp>
      <p:sp>
        <p:nvSpPr>
          <p:cNvPr id="51" name="Freeform 50">
            <a:extLst>
              <a:ext uri="{FF2B5EF4-FFF2-40B4-BE49-F238E27FC236}">
                <a16:creationId xmlns="" xmlns:a16="http://schemas.microsoft.com/office/drawing/2014/main" id="{46783F1A-67C8-4661-A6C8-F4EC08835012}"/>
              </a:ext>
            </a:extLst>
          </p:cNvPr>
          <p:cNvSpPr/>
          <p:nvPr/>
        </p:nvSpPr>
        <p:spPr>
          <a:xfrm>
            <a:off x="1780710" y="1467129"/>
            <a:ext cx="3603625" cy="984250"/>
          </a:xfrm>
          <a:custGeom>
            <a:avLst/>
            <a:gdLst>
              <a:gd name="connsiteX0" fmla="*/ 0 w 3603812"/>
              <a:gd name="connsiteY0" fmla="*/ 682391 h 983605"/>
              <a:gd name="connsiteX1" fmla="*/ 2226833 w 3603812"/>
              <a:gd name="connsiteY1" fmla="*/ 4660 h 983605"/>
              <a:gd name="connsiteX2" fmla="*/ 3603812 w 3603812"/>
              <a:gd name="connsiteY2" fmla="*/ 983605 h 98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3812" h="983605">
                <a:moveTo>
                  <a:pt x="0" y="682391"/>
                </a:moveTo>
                <a:cubicBezTo>
                  <a:pt x="813099" y="318424"/>
                  <a:pt x="1626198" y="-45542"/>
                  <a:pt x="2226833" y="4660"/>
                </a:cubicBezTo>
                <a:cubicBezTo>
                  <a:pt x="2827468" y="54862"/>
                  <a:pt x="3215640" y="519233"/>
                  <a:pt x="3603812" y="98360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="" xmlns:a16="http://schemas.microsoft.com/office/drawing/2014/main" id="{B36916D9-527A-4393-BEA4-1B5478D7C0E0}"/>
              </a:ext>
            </a:extLst>
          </p:cNvPr>
          <p:cNvSpPr/>
          <p:nvPr/>
        </p:nvSpPr>
        <p:spPr>
          <a:xfrm>
            <a:off x="4501685" y="1138517"/>
            <a:ext cx="3165474" cy="61436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</a:rPr>
              <a:t>1. Update home node about the foreign address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="" xmlns:a16="http://schemas.microsoft.com/office/drawing/2014/main" id="{14FA4DED-703E-430B-B1D5-67F4978D6B85}"/>
              </a:ext>
            </a:extLst>
          </p:cNvPr>
          <p:cNvSpPr/>
          <p:nvPr/>
        </p:nvSpPr>
        <p:spPr>
          <a:xfrm>
            <a:off x="6602507" y="2679980"/>
            <a:ext cx="3484003" cy="65881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</a:rPr>
              <a:t>2. Client sends the packet to the mobile entity at its home node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="" xmlns:a16="http://schemas.microsoft.com/office/drawing/2014/main" id="{09BD8470-B6FF-48AE-9505-9EFDCED13541}"/>
              </a:ext>
            </a:extLst>
          </p:cNvPr>
          <p:cNvSpPr/>
          <p:nvPr/>
        </p:nvSpPr>
        <p:spPr>
          <a:xfrm>
            <a:off x="5646271" y="2927629"/>
            <a:ext cx="1919288" cy="1035050"/>
          </a:xfrm>
          <a:custGeom>
            <a:avLst/>
            <a:gdLst>
              <a:gd name="connsiteX0" fmla="*/ 1919235 w 1919235"/>
              <a:gd name="connsiteY0" fmla="*/ 1034980 h 1034980"/>
              <a:gd name="connsiteX1" fmla="*/ 0 w 1919235"/>
              <a:gd name="connsiteY1" fmla="*/ 0 h 1034980"/>
              <a:gd name="connsiteX2" fmla="*/ 0 w 1919235"/>
              <a:gd name="connsiteY2" fmla="*/ 0 h 103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9235" h="1034980">
                <a:moveTo>
                  <a:pt x="1919235" y="103498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5" name="Freeform 54">
            <a:extLst>
              <a:ext uri="{FF2B5EF4-FFF2-40B4-BE49-F238E27FC236}">
                <a16:creationId xmlns="" xmlns:a16="http://schemas.microsoft.com/office/drawing/2014/main" id="{9B280C26-2405-40BB-A6DD-FEA8F4F25B66}"/>
              </a:ext>
            </a:extLst>
          </p:cNvPr>
          <p:cNvSpPr/>
          <p:nvPr/>
        </p:nvSpPr>
        <p:spPr>
          <a:xfrm rot="10800000">
            <a:off x="5544671" y="3089554"/>
            <a:ext cx="1919288" cy="1035050"/>
          </a:xfrm>
          <a:custGeom>
            <a:avLst/>
            <a:gdLst>
              <a:gd name="connsiteX0" fmla="*/ 1919235 w 1919235"/>
              <a:gd name="connsiteY0" fmla="*/ 1034980 h 1034980"/>
              <a:gd name="connsiteX1" fmla="*/ 0 w 1919235"/>
              <a:gd name="connsiteY1" fmla="*/ 0 h 1034980"/>
              <a:gd name="connsiteX2" fmla="*/ 0 w 1919235"/>
              <a:gd name="connsiteY2" fmla="*/ 0 h 103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9235" h="1034980">
                <a:moveTo>
                  <a:pt x="1919235" y="103498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="" xmlns:a16="http://schemas.microsoft.com/office/drawing/2014/main" id="{4E4BE3A2-1B63-48A3-9D7F-0038A5F66CB4}"/>
              </a:ext>
            </a:extLst>
          </p:cNvPr>
          <p:cNvSpPr/>
          <p:nvPr/>
        </p:nvSpPr>
        <p:spPr>
          <a:xfrm>
            <a:off x="2268070" y="2727603"/>
            <a:ext cx="3008313" cy="939799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</a:rPr>
              <a:t>3a. Home node forwards the message to the foreign address of the mobile entity</a:t>
            </a:r>
          </a:p>
        </p:txBody>
      </p:sp>
      <p:sp>
        <p:nvSpPr>
          <p:cNvPr id="57" name="Freeform 56">
            <a:extLst>
              <a:ext uri="{FF2B5EF4-FFF2-40B4-BE49-F238E27FC236}">
                <a16:creationId xmlns="" xmlns:a16="http://schemas.microsoft.com/office/drawing/2014/main" id="{12FFC727-A053-4E7F-93F7-9286B27AA82D}"/>
              </a:ext>
            </a:extLst>
          </p:cNvPr>
          <p:cNvSpPr/>
          <p:nvPr/>
        </p:nvSpPr>
        <p:spPr>
          <a:xfrm>
            <a:off x="2268071" y="2340255"/>
            <a:ext cx="2667000" cy="339725"/>
          </a:xfrm>
          <a:custGeom>
            <a:avLst/>
            <a:gdLst>
              <a:gd name="connsiteX0" fmla="*/ 1919235 w 1919235"/>
              <a:gd name="connsiteY0" fmla="*/ 1034980 h 1034980"/>
              <a:gd name="connsiteX1" fmla="*/ 0 w 1919235"/>
              <a:gd name="connsiteY1" fmla="*/ 0 h 1034980"/>
              <a:gd name="connsiteX2" fmla="*/ 0 w 1919235"/>
              <a:gd name="connsiteY2" fmla="*/ 0 h 103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9235" h="1034980">
                <a:moveTo>
                  <a:pt x="1919235" y="103498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4507ACDC-9D8F-4FB6-A99D-ECD0A47C5358}"/>
              </a:ext>
            </a:extLst>
          </p:cNvPr>
          <p:cNvSpPr/>
          <p:nvPr/>
        </p:nvSpPr>
        <p:spPr>
          <a:xfrm>
            <a:off x="3792071" y="3751542"/>
            <a:ext cx="3055938" cy="84296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</a:rPr>
              <a:t>3b. Home node replies the client with the  current IP address of the mobile entity</a:t>
            </a:r>
          </a:p>
        </p:txBody>
      </p:sp>
      <p:pic>
        <p:nvPicPr>
          <p:cNvPr id="59" name="Picture 6" descr="C:\Users\vkolar\AppData\Local\Microsoft\Windows\Temporary Internet Files\Content.IE5\HNBM0I5K\MC900431494[1].png">
            <a:extLst>
              <a:ext uri="{FF2B5EF4-FFF2-40B4-BE49-F238E27FC236}">
                <a16:creationId xmlns="" xmlns:a16="http://schemas.microsoft.com/office/drawing/2014/main" id="{F3982B62-7980-4D4E-82DB-5DBD50135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471" y="4505604"/>
            <a:ext cx="67468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Freeform 59">
            <a:extLst>
              <a:ext uri="{FF2B5EF4-FFF2-40B4-BE49-F238E27FC236}">
                <a16:creationId xmlns="" xmlns:a16="http://schemas.microsoft.com/office/drawing/2014/main" id="{745350AE-5E32-4F24-9D95-073D1C606DAD}"/>
              </a:ext>
            </a:extLst>
          </p:cNvPr>
          <p:cNvSpPr/>
          <p:nvPr/>
        </p:nvSpPr>
        <p:spPr>
          <a:xfrm>
            <a:off x="2009310" y="2608542"/>
            <a:ext cx="5310187" cy="2398712"/>
          </a:xfrm>
          <a:custGeom>
            <a:avLst/>
            <a:gdLst>
              <a:gd name="connsiteX0" fmla="*/ 5309420 w 5309420"/>
              <a:gd name="connsiteY0" fmla="*/ 1818968 h 2399571"/>
              <a:gd name="connsiteX1" fmla="*/ 2202426 w 5309420"/>
              <a:gd name="connsiteY1" fmla="*/ 2290916 h 2399571"/>
              <a:gd name="connsiteX2" fmla="*/ 0 w 5309420"/>
              <a:gd name="connsiteY2" fmla="*/ 0 h 2399571"/>
              <a:gd name="connsiteX3" fmla="*/ 0 w 5309420"/>
              <a:gd name="connsiteY3" fmla="*/ 0 h 239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9420" h="2399571">
                <a:moveTo>
                  <a:pt x="5309420" y="1818968"/>
                </a:moveTo>
                <a:cubicBezTo>
                  <a:pt x="4198374" y="2206522"/>
                  <a:pt x="3087329" y="2594077"/>
                  <a:pt x="2202426" y="2290916"/>
                </a:cubicBezTo>
                <a:cubicBezTo>
                  <a:pt x="1317523" y="1987755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2E224FFB-479F-46BC-8859-73BEF38B48F5}"/>
              </a:ext>
            </a:extLst>
          </p:cNvPr>
          <p:cNvSpPr/>
          <p:nvPr/>
        </p:nvSpPr>
        <p:spPr>
          <a:xfrm>
            <a:off x="0" y="4594503"/>
            <a:ext cx="3792071" cy="1049035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</a:rPr>
              <a:t>4. Client directly sends all subsequent packets directly to the foreign address of the mobile entity</a:t>
            </a:r>
          </a:p>
        </p:txBody>
      </p:sp>
    </p:spTree>
    <p:extLst>
      <p:ext uri="{BB962C8B-B14F-4D97-AF65-F5344CB8AC3E}">
        <p14:creationId xmlns:p14="http://schemas.microsoft.com/office/powerpoint/2010/main" val="202547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0301 L -0.20091 0.1044 L -0.30963 0.02014 " pathEditMode="relative" rAng="300000" ptsTypes="AAA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25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C -0.00547 -0.00486 -0.0086 -0.01111 -0.01524 -0.01319 C -0.02031 -0.01736 -0.02526 -0.01944 -0.03099 -0.02106 C -0.03242 -0.02153 -0.0336 -0.02245 -0.0349 -0.02315 C -0.03802 -0.02407 -0.04427 -0.02523 -0.04427 -0.025 C -0.05326 -0.02963 -0.06146 -0.03264 -0.07136 -0.03403 C -0.07513 -0.03495 -0.07761 -0.03727 -0.08151 -0.03819 C -0.0875 -0.04352 -0.09531 -0.04583 -0.10196 -0.05023 C -0.10521 -0.05254 -0.10677 -0.05532 -0.11029 -0.05694 C -0.11758 -0.06041 -0.11107 -0.05741 -0.11693 -0.06111 C -0.1194 -0.06273 -0.12435 -0.06528 -0.12435 -0.06504 C -0.12735 -0.0706 -0.13268 -0.0706 -0.1375 -0.07199 C -0.14037 -0.07708 -0.14466 -0.07592 -0.14961 -0.07731 C -0.15938 -0.08518 -0.17995 -0.08449 -0.19167 -0.08611 C -0.19883 -0.08866 -0.20573 -0.0919 -0.21315 -0.09398 C -0.22031 -0.0993 -0.2362 -0.10231 -0.24479 -0.10347 C -0.24883 -0.10486 -0.25313 -0.10486 -0.25677 -0.10648 " pathEditMode="relative" rAng="0" ptsTypes="AAAAAAAAAAAAAAAAA">
                                      <p:cBhvr>
                                        <p:cTn id="2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39" y="-5324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7.40741E-7 L -0.48906 -0.31481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53" y="-1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2" grpId="0" animBg="1"/>
      <p:bldP spid="53" grpId="0" animBg="1"/>
      <p:bldP spid="56" grpId="0" animBg="1"/>
      <p:bldP spid="58" grpId="0" animBg="1"/>
      <p:bldP spid="6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Home-based approaches – An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50" y="877140"/>
            <a:ext cx="8988926" cy="514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4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Hash Tables/Chord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Chord is representative of other DHT approaches</a:t>
            </a:r>
          </a:p>
          <a:p>
            <a:pPr>
              <a:lnSpc>
                <a:spcPct val="100000"/>
              </a:lnSpc>
            </a:pPr>
            <a:r>
              <a:rPr lang="en-US" dirty="0"/>
              <a:t>It is based on an m-bit identifier space: both host node and entities are assigned identifiers from the name space.</a:t>
            </a:r>
          </a:p>
          <a:p>
            <a:pPr lvl="2"/>
            <a:r>
              <a:rPr lang="en-US" sz="2400" dirty="0"/>
              <a:t>Entity identifiers are also called keys. </a:t>
            </a:r>
          </a:p>
          <a:p>
            <a:pPr lvl="2"/>
            <a:r>
              <a:rPr lang="en-US" sz="2400" dirty="0"/>
              <a:t>Entities can be anything at all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An m-bit identifier space = 2</a:t>
            </a:r>
            <a:r>
              <a:rPr lang="en-US" sz="2400" baseline="30000" dirty="0"/>
              <a:t>m</a:t>
            </a:r>
            <a:r>
              <a:rPr lang="en-US" sz="2400" dirty="0"/>
              <a:t> identifiers.</a:t>
            </a:r>
          </a:p>
          <a:p>
            <a:pPr lvl="2"/>
            <a:r>
              <a:rPr lang="en-US" sz="2400" dirty="0"/>
              <a:t>m is usually 128 or 160 bits, depending on hash function used. 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Each node has an m-bit id, obtained by hashing some node identifier (IP address?)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Each entity has a key value, determined by the application (not Chord) which is hashed to get its m-bit identifier k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Nodes are ordered in a virtual circle based on their identifiers.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An entity with key k is assigned to the node with the smallest identifier id such that id ≥ k. (the successor of k)</a:t>
            </a:r>
          </a:p>
        </p:txBody>
      </p:sp>
    </p:spTree>
    <p:extLst>
      <p:ext uri="{BB962C8B-B14F-4D97-AF65-F5344CB8AC3E}">
        <p14:creationId xmlns:p14="http://schemas.microsoft.com/office/powerpoint/2010/main" val="27047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Chord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Each node p knows its immediate neighbors, its immediate successor, </a:t>
            </a:r>
            <a:r>
              <a:rPr lang="en-US" dirty="0" err="1"/>
              <a:t>succ</a:t>
            </a:r>
            <a:r>
              <a:rPr lang="en-US" dirty="0"/>
              <a:t>(p + 1) and its predecessor, denoted </a:t>
            </a:r>
            <a:r>
              <a:rPr lang="en-US" dirty="0" err="1"/>
              <a:t>pred</a:t>
            </a:r>
            <a:r>
              <a:rPr lang="en-US" dirty="0"/>
              <a:t>(p).</a:t>
            </a:r>
          </a:p>
          <a:p>
            <a:pPr>
              <a:lnSpc>
                <a:spcPct val="100000"/>
              </a:lnSpc>
            </a:pPr>
            <a:r>
              <a:rPr lang="en-US" dirty="0"/>
              <a:t>When given a request for key k, a node checks to see if it has the object whose id is k.  If so, return the entity; if not, forward request to one of its two neighbors.</a:t>
            </a:r>
          </a:p>
          <a:p>
            <a:pPr>
              <a:lnSpc>
                <a:spcPct val="100000"/>
              </a:lnSpc>
            </a:pPr>
            <a:r>
              <a:rPr lang="en-US" dirty="0"/>
              <a:t>Requests hop through the network one node at a time</a:t>
            </a:r>
            <a:r>
              <a:rPr lang="en-US" dirty="0" smtClean="0"/>
              <a:t>.</a:t>
            </a:r>
          </a:p>
          <a:p>
            <a:pPr lvl="2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563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7367840" y="3695327"/>
            <a:ext cx="4103687" cy="1527174"/>
            <a:chOff x="7367840" y="3695327"/>
            <a:chExt cx="4103687" cy="1527174"/>
          </a:xfrm>
        </p:grpSpPr>
        <p:sp>
          <p:nvSpPr>
            <p:cNvPr id="13" name="Cloud 12">
              <a:extLst>
                <a:ext uri="{FF2B5EF4-FFF2-40B4-BE49-F238E27FC236}">
                  <a16:creationId xmlns="" xmlns:a16="http://schemas.microsoft.com/office/drawing/2014/main" id="{04C095B7-23EE-4B94-A87C-401062090895}"/>
                </a:ext>
              </a:extLst>
            </p:cNvPr>
            <p:cNvSpPr/>
            <p:nvPr/>
          </p:nvSpPr>
          <p:spPr>
            <a:xfrm>
              <a:off x="7367840" y="4079501"/>
              <a:ext cx="2819400" cy="1143000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="" xmlns:a16="http://schemas.microsoft.com/office/drawing/2014/main" id="{81843979-14BF-438D-BE8B-6D2B5C4E7E8C}"/>
                </a:ext>
              </a:extLst>
            </p:cNvPr>
            <p:cNvSpPr/>
            <p:nvPr/>
          </p:nvSpPr>
          <p:spPr>
            <a:xfrm>
              <a:off x="7901240" y="4384301"/>
              <a:ext cx="76200" cy="8413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ED56B706-B2CD-4012-9973-D6116B82BB71}"/>
                </a:ext>
              </a:extLst>
            </p:cNvPr>
            <p:cNvSpPr/>
            <p:nvPr/>
          </p:nvSpPr>
          <p:spPr>
            <a:xfrm>
              <a:off x="8891840" y="4577976"/>
              <a:ext cx="76200" cy="8413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C2C9C9C9-0584-4DE4-AC63-8FC159A29170}"/>
                </a:ext>
              </a:extLst>
            </p:cNvPr>
            <p:cNvSpPr/>
            <p:nvPr/>
          </p:nvSpPr>
          <p:spPr>
            <a:xfrm>
              <a:off x="8358440" y="4819276"/>
              <a:ext cx="76200" cy="84138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8" name="TextBox 48">
              <a:extLst>
                <a:ext uri="{FF2B5EF4-FFF2-40B4-BE49-F238E27FC236}">
                  <a16:creationId xmlns="" xmlns:a16="http://schemas.microsoft.com/office/drawing/2014/main" id="{367CAD02-4B90-4464-8A8C-EC1E94356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6427" y="3695327"/>
              <a:ext cx="24003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chemeClr val="tx1"/>
                  </a:solidFill>
                </a:rPr>
                <a:t>DISTRIBUTED NETWORK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="" xmlns:a16="http://schemas.microsoft.com/office/drawing/2014/main" id="{675090E7-9AEE-49E8-8614-CF308C93B3F4}"/>
                </a:ext>
              </a:extLst>
            </p:cNvPr>
            <p:cNvCxnSpPr/>
            <p:nvPr/>
          </p:nvCxnSpPr>
          <p:spPr>
            <a:xfrm>
              <a:off x="7977441" y="4425576"/>
              <a:ext cx="2427287" cy="15240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08772848-B812-41E1-BCEE-704A23F3F40E}"/>
                </a:ext>
              </a:extLst>
            </p:cNvPr>
            <p:cNvCxnSpPr/>
            <p:nvPr/>
          </p:nvCxnSpPr>
          <p:spPr>
            <a:xfrm flipV="1">
              <a:off x="8968041" y="4612901"/>
              <a:ext cx="1436687" cy="7938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BA9BF367-8CE8-401E-872B-40A42CCF7466}"/>
                </a:ext>
              </a:extLst>
            </p:cNvPr>
            <p:cNvCxnSpPr/>
            <p:nvPr/>
          </p:nvCxnSpPr>
          <p:spPr>
            <a:xfrm flipV="1">
              <a:off x="8510841" y="4662115"/>
              <a:ext cx="1893887" cy="198437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61">
              <a:extLst>
                <a:ext uri="{FF2B5EF4-FFF2-40B4-BE49-F238E27FC236}">
                  <a16:creationId xmlns="" xmlns:a16="http://schemas.microsoft.com/office/drawing/2014/main" id="{EC807DFF-EFED-435C-8C4F-50C357EA6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52327" y="4295402"/>
              <a:ext cx="12192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rgbClr val="80808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</a:rPr>
                <a:t>Participating Nodes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Chord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DHT </a:t>
            </a:r>
            <a:r>
              <a:rPr lang="en-US" dirty="0"/>
              <a:t>is a distributed system that provides a lookup service similar to a hash table</a:t>
            </a:r>
          </a:p>
          <a:p>
            <a:pPr marL="806450" lvl="2" indent="-361950"/>
            <a:r>
              <a:rPr lang="en-US" sz="2400" dirty="0"/>
              <a:t>(key, value) pair is stored in the nodes participating in the DHT</a:t>
            </a:r>
          </a:p>
          <a:p>
            <a:pPr marL="806450" lvl="2" indent="-361950"/>
            <a:r>
              <a:rPr lang="en-US" sz="2400" dirty="0"/>
              <a:t>The responsibility for maintaining the mapping from keys to values is distributed among the nodes</a:t>
            </a:r>
          </a:p>
          <a:p>
            <a:pPr marL="806450" lvl="2" indent="-361950"/>
            <a:r>
              <a:rPr lang="en-US" sz="2400" dirty="0"/>
              <a:t>Any participating node can serve in retrieving the value for a given key</a:t>
            </a:r>
          </a:p>
          <a:p>
            <a:pPr lvl="2"/>
            <a:endParaRPr lang="en-US" sz="24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615274" y="4003302"/>
            <a:ext cx="2026675" cy="1306511"/>
            <a:chOff x="615274" y="4003302"/>
            <a:chExt cx="2026675" cy="1306511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E665D934-07C7-4DA5-9FB8-B1E861C41E3E}"/>
                </a:ext>
              </a:extLst>
            </p:cNvPr>
            <p:cNvSpPr/>
            <p:nvPr/>
          </p:nvSpPr>
          <p:spPr>
            <a:xfrm>
              <a:off x="863208" y="4003302"/>
              <a:ext cx="1726357" cy="380999"/>
            </a:xfrm>
            <a:prstGeom prst="rect">
              <a:avLst/>
            </a:prstGeom>
            <a:solidFill>
              <a:srgbClr val="1D3064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/>
                <a:t>Pink Panther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C7913E63-BC34-4402-9D90-F3E06B9BDA2B}"/>
                </a:ext>
              </a:extLst>
            </p:cNvPr>
            <p:cNvSpPr/>
            <p:nvPr/>
          </p:nvSpPr>
          <p:spPr>
            <a:xfrm>
              <a:off x="615274" y="4479364"/>
              <a:ext cx="2026675" cy="349250"/>
            </a:xfrm>
            <a:prstGeom prst="rect">
              <a:avLst/>
            </a:prstGeom>
            <a:solidFill>
              <a:srgbClr val="1D3064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/>
                <a:t>cs.qatar.cmu.edu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="" xmlns:a16="http://schemas.microsoft.com/office/drawing/2014/main" id="{A7FBF55C-2AA2-4B43-8680-4F680B1B55D3}"/>
                </a:ext>
              </a:extLst>
            </p:cNvPr>
            <p:cNvSpPr/>
            <p:nvPr/>
          </p:nvSpPr>
          <p:spPr>
            <a:xfrm>
              <a:off x="850508" y="4917701"/>
              <a:ext cx="1728285" cy="392112"/>
            </a:xfrm>
            <a:prstGeom prst="rect">
              <a:avLst/>
            </a:prstGeom>
            <a:solidFill>
              <a:srgbClr val="1D3064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/>
                <a:t>86.56.87.93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C35C562-F869-45A2-8A10-B9B6A805DCF8}"/>
              </a:ext>
            </a:extLst>
          </p:cNvPr>
          <p:cNvSpPr/>
          <p:nvPr/>
        </p:nvSpPr>
        <p:spPr>
          <a:xfrm>
            <a:off x="3199166" y="4012265"/>
            <a:ext cx="1652581" cy="3921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Hash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B334724-96A8-4B43-97F1-B699E2AF6C52}"/>
              </a:ext>
            </a:extLst>
          </p:cNvPr>
          <p:cNvSpPr/>
          <p:nvPr/>
        </p:nvSpPr>
        <p:spPr>
          <a:xfrm>
            <a:off x="3132114" y="4495332"/>
            <a:ext cx="1719634" cy="3921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Hash function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2839B1D-E25E-44FC-BAD9-DCCBE2861C76}"/>
              </a:ext>
            </a:extLst>
          </p:cNvPr>
          <p:cNvSpPr/>
          <p:nvPr/>
        </p:nvSpPr>
        <p:spPr>
          <a:xfrm>
            <a:off x="3199166" y="4971488"/>
            <a:ext cx="1639881" cy="3921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Hash function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E711A64-BEA8-426C-86FB-764921DB61B2}"/>
              </a:ext>
            </a:extLst>
          </p:cNvPr>
          <p:cNvSpPr/>
          <p:nvPr/>
        </p:nvSpPr>
        <p:spPr>
          <a:xfrm>
            <a:off x="5215569" y="4079501"/>
            <a:ext cx="1676395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ASDFADFAD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9CCC3EFA-0424-427E-9F5F-05003FE15013}"/>
              </a:ext>
            </a:extLst>
          </p:cNvPr>
          <p:cNvSpPr/>
          <p:nvPr/>
        </p:nvSpPr>
        <p:spPr>
          <a:xfrm>
            <a:off x="5203776" y="4514289"/>
            <a:ext cx="1673900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DGRAFEWRH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E1B2406-F315-43BA-AA7D-5A1C47D8DBCF}"/>
              </a:ext>
            </a:extLst>
          </p:cNvPr>
          <p:cNvSpPr/>
          <p:nvPr/>
        </p:nvSpPr>
        <p:spPr>
          <a:xfrm>
            <a:off x="5195612" y="4971489"/>
            <a:ext cx="1696352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4PINL3LK4DF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9253D590-3075-43D3-B5B8-7461F48A388F}"/>
              </a:ext>
            </a:extLst>
          </p:cNvPr>
          <p:cNvCxnSpPr>
            <a:endCxn id="7" idx="1"/>
          </p:cNvCxnSpPr>
          <p:nvPr/>
        </p:nvCxnSpPr>
        <p:spPr>
          <a:xfrm>
            <a:off x="2458173" y="4164666"/>
            <a:ext cx="740993" cy="436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35DE645A-5E86-408A-8B0B-D9994CF083FC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641949" y="4653989"/>
            <a:ext cx="490165" cy="37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="" xmlns:a16="http://schemas.microsoft.com/office/drawing/2014/main" id="{0592ACE9-632B-487C-8D1E-7BF99AE812D5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578793" y="5113757"/>
            <a:ext cx="620373" cy="537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6688C9D0-EF2A-4104-8B63-8729E0F2AC64}"/>
              </a:ext>
            </a:extLst>
          </p:cNvPr>
          <p:cNvCxnSpPr/>
          <p:nvPr/>
        </p:nvCxnSpPr>
        <p:spPr>
          <a:xfrm>
            <a:off x="4851749" y="4231901"/>
            <a:ext cx="3683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D640A8FB-45C2-4C3B-B623-AF407A4B32E4}"/>
              </a:ext>
            </a:extLst>
          </p:cNvPr>
          <p:cNvCxnSpPr/>
          <p:nvPr/>
        </p:nvCxnSpPr>
        <p:spPr>
          <a:xfrm flipV="1">
            <a:off x="4851749" y="4612901"/>
            <a:ext cx="355600" cy="79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7E7167AC-DC0A-4C59-BF41-6071479B016B}"/>
              </a:ext>
            </a:extLst>
          </p:cNvPr>
          <p:cNvCxnSpPr/>
          <p:nvPr/>
        </p:nvCxnSpPr>
        <p:spPr>
          <a:xfrm>
            <a:off x="4839049" y="5070101"/>
            <a:ext cx="3683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842A8584-70F5-4A3B-BF49-76ECB2D3AACE}"/>
              </a:ext>
            </a:extLst>
          </p:cNvPr>
          <p:cNvCxnSpPr>
            <a:stCxn id="10" idx="3"/>
          </p:cNvCxnSpPr>
          <p:nvPr/>
        </p:nvCxnSpPr>
        <p:spPr>
          <a:xfrm>
            <a:off x="6891964" y="4231901"/>
            <a:ext cx="901700" cy="19367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528982F3-29BC-4DA4-83C0-DCFFF399C2B8}"/>
              </a:ext>
            </a:extLst>
          </p:cNvPr>
          <p:cNvCxnSpPr>
            <a:stCxn id="11" idx="3"/>
          </p:cNvCxnSpPr>
          <p:nvPr/>
        </p:nvCxnSpPr>
        <p:spPr>
          <a:xfrm>
            <a:off x="6877676" y="4666689"/>
            <a:ext cx="190658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F4A1E94E-F021-4EC7-B948-19E44B87C17D}"/>
              </a:ext>
            </a:extLst>
          </p:cNvPr>
          <p:cNvCxnSpPr>
            <a:stCxn id="12" idx="3"/>
            <a:endCxn id="16" idx="2"/>
          </p:cNvCxnSpPr>
          <p:nvPr/>
        </p:nvCxnSpPr>
        <p:spPr>
          <a:xfrm flipV="1">
            <a:off x="6891964" y="4861345"/>
            <a:ext cx="1466476" cy="2625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4346">
            <a:extLst>
              <a:ext uri="{FF2B5EF4-FFF2-40B4-BE49-F238E27FC236}">
                <a16:creationId xmlns="" xmlns:a16="http://schemas.microsoft.com/office/drawing/2014/main" id="{3EA6E606-5256-4B8E-8787-22EAB6139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482" y="3442079"/>
            <a:ext cx="1058257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7" name="TextBox 47">
            <a:extLst>
              <a:ext uri="{FF2B5EF4-FFF2-40B4-BE49-F238E27FC236}">
                <a16:creationId xmlns="" xmlns:a16="http://schemas.microsoft.com/office/drawing/2014/main" id="{CF859366-455D-42EA-8E5A-4A5E928CC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726" y="3477092"/>
            <a:ext cx="1084079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43049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Chord</a:t>
            </a:r>
            <a:endParaRPr lang="en-US" dirty="0"/>
          </a:p>
        </p:txBody>
      </p:sp>
      <p:sp>
        <p:nvSpPr>
          <p:cNvPr id="33" name="Content Placeholder 32"/>
          <p:cNvSpPr>
            <a:spLocks noGrp="1"/>
          </p:cNvSpPr>
          <p:nvPr>
            <p:ph idx="1"/>
          </p:nvPr>
        </p:nvSpPr>
        <p:spPr>
          <a:xfrm>
            <a:off x="131180" y="863444"/>
            <a:ext cx="7654667" cy="5590565"/>
          </a:xfrm>
        </p:spPr>
        <p:txBody>
          <a:bodyPr/>
          <a:lstStyle/>
          <a:p>
            <a:r>
              <a:rPr lang="en-US" dirty="0"/>
              <a:t>Chord assigns an m-bit identifier (randomly chosen) to each node</a:t>
            </a:r>
          </a:p>
          <a:p>
            <a:pPr lvl="2"/>
            <a:r>
              <a:rPr lang="en-US" sz="2400" dirty="0"/>
              <a:t>A node can be contacted through its network address</a:t>
            </a:r>
          </a:p>
          <a:p>
            <a:r>
              <a:rPr lang="en-US" dirty="0"/>
              <a:t>Alongside, it maps each entity to a node</a:t>
            </a:r>
          </a:p>
          <a:p>
            <a:pPr lvl="2"/>
            <a:r>
              <a:rPr lang="en-US" sz="2400" dirty="0"/>
              <a:t>Entities can be processes, files, etc.,</a:t>
            </a:r>
          </a:p>
          <a:p>
            <a:r>
              <a:rPr lang="en-US" dirty="0"/>
              <a:t>Mapping of entities to nodes</a:t>
            </a:r>
          </a:p>
          <a:p>
            <a:pPr lvl="2"/>
            <a:r>
              <a:rPr lang="en-US" sz="2400" dirty="0"/>
              <a:t>Each node is responsible for a set of entities</a:t>
            </a:r>
          </a:p>
          <a:p>
            <a:pPr lvl="2"/>
            <a:r>
              <a:rPr lang="en-US" sz="2400" dirty="0"/>
              <a:t>An entity with key k falls under the jurisdiction of the node with the smallest identifier id &gt;= k. This node is known as the successor of k, and is denoted by </a:t>
            </a:r>
            <a:r>
              <a:rPr lang="en-US" sz="2400" dirty="0" err="1"/>
              <a:t>succ</a:t>
            </a:r>
            <a:r>
              <a:rPr lang="en-US" sz="2400" dirty="0"/>
              <a:t>(k)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="" xmlns:a16="http://schemas.microsoft.com/office/drawing/2014/main" id="{65D355C8-18DE-4F6B-8D3D-DDD050FCC2C6}"/>
              </a:ext>
            </a:extLst>
          </p:cNvPr>
          <p:cNvGrpSpPr>
            <a:grpSpLocks/>
          </p:cNvGrpSpPr>
          <p:nvPr/>
        </p:nvGrpSpPr>
        <p:grpSpPr bwMode="auto">
          <a:xfrm>
            <a:off x="10353375" y="1378699"/>
            <a:ext cx="1444920" cy="1005914"/>
            <a:chOff x="7239000" y="3962400"/>
            <a:chExt cx="685800" cy="762000"/>
          </a:xfrm>
        </p:grpSpPr>
        <p:sp>
          <p:nvSpPr>
            <p:cNvPr id="35" name="Rectangle 34">
              <a:extLst>
                <a:ext uri="{FF2B5EF4-FFF2-40B4-BE49-F238E27FC236}">
                  <a16:creationId xmlns="" xmlns:a16="http://schemas.microsoft.com/office/drawing/2014/main" id="{EBBA23EC-48E5-4514-B2B5-BD6D19AC31B7}"/>
                </a:ext>
              </a:extLst>
            </p:cNvPr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20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="" xmlns:a16="http://schemas.microsoft.com/office/drawing/2014/main" id="{2FD158D4-228F-42F9-BD5F-732DABB7C802}"/>
                </a:ext>
              </a:extLst>
            </p:cNvPr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chemeClr val="tx1"/>
                  </a:solidFill>
                </a:rPr>
                <a:t>Node 000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8FC091D8-F75B-41D2-9DBE-4675D7C25671}"/>
              </a:ext>
            </a:extLst>
          </p:cNvPr>
          <p:cNvGrpSpPr>
            <a:grpSpLocks/>
          </p:cNvGrpSpPr>
          <p:nvPr/>
        </p:nvGrpSpPr>
        <p:grpSpPr bwMode="auto">
          <a:xfrm>
            <a:off x="10362900" y="2488175"/>
            <a:ext cx="1444920" cy="1005914"/>
            <a:chOff x="7239000" y="3962400"/>
            <a:chExt cx="685800" cy="762000"/>
          </a:xfrm>
        </p:grpSpPr>
        <p:sp>
          <p:nvSpPr>
            <p:cNvPr id="38" name="Rectangle 37">
              <a:extLst>
                <a:ext uri="{FF2B5EF4-FFF2-40B4-BE49-F238E27FC236}">
                  <a16:creationId xmlns="" xmlns:a16="http://schemas.microsoft.com/office/drawing/2014/main" id="{608620A3-D461-4EDB-9CB5-20D5FF096EB4}"/>
                </a:ext>
              </a:extLst>
            </p:cNvPr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20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="" xmlns:a16="http://schemas.microsoft.com/office/drawing/2014/main" id="{A9E5DF84-DF65-4F92-9796-35F805C94FF0}"/>
                </a:ext>
              </a:extLst>
            </p:cNvPr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chemeClr val="tx1"/>
                  </a:solidFill>
                </a:rPr>
                <a:t>Node 005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A4D4E2FC-A28F-4292-8373-C778A8B1A400}"/>
              </a:ext>
            </a:extLst>
          </p:cNvPr>
          <p:cNvGrpSpPr>
            <a:grpSpLocks/>
          </p:cNvGrpSpPr>
          <p:nvPr/>
        </p:nvGrpSpPr>
        <p:grpSpPr bwMode="auto">
          <a:xfrm>
            <a:off x="10362900" y="3588499"/>
            <a:ext cx="1444920" cy="1005914"/>
            <a:chOff x="7239000" y="3962400"/>
            <a:chExt cx="685800" cy="762000"/>
          </a:xfrm>
        </p:grpSpPr>
        <p:sp>
          <p:nvSpPr>
            <p:cNvPr id="41" name="Rectangle 40">
              <a:extLst>
                <a:ext uri="{FF2B5EF4-FFF2-40B4-BE49-F238E27FC236}">
                  <a16:creationId xmlns="" xmlns:a16="http://schemas.microsoft.com/office/drawing/2014/main" id="{CBFF14C7-486B-4AB4-83C7-15B4F08A6EFD}"/>
                </a:ext>
              </a:extLst>
            </p:cNvPr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20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="" xmlns:a16="http://schemas.microsoft.com/office/drawing/2014/main" id="{AA317ED9-9740-4DE1-BAB7-D5CC7DB1660E}"/>
                </a:ext>
              </a:extLst>
            </p:cNvPr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chemeClr val="tx1"/>
                  </a:solidFill>
                </a:rPr>
                <a:t>Node 010</a:t>
              </a:r>
            </a:p>
          </p:txBody>
        </p:sp>
      </p:grpSp>
      <p:grpSp>
        <p:nvGrpSpPr>
          <p:cNvPr id="43" name="Group 21">
            <a:extLst>
              <a:ext uri="{FF2B5EF4-FFF2-40B4-BE49-F238E27FC236}">
                <a16:creationId xmlns="" xmlns:a16="http://schemas.microsoft.com/office/drawing/2014/main" id="{DE235E31-CBDF-4961-919F-479BD4ADFD4C}"/>
              </a:ext>
            </a:extLst>
          </p:cNvPr>
          <p:cNvGrpSpPr>
            <a:grpSpLocks/>
          </p:cNvGrpSpPr>
          <p:nvPr/>
        </p:nvGrpSpPr>
        <p:grpSpPr bwMode="auto">
          <a:xfrm>
            <a:off x="10362901" y="4685368"/>
            <a:ext cx="1429869" cy="1005914"/>
            <a:chOff x="7239000" y="3962400"/>
            <a:chExt cx="685800" cy="762000"/>
          </a:xfrm>
        </p:grpSpPr>
        <p:sp>
          <p:nvSpPr>
            <p:cNvPr id="44" name="Rectangle 43">
              <a:extLst>
                <a:ext uri="{FF2B5EF4-FFF2-40B4-BE49-F238E27FC236}">
                  <a16:creationId xmlns="" xmlns:a16="http://schemas.microsoft.com/office/drawing/2014/main" id="{3868277B-3E6E-4F77-AF52-C415E4E8DB35}"/>
                </a:ext>
              </a:extLst>
            </p:cNvPr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20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="" xmlns:a16="http://schemas.microsoft.com/office/drawing/2014/main" id="{AB179922-53F3-4F9C-B2B0-A9E76E47D6A9}"/>
                </a:ext>
              </a:extLst>
            </p:cNvPr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chemeClr val="tx1"/>
                  </a:solidFill>
                </a:rPr>
                <a:t>Node  301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A3CDA246-2620-4F69-A19A-70371F44A1BD}"/>
              </a:ext>
            </a:extLst>
          </p:cNvPr>
          <p:cNvSpPr/>
          <p:nvPr/>
        </p:nvSpPr>
        <p:spPr>
          <a:xfrm>
            <a:off x="8633012" y="1522323"/>
            <a:ext cx="995023" cy="332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000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2481F9BD-95BA-4AB4-A77B-EB2627D650C6}"/>
              </a:ext>
            </a:extLst>
          </p:cNvPr>
          <p:cNvSpPr/>
          <p:nvPr/>
        </p:nvSpPr>
        <p:spPr>
          <a:xfrm>
            <a:off x="8633012" y="2001748"/>
            <a:ext cx="995023" cy="332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003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4D987E82-36CC-4592-9294-0ED42CB61DD5}"/>
              </a:ext>
            </a:extLst>
          </p:cNvPr>
          <p:cNvSpPr/>
          <p:nvPr/>
        </p:nvSpPr>
        <p:spPr>
          <a:xfrm>
            <a:off x="8633012" y="2516098"/>
            <a:ext cx="995023" cy="332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004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BEE6D80F-F224-4416-BE54-9F4447370111}"/>
              </a:ext>
            </a:extLst>
          </p:cNvPr>
          <p:cNvSpPr/>
          <p:nvPr/>
        </p:nvSpPr>
        <p:spPr>
          <a:xfrm>
            <a:off x="8633012" y="2969222"/>
            <a:ext cx="995023" cy="32979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008</a:t>
            </a: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DC6DEA2D-7395-415C-A2D8-60692D657E22}"/>
              </a:ext>
            </a:extLst>
          </p:cNvPr>
          <p:cNvSpPr/>
          <p:nvPr/>
        </p:nvSpPr>
        <p:spPr>
          <a:xfrm>
            <a:off x="8633012" y="3503523"/>
            <a:ext cx="995023" cy="332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040</a:t>
            </a: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04C9133A-1C1B-45AE-8534-3A9C24960292}"/>
              </a:ext>
            </a:extLst>
          </p:cNvPr>
          <p:cNvSpPr/>
          <p:nvPr/>
        </p:nvSpPr>
        <p:spPr>
          <a:xfrm>
            <a:off x="8642537" y="4036923"/>
            <a:ext cx="995023" cy="332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079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AA914247-8F8B-47B1-9A16-94E098138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3405" y="760506"/>
            <a:ext cx="838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Entity with </a:t>
            </a:r>
            <a:r>
              <a:rPr lang="en-US" altLang="en-US" sz="2000" dirty="0" smtClean="0">
                <a:solidFill>
                  <a:schemeClr val="tx1"/>
                </a:solidFill>
                <a:latin typeface="+mj-lt"/>
              </a:rPr>
              <a:t>k</a:t>
            </a:r>
            <a:endParaRPr lang="en-US" alt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BEFBB863-F015-4737-BE15-A2722402A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758" y="728898"/>
            <a:ext cx="180246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Node 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(node with id=n)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ABD3C66F-25CC-4522-AA90-941E624E26AF}"/>
              </a:ext>
            </a:extLst>
          </p:cNvPr>
          <p:cNvSpPr/>
          <p:nvPr/>
        </p:nvSpPr>
        <p:spPr>
          <a:xfrm>
            <a:off x="7368988" y="5740586"/>
            <a:ext cx="3706847" cy="654835"/>
          </a:xfrm>
          <a:prstGeom prst="rect">
            <a:avLst/>
          </a:prstGeom>
          <a:solidFill>
            <a:srgbClr val="1D306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 smtClean="0">
                <a:latin typeface="+mj-lt"/>
              </a:rPr>
              <a:t>Map </a:t>
            </a:r>
            <a:r>
              <a:rPr lang="en-US" sz="2000" dirty="0">
                <a:latin typeface="+mj-lt"/>
              </a:rPr>
              <a:t>each entity with key </a:t>
            </a:r>
            <a:r>
              <a:rPr lang="en-US" sz="2000" dirty="0">
                <a:latin typeface="+mj-lt"/>
                <a:cs typeface="Courier New" pitchFamily="49" charset="0"/>
              </a:rPr>
              <a:t>k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to node </a:t>
            </a:r>
            <a:r>
              <a:rPr lang="en-US" sz="2000" dirty="0" err="1">
                <a:latin typeface="+mj-lt"/>
                <a:cs typeface="Courier New" pitchFamily="49" charset="0"/>
              </a:rPr>
              <a:t>succ</a:t>
            </a:r>
            <a:r>
              <a:rPr lang="en-US" sz="2000" dirty="0">
                <a:latin typeface="+mj-lt"/>
                <a:cs typeface="Courier New" pitchFamily="49" charset="0"/>
              </a:rPr>
              <a:t>(k)</a:t>
            </a:r>
          </a:p>
        </p:txBody>
      </p:sp>
    </p:spTree>
    <p:extLst>
      <p:ext uri="{BB962C8B-B14F-4D97-AF65-F5344CB8AC3E}">
        <p14:creationId xmlns:p14="http://schemas.microsoft.com/office/powerpoint/2010/main" val="4453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81481E-6 L 0.15963 0.02778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2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15963 0.12153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2" y="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15963 -0.00231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44444E-6 L 0.15963 0.13612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2" y="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0.15963 0.22385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2" y="11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48148E-6 L 0.15885 0.09676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43" y="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/>
      <p:bldP spid="53" grpId="0"/>
      <p:bldP spid="5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smtClean="0"/>
              <a:t>Naive </a:t>
            </a:r>
            <a:r>
              <a:rPr lang="en-US" dirty="0"/>
              <a:t>Key Resolution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main issue in DHT is to efficiently resolve a key k to the network location of </a:t>
            </a:r>
            <a:r>
              <a:rPr lang="en-US" dirty="0" err="1"/>
              <a:t>succ</a:t>
            </a:r>
            <a:r>
              <a:rPr lang="en-US" dirty="0"/>
              <a:t>(k)</a:t>
            </a:r>
          </a:p>
          <a:p>
            <a:pPr>
              <a:lnSpc>
                <a:spcPct val="100000"/>
              </a:lnSpc>
            </a:pPr>
            <a:r>
              <a:rPr lang="en-US" dirty="0"/>
              <a:t>Given an entity with key k, how to find the node </a:t>
            </a:r>
            <a:r>
              <a:rPr lang="en-US" dirty="0" err="1"/>
              <a:t>succ</a:t>
            </a:r>
            <a:r>
              <a:rPr lang="en-US" dirty="0"/>
              <a:t>(k</a:t>
            </a:r>
            <a:r>
              <a:rPr lang="en-US" dirty="0" smtClean="0"/>
              <a:t>)?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499EA822-AE1D-4F5B-B7B5-88ACAEA2F6C3}"/>
              </a:ext>
            </a:extLst>
          </p:cNvPr>
          <p:cNvSpPr txBox="1"/>
          <p:nvPr/>
        </p:nvSpPr>
        <p:spPr>
          <a:xfrm>
            <a:off x="6098593" y="2065444"/>
            <a:ext cx="49450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+mj-lt"/>
              <a:buAutoNum type="arabicPeriod"/>
              <a:defRPr/>
            </a:pPr>
            <a:r>
              <a:rPr lang="en-US" sz="2000" dirty="0">
                <a:cs typeface="Arial" charset="0"/>
              </a:rPr>
              <a:t>All nodes are arranged in a logical ring according to their </a:t>
            </a:r>
            <a:r>
              <a:rPr lang="en-US" sz="2000" dirty="0" smtClean="0">
                <a:cs typeface="Arial" charset="0"/>
              </a:rPr>
              <a:t>IDs</a:t>
            </a:r>
            <a:endParaRPr lang="en-US" sz="2000" dirty="0">
              <a:cs typeface="Arial" charset="0"/>
            </a:endParaRPr>
          </a:p>
          <a:p>
            <a:pPr marL="342900" indent="-342900" eaLnBrk="1" hangingPunct="1">
              <a:buFont typeface="+mj-lt"/>
              <a:buAutoNum type="arabicPeriod"/>
              <a:defRPr/>
            </a:pPr>
            <a:r>
              <a:rPr lang="en-US" sz="2000" dirty="0">
                <a:cs typeface="Arial" charset="0"/>
              </a:rPr>
              <a:t>Each node ‘</a:t>
            </a:r>
            <a:r>
              <a:rPr lang="en-US" sz="2000" dirty="0">
                <a:cs typeface="Courier New" pitchFamily="49" charset="0"/>
              </a:rPr>
              <a:t>p</a:t>
            </a:r>
            <a:r>
              <a:rPr lang="en-US" sz="2000" dirty="0">
                <a:cs typeface="Arial" charset="0"/>
              </a:rPr>
              <a:t>’ keeps track of its immediate neighbors: </a:t>
            </a:r>
            <a:r>
              <a:rPr lang="en-US" sz="2000" dirty="0" err="1">
                <a:cs typeface="Courier New" pitchFamily="49" charset="0"/>
              </a:rPr>
              <a:t>succ</a:t>
            </a:r>
            <a:r>
              <a:rPr lang="en-US" sz="2000" dirty="0">
                <a:cs typeface="Courier New" pitchFamily="49" charset="0"/>
              </a:rPr>
              <a:t>(p)</a:t>
            </a:r>
            <a:r>
              <a:rPr lang="en-US" sz="2000" dirty="0">
                <a:cs typeface="Arial" charset="0"/>
              </a:rPr>
              <a:t> and </a:t>
            </a:r>
            <a:r>
              <a:rPr lang="en-US" sz="2000" dirty="0" err="1">
                <a:cs typeface="Courier New" pitchFamily="49" charset="0"/>
              </a:rPr>
              <a:t>pred</a:t>
            </a:r>
            <a:r>
              <a:rPr lang="en-US" sz="2000" dirty="0">
                <a:cs typeface="Courier New" pitchFamily="49" charset="0"/>
              </a:rPr>
              <a:t>(p)</a:t>
            </a:r>
          </a:p>
          <a:p>
            <a:pPr marL="342900" indent="-342900" eaLnBrk="1" hangingPunct="1">
              <a:buFont typeface="+mj-lt"/>
              <a:buAutoNum type="arabicPeriod"/>
              <a:defRPr/>
            </a:pPr>
            <a:r>
              <a:rPr lang="en-US" sz="2000" dirty="0">
                <a:cs typeface="Arial" charset="0"/>
              </a:rPr>
              <a:t>If </a:t>
            </a:r>
            <a:r>
              <a:rPr lang="en-US" sz="2000" dirty="0" smtClean="0">
                <a:cs typeface="Arial" charset="0"/>
              </a:rPr>
              <a:t>‘</a:t>
            </a:r>
            <a:r>
              <a:rPr lang="en-US" sz="2000" dirty="0" smtClean="0">
                <a:cs typeface="Courier New" pitchFamily="49" charset="0"/>
              </a:rPr>
              <a:t>p</a:t>
            </a:r>
            <a:r>
              <a:rPr lang="en-US" sz="2000" dirty="0" smtClean="0">
                <a:cs typeface="Arial" charset="0"/>
              </a:rPr>
              <a:t>’ </a:t>
            </a:r>
            <a:r>
              <a:rPr lang="en-US" sz="2000" dirty="0">
                <a:cs typeface="Arial" charset="0"/>
              </a:rPr>
              <a:t>receives a request to resolve key ‘</a:t>
            </a:r>
            <a:r>
              <a:rPr lang="en-US" sz="2000" dirty="0">
                <a:cs typeface="Courier New" pitchFamily="49" charset="0"/>
              </a:rPr>
              <a:t>k</a:t>
            </a:r>
            <a:r>
              <a:rPr lang="en-US" sz="2000" dirty="0">
                <a:cs typeface="Arial" charset="0"/>
              </a:rPr>
              <a:t>’:</a:t>
            </a:r>
          </a:p>
          <a:p>
            <a:pPr marL="512763" lvl="1" indent="-173038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cs typeface="Arial" charset="0"/>
              </a:rPr>
              <a:t>If </a:t>
            </a:r>
            <a:r>
              <a:rPr lang="en-US" sz="2000" dirty="0" err="1">
                <a:cs typeface="Courier New" pitchFamily="49" charset="0"/>
              </a:rPr>
              <a:t>pred</a:t>
            </a:r>
            <a:r>
              <a:rPr lang="en-US" sz="2000" dirty="0">
                <a:cs typeface="Courier New" pitchFamily="49" charset="0"/>
              </a:rPr>
              <a:t>(p) &lt; k &lt;=p</a:t>
            </a:r>
            <a:r>
              <a:rPr lang="en-US" sz="2000" dirty="0">
                <a:cs typeface="Arial" charset="0"/>
              </a:rPr>
              <a:t>, node </a:t>
            </a:r>
            <a:r>
              <a:rPr lang="en-US" sz="2000" dirty="0" smtClean="0">
                <a:cs typeface="Courier New" pitchFamily="49" charset="0"/>
              </a:rPr>
              <a:t>p </a:t>
            </a:r>
            <a:r>
              <a:rPr lang="en-US" sz="2000" dirty="0" smtClean="0">
                <a:cs typeface="Arial" charset="0"/>
              </a:rPr>
              <a:t>will </a:t>
            </a:r>
            <a:r>
              <a:rPr lang="en-US" sz="2000" dirty="0">
                <a:cs typeface="Arial" charset="0"/>
              </a:rPr>
              <a:t>handle it</a:t>
            </a:r>
          </a:p>
          <a:p>
            <a:pPr marL="512763" lvl="1" indent="-173038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cs typeface="Arial" charset="0"/>
              </a:rPr>
              <a:t>Else it will </a:t>
            </a:r>
            <a:r>
              <a:rPr lang="en-US" sz="2000" dirty="0" smtClean="0">
                <a:cs typeface="Arial" charset="0"/>
              </a:rPr>
              <a:t>forward </a:t>
            </a:r>
            <a:r>
              <a:rPr lang="en-US" sz="2000" dirty="0">
                <a:cs typeface="Arial" charset="0"/>
              </a:rPr>
              <a:t>it to </a:t>
            </a:r>
            <a:r>
              <a:rPr lang="en-US" sz="2000" dirty="0" err="1">
                <a:cs typeface="Courier New" pitchFamily="49" charset="0"/>
              </a:rPr>
              <a:t>succ</a:t>
            </a:r>
            <a:r>
              <a:rPr lang="en-US" sz="2000" dirty="0">
                <a:cs typeface="Courier New" pitchFamily="49" charset="0"/>
              </a:rPr>
              <a:t>(n)</a:t>
            </a:r>
            <a:r>
              <a:rPr lang="en-US" sz="2000" dirty="0">
                <a:cs typeface="Arial" charset="0"/>
              </a:rPr>
              <a:t> or </a:t>
            </a:r>
            <a:r>
              <a:rPr lang="en-US" sz="2000" dirty="0" err="1">
                <a:cs typeface="Courier New" pitchFamily="49" charset="0"/>
              </a:rPr>
              <a:t>pred</a:t>
            </a:r>
            <a:r>
              <a:rPr lang="en-US" sz="2000" dirty="0">
                <a:cs typeface="Courier New" pitchFamily="49" charset="0"/>
              </a:rPr>
              <a:t>(n)</a:t>
            </a:r>
          </a:p>
        </p:txBody>
      </p:sp>
      <p:sp>
        <p:nvSpPr>
          <p:cNvPr id="43" name="Arc 42">
            <a:extLst>
              <a:ext uri="{FF2B5EF4-FFF2-40B4-BE49-F238E27FC236}">
                <a16:creationId xmlns="" xmlns:a16="http://schemas.microsoft.com/office/drawing/2014/main" id="{063738D4-A5B5-4E63-A8D5-59AF7007F5A4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17064527"/>
              <a:gd name="adj2" fmla="val 18638678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="" xmlns:a16="http://schemas.microsoft.com/office/drawing/2014/main" id="{5644712F-99DF-4CFC-95DF-90D2B1DBC337}"/>
              </a:ext>
            </a:extLst>
          </p:cNvPr>
          <p:cNvSpPr/>
          <p:nvPr/>
        </p:nvSpPr>
        <p:spPr>
          <a:xfrm>
            <a:off x="1482143" y="2433742"/>
            <a:ext cx="3429000" cy="3352800"/>
          </a:xfrm>
          <a:prstGeom prst="arc">
            <a:avLst>
              <a:gd name="adj1" fmla="val 13780862"/>
              <a:gd name="adj2" fmla="val 16720764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45" name="Group 10">
            <a:extLst>
              <a:ext uri="{FF2B5EF4-FFF2-40B4-BE49-F238E27FC236}">
                <a16:creationId xmlns="" xmlns:a16="http://schemas.microsoft.com/office/drawing/2014/main" id="{F5DD232C-275A-4E94-ADF1-C3392D9D2EA6}"/>
              </a:ext>
            </a:extLst>
          </p:cNvPr>
          <p:cNvGrpSpPr>
            <a:grpSpLocks/>
          </p:cNvGrpSpPr>
          <p:nvPr/>
        </p:nvGrpSpPr>
        <p:grpSpPr bwMode="auto">
          <a:xfrm>
            <a:off x="969381" y="6286605"/>
            <a:ext cx="277813" cy="157162"/>
            <a:chOff x="4291869" y="570503"/>
            <a:chExt cx="277150" cy="158105"/>
          </a:xfrm>
        </p:grpSpPr>
        <p:sp>
          <p:nvSpPr>
            <p:cNvPr id="46" name="Rounded Rectangle 45">
              <a:extLst>
                <a:ext uri="{FF2B5EF4-FFF2-40B4-BE49-F238E27FC236}">
                  <a16:creationId xmlns="" xmlns:a16="http://schemas.microsoft.com/office/drawing/2014/main" id="{027597EE-CE73-4AFB-8E16-B955B2E02B86}"/>
                </a:ext>
              </a:extLst>
            </p:cNvPr>
            <p:cNvSpPr/>
            <p:nvPr/>
          </p:nvSpPr>
          <p:spPr>
            <a:xfrm>
              <a:off x="4291869" y="570503"/>
              <a:ext cx="277150" cy="158105"/>
            </a:xfrm>
            <a:prstGeom prst="round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="" xmlns:a16="http://schemas.microsoft.com/office/drawing/2014/main" id="{06F8A2D3-E2AA-4368-9E46-349C9E770D2B}"/>
                </a:ext>
              </a:extLst>
            </p:cNvPr>
            <p:cNvSpPr/>
            <p:nvPr/>
          </p:nvSpPr>
          <p:spPr>
            <a:xfrm>
              <a:off x="4299788" y="578488"/>
              <a:ext cx="261312" cy="142136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9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6BE958D2-1100-417F-B968-CA2D19C87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980" y="6243743"/>
            <a:ext cx="1828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= Active node with id=n</a:t>
            </a:r>
          </a:p>
        </p:txBody>
      </p:sp>
      <p:grpSp>
        <p:nvGrpSpPr>
          <p:cNvPr id="49" name="Group 14">
            <a:extLst>
              <a:ext uri="{FF2B5EF4-FFF2-40B4-BE49-F238E27FC236}">
                <a16:creationId xmlns="" xmlns:a16="http://schemas.microsoft.com/office/drawing/2014/main" id="{4E2041EF-7E06-4A6F-8E09-CCF2A3415CC5}"/>
              </a:ext>
            </a:extLst>
          </p:cNvPr>
          <p:cNvGrpSpPr>
            <a:grpSpLocks/>
          </p:cNvGrpSpPr>
          <p:nvPr/>
        </p:nvGrpSpPr>
        <p:grpSpPr bwMode="auto">
          <a:xfrm>
            <a:off x="3006143" y="6313592"/>
            <a:ext cx="277812" cy="158750"/>
            <a:chOff x="4291869" y="570503"/>
            <a:chExt cx="277150" cy="158105"/>
          </a:xfrm>
        </p:grpSpPr>
        <p:sp>
          <p:nvSpPr>
            <p:cNvPr id="50" name="Rounded Rectangle 49">
              <a:extLst>
                <a:ext uri="{FF2B5EF4-FFF2-40B4-BE49-F238E27FC236}">
                  <a16:creationId xmlns="" xmlns:a16="http://schemas.microsoft.com/office/drawing/2014/main" id="{5EF03B02-FFAE-4104-83D8-FB3AA096F88A}"/>
                </a:ext>
              </a:extLst>
            </p:cNvPr>
            <p:cNvSpPr/>
            <p:nvPr/>
          </p:nvSpPr>
          <p:spPr>
            <a:xfrm>
              <a:off x="4291869" y="570503"/>
              <a:ext cx="277150" cy="158105"/>
            </a:xfrm>
            <a:prstGeom prst="round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="" xmlns:a16="http://schemas.microsoft.com/office/drawing/2014/main" id="{DC9A8994-13E7-4122-B797-7FE6BA183AB2}"/>
                </a:ext>
              </a:extLst>
            </p:cNvPr>
            <p:cNvSpPr/>
            <p:nvPr/>
          </p:nvSpPr>
          <p:spPr>
            <a:xfrm>
              <a:off x="4299787" y="578409"/>
              <a:ext cx="261314" cy="14229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4290" tIns="34290" rIns="34290" bIns="34290" spcCol="1270" anchor="ctr"/>
            <a:lstStyle/>
            <a:p>
              <a:pPr algn="ctr" defTabSz="40005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900" dirty="0">
                  <a:solidFill>
                    <a:srgbClr val="000000"/>
                  </a:solidFill>
                </a:rPr>
                <a:t>p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7577CD9E-B627-4A9B-AA77-60CB44A85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744" y="6261205"/>
            <a:ext cx="23066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= No node assigned to key p</a:t>
            </a:r>
          </a:p>
        </p:txBody>
      </p:sp>
      <p:sp>
        <p:nvSpPr>
          <p:cNvPr id="53" name="Arc 52">
            <a:extLst>
              <a:ext uri="{FF2B5EF4-FFF2-40B4-BE49-F238E27FC236}">
                <a16:creationId xmlns="" xmlns:a16="http://schemas.microsoft.com/office/drawing/2014/main" id="{B083DA63-364A-4D50-B49B-6894DF5E3442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19195944"/>
              <a:gd name="adj2" fmla="val 533417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="" xmlns:a16="http://schemas.microsoft.com/office/drawing/2014/main" id="{C3712A97-97E5-491F-8616-FA47032A40E6}"/>
              </a:ext>
            </a:extLst>
          </p:cNvPr>
          <p:cNvSpPr/>
          <p:nvPr/>
        </p:nvSpPr>
        <p:spPr>
          <a:xfrm>
            <a:off x="1482143" y="2433742"/>
            <a:ext cx="3429000" cy="3352800"/>
          </a:xfrm>
          <a:prstGeom prst="arc">
            <a:avLst>
              <a:gd name="adj1" fmla="val 16983313"/>
              <a:gd name="adj2" fmla="val 18635808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BDFCEC83-EBF9-4B02-A47A-64A187B760B5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755601"/>
              <a:gd name="adj2" fmla="val 1637249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="" xmlns:a16="http://schemas.microsoft.com/office/drawing/2014/main" id="{1266D206-AB01-4B53-9BCD-4C6F95BBFA89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2077363"/>
              <a:gd name="adj2" fmla="val 3952576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="" xmlns:a16="http://schemas.microsoft.com/office/drawing/2014/main" id="{3DE9B454-1CD7-4D0A-825F-0B136B4359A2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4117087"/>
              <a:gd name="adj2" fmla="val 6655166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="" xmlns:a16="http://schemas.microsoft.com/office/drawing/2014/main" id="{E8B1E96A-40B2-4791-A94C-FD689B34A497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6836362"/>
              <a:gd name="adj2" fmla="val 8054389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="" xmlns:a16="http://schemas.microsoft.com/office/drawing/2014/main" id="{B91BBCC8-0447-4E2B-BCAF-33D8155F39A8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8209994"/>
              <a:gd name="adj2" fmla="val 8773334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0" name="Arc 59">
            <a:extLst>
              <a:ext uri="{FF2B5EF4-FFF2-40B4-BE49-F238E27FC236}">
                <a16:creationId xmlns="" xmlns:a16="http://schemas.microsoft.com/office/drawing/2014/main" id="{3B7DDCE6-3B31-4A31-8B7C-204ED8965C11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9058138"/>
              <a:gd name="adj2" fmla="val 13238360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" name="Arc 60">
            <a:extLst>
              <a:ext uri="{FF2B5EF4-FFF2-40B4-BE49-F238E27FC236}">
                <a16:creationId xmlns="" xmlns:a16="http://schemas.microsoft.com/office/drawing/2014/main" id="{8281EA35-3070-471E-9128-232AAC909947}"/>
              </a:ext>
            </a:extLst>
          </p:cNvPr>
          <p:cNvSpPr/>
          <p:nvPr/>
        </p:nvSpPr>
        <p:spPr>
          <a:xfrm>
            <a:off x="969380" y="1900342"/>
            <a:ext cx="4419600" cy="4419600"/>
          </a:xfrm>
          <a:prstGeom prst="arc">
            <a:avLst>
              <a:gd name="adj1" fmla="val 13551199"/>
              <a:gd name="adj2" fmla="val 16008639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" name="Arc 61">
            <a:extLst>
              <a:ext uri="{FF2B5EF4-FFF2-40B4-BE49-F238E27FC236}">
                <a16:creationId xmlns="" xmlns:a16="http://schemas.microsoft.com/office/drawing/2014/main" id="{86B9A015-28EB-4843-AAD0-07EB553703BE}"/>
              </a:ext>
            </a:extLst>
          </p:cNvPr>
          <p:cNvSpPr/>
          <p:nvPr/>
        </p:nvSpPr>
        <p:spPr>
          <a:xfrm>
            <a:off x="1493255" y="2433742"/>
            <a:ext cx="3429000" cy="3352800"/>
          </a:xfrm>
          <a:prstGeom prst="arc">
            <a:avLst>
              <a:gd name="adj1" fmla="val 18943410"/>
              <a:gd name="adj2" fmla="val 527946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3" name="Arc 62">
            <a:extLst>
              <a:ext uri="{FF2B5EF4-FFF2-40B4-BE49-F238E27FC236}">
                <a16:creationId xmlns="" xmlns:a16="http://schemas.microsoft.com/office/drawing/2014/main" id="{AC734E8A-C049-4F0B-8508-AD6CA148E30B}"/>
              </a:ext>
            </a:extLst>
          </p:cNvPr>
          <p:cNvSpPr/>
          <p:nvPr/>
        </p:nvSpPr>
        <p:spPr>
          <a:xfrm>
            <a:off x="1493255" y="2438505"/>
            <a:ext cx="3429000" cy="3352800"/>
          </a:xfrm>
          <a:prstGeom prst="arc">
            <a:avLst>
              <a:gd name="adj1" fmla="val 824753"/>
              <a:gd name="adj2" fmla="val 1943522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4" name="Arc 63">
            <a:extLst>
              <a:ext uri="{FF2B5EF4-FFF2-40B4-BE49-F238E27FC236}">
                <a16:creationId xmlns="" xmlns:a16="http://schemas.microsoft.com/office/drawing/2014/main" id="{EA597DBC-E95D-403E-BED6-B77BEA5CB820}"/>
              </a:ext>
            </a:extLst>
          </p:cNvPr>
          <p:cNvSpPr/>
          <p:nvPr/>
        </p:nvSpPr>
        <p:spPr>
          <a:xfrm>
            <a:off x="1488493" y="2448030"/>
            <a:ext cx="3429000" cy="3352800"/>
          </a:xfrm>
          <a:prstGeom prst="arc">
            <a:avLst>
              <a:gd name="adj1" fmla="val 2176547"/>
              <a:gd name="adj2" fmla="val 3804466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="" xmlns:a16="http://schemas.microsoft.com/office/drawing/2014/main" id="{1A36A0B8-37EB-4989-8BE5-1FB0A70A1B47}"/>
              </a:ext>
            </a:extLst>
          </p:cNvPr>
          <p:cNvSpPr/>
          <p:nvPr/>
        </p:nvSpPr>
        <p:spPr>
          <a:xfrm>
            <a:off x="1493255" y="2454380"/>
            <a:ext cx="3429000" cy="3352800"/>
          </a:xfrm>
          <a:prstGeom prst="arc">
            <a:avLst>
              <a:gd name="adj1" fmla="val 4213752"/>
              <a:gd name="adj2" fmla="val 6785883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="" xmlns:a16="http://schemas.microsoft.com/office/drawing/2014/main" id="{A1675972-8B3C-4986-8FE6-EB7CC3D2BECF}"/>
              </a:ext>
            </a:extLst>
          </p:cNvPr>
          <p:cNvSpPr/>
          <p:nvPr/>
        </p:nvSpPr>
        <p:spPr>
          <a:xfrm>
            <a:off x="1493255" y="2454380"/>
            <a:ext cx="3429000" cy="3352800"/>
          </a:xfrm>
          <a:prstGeom prst="arc">
            <a:avLst>
              <a:gd name="adj1" fmla="val 7014463"/>
              <a:gd name="adj2" fmla="val 7825093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7" name="Arc 66">
            <a:extLst>
              <a:ext uri="{FF2B5EF4-FFF2-40B4-BE49-F238E27FC236}">
                <a16:creationId xmlns="" xmlns:a16="http://schemas.microsoft.com/office/drawing/2014/main" id="{B3BDCE25-E19E-4A18-8BA8-B3A4AD4360F3}"/>
              </a:ext>
            </a:extLst>
          </p:cNvPr>
          <p:cNvSpPr/>
          <p:nvPr/>
        </p:nvSpPr>
        <p:spPr>
          <a:xfrm>
            <a:off x="1493255" y="2454380"/>
            <a:ext cx="3429000" cy="3352800"/>
          </a:xfrm>
          <a:prstGeom prst="arc">
            <a:avLst>
              <a:gd name="adj1" fmla="val 8128828"/>
              <a:gd name="adj2" fmla="val 8629056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8" name="Arc 67">
            <a:extLst>
              <a:ext uri="{FF2B5EF4-FFF2-40B4-BE49-F238E27FC236}">
                <a16:creationId xmlns="" xmlns:a16="http://schemas.microsoft.com/office/drawing/2014/main" id="{54F88B15-B454-46B5-8499-31F3A79E084D}"/>
              </a:ext>
            </a:extLst>
          </p:cNvPr>
          <p:cNvSpPr/>
          <p:nvPr/>
        </p:nvSpPr>
        <p:spPr>
          <a:xfrm>
            <a:off x="1482143" y="2454380"/>
            <a:ext cx="3429000" cy="3352800"/>
          </a:xfrm>
          <a:prstGeom prst="arc">
            <a:avLst>
              <a:gd name="adj1" fmla="val 8909033"/>
              <a:gd name="adj2" fmla="val 13522813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CA792316-59DC-42DF-A274-492C7733FCB9}"/>
              </a:ext>
            </a:extLst>
          </p:cNvPr>
          <p:cNvCxnSpPr>
            <a:stCxn id="43" idx="0"/>
            <a:endCxn id="44" idx="2"/>
          </p:cNvCxnSpPr>
          <p:nvPr/>
        </p:nvCxnSpPr>
        <p:spPr>
          <a:xfrm flipH="1">
            <a:off x="3449055" y="1970192"/>
            <a:ext cx="279400" cy="48260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="" xmlns:a16="http://schemas.microsoft.com/office/drawing/2014/main" id="{B18293F1-B164-4C96-8B8B-4E633DD406E1}"/>
              </a:ext>
            </a:extLst>
          </p:cNvPr>
          <p:cNvCxnSpPr>
            <a:stCxn id="53" idx="0"/>
            <a:endCxn id="54" idx="2"/>
          </p:cNvCxnSpPr>
          <p:nvPr/>
        </p:nvCxnSpPr>
        <p:spPr>
          <a:xfrm flipH="1">
            <a:off x="4298368" y="2687743"/>
            <a:ext cx="571500" cy="138113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01B55108-1F5D-45BB-807C-0A58322E547E}"/>
              </a:ext>
            </a:extLst>
          </p:cNvPr>
          <p:cNvCxnSpPr>
            <a:stCxn id="55" idx="0"/>
            <a:endCxn id="62" idx="2"/>
          </p:cNvCxnSpPr>
          <p:nvPr/>
        </p:nvCxnSpPr>
        <p:spPr>
          <a:xfrm flipH="1" flipV="1">
            <a:off x="4900031" y="4372081"/>
            <a:ext cx="436563" cy="219075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="" xmlns:a16="http://schemas.microsoft.com/office/drawing/2014/main" id="{260AEE6F-A3C0-4CA1-8A7B-FFECD092810C}"/>
              </a:ext>
            </a:extLst>
          </p:cNvPr>
          <p:cNvCxnSpPr>
            <a:endCxn id="63" idx="2"/>
          </p:cNvCxnSpPr>
          <p:nvPr/>
        </p:nvCxnSpPr>
        <p:spPr>
          <a:xfrm flipH="1" flipV="1">
            <a:off x="4646030" y="5026130"/>
            <a:ext cx="361950" cy="379412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="" xmlns:a16="http://schemas.microsoft.com/office/drawing/2014/main" id="{F73E04E9-3D1A-47E9-8D86-7AA7C004D3AC}"/>
              </a:ext>
            </a:extLst>
          </p:cNvPr>
          <p:cNvCxnSpPr>
            <a:stCxn id="57" idx="0"/>
            <a:endCxn id="64" idx="2"/>
          </p:cNvCxnSpPr>
          <p:nvPr/>
        </p:nvCxnSpPr>
        <p:spPr>
          <a:xfrm flipH="1" flipV="1">
            <a:off x="3957055" y="5630968"/>
            <a:ext cx="26988" cy="536575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="" xmlns:a16="http://schemas.microsoft.com/office/drawing/2014/main" id="{004A7533-7162-4CB2-A54B-05D38E6A728E}"/>
              </a:ext>
            </a:extLst>
          </p:cNvPr>
          <p:cNvCxnSpPr>
            <a:stCxn id="58" idx="0"/>
            <a:endCxn id="65" idx="2"/>
          </p:cNvCxnSpPr>
          <p:nvPr/>
        </p:nvCxnSpPr>
        <p:spPr>
          <a:xfrm flipV="1">
            <a:off x="2282243" y="5678592"/>
            <a:ext cx="265112" cy="45085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="" xmlns:a16="http://schemas.microsoft.com/office/drawing/2014/main" id="{FA5A54CB-8B47-4BFC-9962-57E910370608}"/>
              </a:ext>
            </a:extLst>
          </p:cNvPr>
          <p:cNvCxnSpPr>
            <a:stCxn id="60" idx="0"/>
            <a:endCxn id="67" idx="2"/>
          </p:cNvCxnSpPr>
          <p:nvPr/>
        </p:nvCxnSpPr>
        <p:spPr>
          <a:xfrm flipV="1">
            <a:off x="1247194" y="5134080"/>
            <a:ext cx="587375" cy="49212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="" xmlns:a16="http://schemas.microsoft.com/office/drawing/2014/main" id="{820902C5-71E5-4341-B0A0-948E44FF6EB4}"/>
              </a:ext>
            </a:extLst>
          </p:cNvPr>
          <p:cNvCxnSpPr>
            <a:stCxn id="68" idx="2"/>
            <a:endCxn id="61" idx="0"/>
          </p:cNvCxnSpPr>
          <p:nvPr/>
        </p:nvCxnSpPr>
        <p:spPr>
          <a:xfrm flipH="1" flipV="1">
            <a:off x="1639306" y="2524230"/>
            <a:ext cx="366713" cy="40005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="" xmlns:a16="http://schemas.microsoft.com/office/drawing/2014/main" id="{CA9095F9-253A-421F-8AD0-8AEAF6E009BE}"/>
              </a:ext>
            </a:extLst>
          </p:cNvPr>
          <p:cNvCxnSpPr>
            <a:stCxn id="59" idx="0"/>
            <a:endCxn id="66" idx="2"/>
          </p:cNvCxnSpPr>
          <p:nvPr/>
        </p:nvCxnSpPr>
        <p:spPr>
          <a:xfrm flipV="1">
            <a:off x="1567869" y="5418242"/>
            <a:ext cx="541337" cy="20320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="" xmlns:a16="http://schemas.microsoft.com/office/drawing/2014/main" id="{BA0B8891-652A-437C-8A3A-2F59826067AD}"/>
              </a:ext>
            </a:extLst>
          </p:cNvPr>
          <p:cNvSpPr/>
          <p:nvPr/>
        </p:nvSpPr>
        <p:spPr>
          <a:xfrm>
            <a:off x="3652255" y="1897168"/>
            <a:ext cx="609600" cy="231775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b="1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="" xmlns:a16="http://schemas.microsoft.com/office/drawing/2014/main" id="{DA24A7D7-DD1B-42EF-88DC-4534D95F52E3}"/>
              </a:ext>
            </a:extLst>
          </p:cNvPr>
          <p:cNvSpPr/>
          <p:nvPr/>
        </p:nvSpPr>
        <p:spPr>
          <a:xfrm>
            <a:off x="5668443" y="4727680"/>
            <a:ext cx="5375212" cy="1035050"/>
          </a:xfrm>
          <a:prstGeom prst="rect">
            <a:avLst/>
          </a:prstGeom>
          <a:solidFill>
            <a:srgbClr val="1D3064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b="1" dirty="0">
                <a:solidFill>
                  <a:schemeClr val="bg1"/>
                </a:solidFill>
              </a:rPr>
              <a:t>Solution is not scalable:</a:t>
            </a:r>
          </a:p>
          <a:p>
            <a:pPr marL="111125" indent="-111125" eaLnBrk="1" hangingPunct="1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As the network grows, forwarding delays increase</a:t>
            </a:r>
          </a:p>
          <a:p>
            <a:pPr marL="290513" lvl="1" indent="-111125" eaLnBrk="1" hangingPunct="1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Key resolution has a time complexity of </a:t>
            </a:r>
            <a:r>
              <a:rPr lang="en-US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O(n)</a:t>
            </a:r>
          </a:p>
        </p:txBody>
      </p:sp>
      <p:graphicFrame>
        <p:nvGraphicFramePr>
          <p:cNvPr id="80" name="Diagram 79">
            <a:extLst>
              <a:ext uri="{FF2B5EF4-FFF2-40B4-BE49-F238E27FC236}">
                <a16:creationId xmlns="" xmlns:a16="http://schemas.microsoft.com/office/drawing/2014/main" id="{7921FF48-71E6-4F78-B332-19BE90A7E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4220365"/>
              </p:ext>
            </p:extLst>
          </p:nvPr>
        </p:nvGraphicFramePr>
        <p:xfrm>
          <a:off x="131180" y="205274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581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C -0.0043 -0.01042 -0.01523 -0.02685 -0.02279 -0.03009 C -0.02799 -0.04236 -0.04792 -0.04282 -0.05573 -0.04352 C -0.06185 -0.04421 -0.06784 -0.04445 -0.0737 -0.04491 C -0.09687 -0.05833 -0.0776 -0.04769 -0.1418 -0.04491 C -0.14427 -0.04491 -0.14883 -0.04167 -0.15117 -0.04051 C -0.15299 -0.03958 -0.15677 -0.0375 -0.15677 -0.03727 C -0.15937 -0.03148 -0.1638 -0.0294 -0.16719 -0.02407 C -0.16862 -0.01713 -0.17174 -0.01227 -0.17383 -0.00602 C -0.17487 -0.00255 -0.17552 0.00116 -0.17656 0.0044 C -0.17786 0.00764 -0.17917 0.01042 -0.18047 0.01343 C -0.18099 0.01505 -0.18229 0.01805 -0.18229 0.01829 C -0.18359 0.025 -0.18581 0.03218 -0.18893 0.0375 C -0.19089 0.05185 -0.19049 0.0669 -0.1957 0.0794 C -0.19661 0.09074 -0.19648 0.08634 -0.19648 0.09282 C -0.20547 0.09375 -0.21328 0.09537 -0.22201 0.09745 C -0.23307 0.10278 -0.22422 0.0963 -0.22943 0.10486 C -0.23125 0.10764 -0.23346 0.10949 -0.23516 0.11227 C -0.23555 0.11435 -0.23555 0.11643 -0.2362 0.11829 C -0.23659 0.11991 -0.23763 0.1213 -0.23815 0.12292 C -0.23997 0.13102 -0.2388 0.13866 -0.24388 0.14375 C -0.24857 0.15579 -0.25091 0.16898 -0.25495 0.18102 C -0.25664 0.18565 -0.2569 0.18981 -0.25885 0.19444 C -0.26042 0.20856 -0.26263 0.22268 -0.26536 0.23634 C -0.26641 0.24699 -0.26758 0.24722 -0.26927 0.25602 C -0.2694 0.275 -0.27018 0.29398 -0.27018 0.31296 C -0.27018 0.32361 -0.27461 0.37546 -0.26536 0.39676 C -0.26354 0.40602 -0.26198 0.40718 -0.25885 0.41481 C -0.25677 0.42523 -0.25521 0.43518 -0.25039 0.44329 C -0.25 0.44514 -0.24714 0.45579 -0.24661 0.45671 C -0.24583 0.45787 -0.24466 0.45764 -0.24388 0.4581 C -0.23984 0.46435 -0.23776 0.46412 -0.23242 0.46412 L -0.23815 0.46412 C -0.24036 0.46458 -0.24258 0.46458 -0.24466 0.46574 C -0.24844 0.46759 -0.24687 0.46898 -0.24844 0.47315 C -0.25104 0.48032 -0.25365 0.4868 -0.25612 0.49421 C -0.25781 0.50555 -0.25964 0.5162 -0.25495 0.52685 C -0.25482 0.52824 -0.25482 0.53032 -0.25417 0.53125 C -0.25143 0.53449 -0.24779 0.53495 -0.24466 0.53727 C -0.23958 0.5368 -0.23437 0.53704 -0.22943 0.53588 C -0.22695 0.53518 -0.22539 0.53079 -0.22292 0.52986 C -0.21979 0.5287 -0.21667 0.5287 -0.21341 0.52824 C -0.20964 0.5243 -0.21068 0.52708 -0.21068 0.51944 " pathEditMode="relative" rAng="0" ptsTypes="AAAAAAAAAAAAAAAAAAAAAAAAAAAAAAAAAAAAAAAAAAA">
                                      <p:cBhvr>
                                        <p:cTn id="92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68" y="2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2" grpId="0"/>
      <p:bldP spid="78" grpId="0" animBg="1"/>
      <p:bldP spid="78" grpId="1" animBg="1"/>
      <p:bldP spid="79" grpId="0" animBg="1"/>
      <p:bldGraphic spid="80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Resolution in Chord</a:t>
            </a:r>
          </a:p>
        </p:txBody>
      </p:sp>
      <p:graphicFrame>
        <p:nvGraphicFramePr>
          <p:cNvPr id="81" name="Content Placeholder 3">
            <a:extLst>
              <a:ext uri="{FF2B5EF4-FFF2-40B4-BE49-F238E27FC236}">
                <a16:creationId xmlns="" xmlns:a16="http://schemas.microsoft.com/office/drawing/2014/main" id="{F9326B12-21C4-4A97-810A-AA3268440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887193"/>
              </p:ext>
            </p:extLst>
          </p:nvPr>
        </p:nvGraphicFramePr>
        <p:xfrm>
          <a:off x="3048000" y="8135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2" name="Diagram 81">
            <a:extLst>
              <a:ext uri="{FF2B5EF4-FFF2-40B4-BE49-F238E27FC236}">
                <a16:creationId xmlns="" xmlns:a16="http://schemas.microsoft.com/office/drawing/2014/main" id="{B77013DB-AAF9-487B-BCC0-DAF321AAA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7164047"/>
              </p:ext>
            </p:extLst>
          </p:nvPr>
        </p:nvGraphicFramePr>
        <p:xfrm>
          <a:off x="304800" y="1956549"/>
          <a:ext cx="5410200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3" name="TextBox 82">
            <a:extLst>
              <a:ext uri="{FF2B5EF4-FFF2-40B4-BE49-F238E27FC236}">
                <a16:creationId xmlns="" xmlns:a16="http://schemas.microsoft.com/office/drawing/2014/main" id="{36A69B47-C2C0-45FB-9398-C8ABA119AD31}"/>
              </a:ext>
            </a:extLst>
          </p:cNvPr>
          <p:cNvSpPr txBox="1"/>
          <p:nvPr/>
        </p:nvSpPr>
        <p:spPr>
          <a:xfrm>
            <a:off x="5788446" y="844895"/>
            <a:ext cx="633631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cs typeface="Arial" charset="0"/>
              </a:rPr>
              <a:t>Chord improves key resolution by reducing the time complexity to </a:t>
            </a:r>
            <a:r>
              <a:rPr lang="en-US" sz="2000" dirty="0">
                <a:cs typeface="Courier New" pitchFamily="49" charset="0"/>
              </a:rPr>
              <a:t>O(log n)</a:t>
            </a:r>
          </a:p>
          <a:p>
            <a:pPr marL="342900" indent="-342900" eaLnBrk="1" hangingPunct="1">
              <a:buFont typeface="+mj-lt"/>
              <a:buAutoNum type="arabicPeriod"/>
              <a:defRPr/>
            </a:pPr>
            <a:r>
              <a:rPr lang="en-US" sz="2000" dirty="0">
                <a:cs typeface="Arial" charset="0"/>
              </a:rPr>
              <a:t>All nodes are arranged in a logical ring according to their </a:t>
            </a:r>
            <a:r>
              <a:rPr lang="en-US" sz="2000" dirty="0" smtClean="0">
                <a:cs typeface="Arial" charset="0"/>
              </a:rPr>
              <a:t>IDs</a:t>
            </a:r>
            <a:endParaRPr lang="en-US" sz="2000" dirty="0">
              <a:cs typeface="Arial" charset="0"/>
            </a:endParaRPr>
          </a:p>
          <a:p>
            <a:pPr marL="342900" indent="-342900" eaLnBrk="1" hangingPunct="1">
              <a:buFont typeface="+mj-lt"/>
              <a:buAutoNum type="arabicPeriod"/>
              <a:defRPr/>
            </a:pPr>
            <a:r>
              <a:rPr lang="en-US" sz="2000" dirty="0">
                <a:cs typeface="Arial" charset="0"/>
              </a:rPr>
              <a:t>Each node ‘</a:t>
            </a:r>
            <a:r>
              <a:rPr lang="en-US" sz="2000" dirty="0">
                <a:cs typeface="Courier New" pitchFamily="49" charset="0"/>
              </a:rPr>
              <a:t>p</a:t>
            </a:r>
            <a:r>
              <a:rPr lang="en-US" sz="2000" dirty="0">
                <a:cs typeface="Arial" charset="0"/>
              </a:rPr>
              <a:t>’ keeps a table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Arial" charset="0"/>
              </a:rPr>
              <a:t> of at-most </a:t>
            </a:r>
            <a:r>
              <a:rPr lang="en-US" sz="2000" i="1" dirty="0">
                <a:cs typeface="Arial" charset="0"/>
              </a:rPr>
              <a:t>m</a:t>
            </a:r>
            <a:r>
              <a:rPr lang="en-US" sz="2000" dirty="0">
                <a:cs typeface="Arial" charset="0"/>
              </a:rPr>
              <a:t> entries. This table is called Finger Table</a:t>
            </a:r>
          </a:p>
          <a:p>
            <a:pPr lvl="1" eaLnBrk="1" hangingPunct="1">
              <a:defRPr/>
            </a:pPr>
            <a:r>
              <a:rPr lang="en-US" sz="2000" dirty="0">
                <a:cs typeface="Arial" charset="0"/>
              </a:rPr>
              <a:t>     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</a:t>
            </a:r>
            <a:r>
              <a:rPr lang="en-US" sz="2000" dirty="0" err="1">
                <a:cs typeface="Courier New" pitchFamily="49" charset="0"/>
              </a:rPr>
              <a:t>i</a:t>
            </a:r>
            <a:r>
              <a:rPr lang="en-US" sz="2000" dirty="0">
                <a:cs typeface="Courier New" pitchFamily="49" charset="0"/>
              </a:rPr>
              <a:t>] = </a:t>
            </a:r>
            <a:r>
              <a:rPr lang="en-US" sz="2000" dirty="0" err="1">
                <a:cs typeface="Courier New" pitchFamily="49" charset="0"/>
              </a:rPr>
              <a:t>succ</a:t>
            </a:r>
            <a:r>
              <a:rPr lang="en-US" sz="2000" dirty="0">
                <a:cs typeface="Courier New" pitchFamily="49" charset="0"/>
              </a:rPr>
              <a:t>(p + 2</a:t>
            </a:r>
            <a:r>
              <a:rPr lang="en-US" sz="2000" baseline="40000" dirty="0">
                <a:cs typeface="Courier New" pitchFamily="49" charset="0"/>
              </a:rPr>
              <a:t>(i-1)</a:t>
            </a:r>
            <a:r>
              <a:rPr lang="en-US" sz="2000" dirty="0">
                <a:cs typeface="Courier New" pitchFamily="49" charset="0"/>
              </a:rPr>
              <a:t>)</a:t>
            </a:r>
          </a:p>
          <a:p>
            <a:pPr lvl="1" eaLnBrk="1" hangingPunct="1">
              <a:defRPr/>
            </a:pPr>
            <a:endParaRPr lang="en-US" sz="2000" dirty="0">
              <a:cs typeface="Courier New" pitchFamily="49" charset="0"/>
            </a:endParaRPr>
          </a:p>
          <a:p>
            <a:pPr lvl="1" eaLnBrk="1" hangingPunct="1">
              <a:defRPr/>
            </a:pPr>
            <a:r>
              <a:rPr lang="en-US" sz="2000" dirty="0">
                <a:cs typeface="Arial" charset="0"/>
              </a:rPr>
              <a:t>NOTE: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</a:t>
            </a:r>
            <a:r>
              <a:rPr lang="en-US" sz="2000" dirty="0" err="1">
                <a:cs typeface="Courier New" pitchFamily="49" charset="0"/>
              </a:rPr>
              <a:t>i</a:t>
            </a:r>
            <a:r>
              <a:rPr lang="en-US" sz="2000" dirty="0">
                <a:cs typeface="Courier New" pitchFamily="49" charset="0"/>
              </a:rPr>
              <a:t>]</a:t>
            </a:r>
            <a:r>
              <a:rPr lang="en-US" sz="2000" dirty="0">
                <a:cs typeface="Arial" charset="0"/>
              </a:rPr>
              <a:t> increases exponentially</a:t>
            </a:r>
          </a:p>
          <a:p>
            <a:pPr lvl="1" eaLnBrk="1" hangingPunct="1">
              <a:defRPr/>
            </a:pPr>
            <a:r>
              <a:rPr lang="en-US" sz="2000" dirty="0">
                <a:cs typeface="Arial" charset="0"/>
              </a:rPr>
              <a:t>	</a:t>
            </a:r>
          </a:p>
          <a:p>
            <a:pPr marL="342900" indent="-342900" eaLnBrk="1" hangingPunct="1">
              <a:buFont typeface="+mj-lt"/>
              <a:buAutoNum type="arabicPeriod"/>
              <a:defRPr/>
            </a:pPr>
            <a:r>
              <a:rPr lang="en-US" sz="2000" dirty="0">
                <a:cs typeface="Arial" charset="0"/>
              </a:rPr>
              <a:t>If node </a:t>
            </a:r>
            <a:r>
              <a:rPr lang="en-US" sz="2000" dirty="0" smtClean="0">
                <a:cs typeface="Arial" charset="0"/>
              </a:rPr>
              <a:t>‘</a:t>
            </a:r>
            <a:r>
              <a:rPr lang="en-US" sz="2000" dirty="0">
                <a:cs typeface="Courier New" pitchFamily="49" charset="0"/>
              </a:rPr>
              <a:t>p</a:t>
            </a:r>
            <a:r>
              <a:rPr lang="en-US" sz="2000" dirty="0" smtClean="0">
                <a:cs typeface="Arial" charset="0"/>
              </a:rPr>
              <a:t>’ </a:t>
            </a:r>
            <a:r>
              <a:rPr lang="en-US" sz="2000" dirty="0">
                <a:cs typeface="Arial" charset="0"/>
              </a:rPr>
              <a:t>receives a request to resolve key ‘</a:t>
            </a:r>
            <a:r>
              <a:rPr lang="en-US" sz="2000" dirty="0">
                <a:cs typeface="Courier New" pitchFamily="49" charset="0"/>
              </a:rPr>
              <a:t>k</a:t>
            </a:r>
            <a:r>
              <a:rPr lang="en-US" sz="2000" dirty="0">
                <a:cs typeface="Arial" charset="0"/>
              </a:rPr>
              <a:t>’:</a:t>
            </a:r>
          </a:p>
          <a:p>
            <a:pPr marL="512763" lvl="1" indent="-173038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cs typeface="Arial" charset="0"/>
              </a:rPr>
              <a:t>Node p will forward it to node q with index j in F</a:t>
            </a:r>
            <a:r>
              <a:rPr lang="en-US" sz="2000" baseline="-25000" dirty="0">
                <a:cs typeface="Arial" charset="0"/>
              </a:rPr>
              <a:t>p</a:t>
            </a:r>
            <a:r>
              <a:rPr lang="en-US" sz="2000" dirty="0">
                <a:cs typeface="Arial" charset="0"/>
              </a:rPr>
              <a:t> where</a:t>
            </a:r>
          </a:p>
          <a:p>
            <a:pPr marL="339725" lvl="1" eaLnBrk="1" hangingPunct="1">
              <a:defRPr/>
            </a:pPr>
            <a:r>
              <a:rPr lang="en-US" sz="2000" dirty="0">
                <a:cs typeface="Courier New" pitchFamily="49" charset="0"/>
              </a:rPr>
              <a:t>  q =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[j] &lt;= k &lt;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[j+1</a:t>
            </a:r>
            <a:r>
              <a:rPr lang="en-US" sz="2000" dirty="0" smtClean="0">
                <a:cs typeface="Courier New" pitchFamily="49" charset="0"/>
              </a:rPr>
              <a:t>]</a:t>
            </a:r>
            <a:endParaRPr lang="en-US" sz="2000" dirty="0">
              <a:cs typeface="Arial" charset="0"/>
            </a:endParaRPr>
          </a:p>
          <a:p>
            <a:pPr marL="917575" lvl="2" indent="-163513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cs typeface="Arial" charset="0"/>
              </a:rPr>
              <a:t>If </a:t>
            </a:r>
            <a:r>
              <a:rPr lang="en-US" sz="2000" dirty="0">
                <a:cs typeface="Courier New" pitchFamily="49" charset="0"/>
              </a:rPr>
              <a:t>k &gt;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[m]</a:t>
            </a:r>
            <a:r>
              <a:rPr lang="en-US" sz="2000" dirty="0">
                <a:cs typeface="Arial" charset="0"/>
              </a:rPr>
              <a:t>, then node </a:t>
            </a:r>
            <a:r>
              <a:rPr lang="en-US" sz="2000" dirty="0">
                <a:cs typeface="Courier New" pitchFamily="49" charset="0"/>
              </a:rPr>
              <a:t>p</a:t>
            </a:r>
            <a:r>
              <a:rPr lang="en-US" sz="2000" dirty="0">
                <a:cs typeface="Arial" charset="0"/>
              </a:rPr>
              <a:t> will forward it to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[m]</a:t>
            </a:r>
          </a:p>
          <a:p>
            <a:pPr marL="917575" lvl="2" indent="-163513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cs typeface="Arial" charset="0"/>
              </a:rPr>
              <a:t>If </a:t>
            </a:r>
            <a:r>
              <a:rPr lang="en-US" sz="2000" dirty="0">
                <a:cs typeface="Courier New" pitchFamily="49" charset="0"/>
              </a:rPr>
              <a:t>k &lt;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[1]</a:t>
            </a:r>
            <a:r>
              <a:rPr lang="en-US" sz="2000" dirty="0">
                <a:cs typeface="Arial" charset="0"/>
              </a:rPr>
              <a:t>, then node </a:t>
            </a:r>
            <a:r>
              <a:rPr lang="en-US" sz="2000" dirty="0">
                <a:cs typeface="Courier New" pitchFamily="49" charset="0"/>
              </a:rPr>
              <a:t>p</a:t>
            </a:r>
            <a:r>
              <a:rPr lang="en-US" sz="2000" dirty="0">
                <a:cs typeface="Arial" charset="0"/>
              </a:rPr>
              <a:t> will forward it to </a:t>
            </a:r>
            <a:r>
              <a:rPr lang="en-US" sz="2000" dirty="0" err="1">
                <a:cs typeface="Courier New" pitchFamily="49" charset="0"/>
              </a:rPr>
              <a:t>FT</a:t>
            </a:r>
            <a:r>
              <a:rPr lang="en-US" sz="2000" baseline="-25000" dirty="0" err="1">
                <a:cs typeface="Courier New" pitchFamily="49" charset="0"/>
              </a:rPr>
              <a:t>p</a:t>
            </a:r>
            <a:r>
              <a:rPr lang="en-US" sz="2000" dirty="0">
                <a:cs typeface="Courier New" pitchFamily="49" charset="0"/>
              </a:rPr>
              <a:t>[1]</a:t>
            </a:r>
          </a:p>
          <a:p>
            <a:pPr marL="339725" lvl="1" eaLnBrk="1" hangingPunct="1">
              <a:defRPr/>
            </a:pPr>
            <a:endParaRPr lang="en-US" sz="1600" dirty="0">
              <a:latin typeface="Arial" charset="0"/>
              <a:cs typeface="Arial" charset="0"/>
            </a:endParaRPr>
          </a:p>
        </p:txBody>
      </p:sp>
      <p:graphicFrame>
        <p:nvGraphicFramePr>
          <p:cNvPr id="84" name="Content Placeholder 3">
            <a:extLst>
              <a:ext uri="{FF2B5EF4-FFF2-40B4-BE49-F238E27FC236}">
                <a16:creationId xmlns="" xmlns:a16="http://schemas.microsoft.com/office/drawing/2014/main" id="{7137BF75-1D1C-4689-AD75-B88F2D0DAE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0249239"/>
              </p:ext>
            </p:extLst>
          </p:nvPr>
        </p:nvGraphicFramePr>
        <p:xfrm>
          <a:off x="4343400" y="1532687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" name="Content Placeholder 3">
            <a:extLst>
              <a:ext uri="{FF2B5EF4-FFF2-40B4-BE49-F238E27FC236}">
                <a16:creationId xmlns="" xmlns:a16="http://schemas.microsoft.com/office/drawing/2014/main" id="{3810879F-66B5-468F-97B8-318A68B034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8952063"/>
              </p:ext>
            </p:extLst>
          </p:nvPr>
        </p:nvGraphicFramePr>
        <p:xfrm>
          <a:off x="4876800" y="34043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" name="Content Placeholder 3">
            <a:extLst>
              <a:ext uri="{FF2B5EF4-FFF2-40B4-BE49-F238E27FC236}">
                <a16:creationId xmlns="" xmlns:a16="http://schemas.microsoft.com/office/drawing/2014/main" id="{BD4E60B3-02C5-44E4-A31C-5201EDB3D4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244019"/>
              </p:ext>
            </p:extLst>
          </p:nvPr>
        </p:nvGraphicFramePr>
        <p:xfrm>
          <a:off x="4572000" y="46997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7" name="Content Placeholder 3">
            <a:extLst>
              <a:ext uri="{FF2B5EF4-FFF2-40B4-BE49-F238E27FC236}">
                <a16:creationId xmlns="" xmlns:a16="http://schemas.microsoft.com/office/drawing/2014/main" id="{2FAFC260-E8F0-4854-BBDD-CDFDE7BE98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6274948"/>
              </p:ext>
            </p:extLst>
          </p:nvPr>
        </p:nvGraphicFramePr>
        <p:xfrm>
          <a:off x="3810000" y="53093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8" name="Content Placeholder 3">
            <a:extLst>
              <a:ext uri="{FF2B5EF4-FFF2-40B4-BE49-F238E27FC236}">
                <a16:creationId xmlns="" xmlns:a16="http://schemas.microsoft.com/office/drawing/2014/main" id="{C52300FD-FAC6-49E9-9191-A1D602BB2E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384494"/>
              </p:ext>
            </p:extLst>
          </p:nvPr>
        </p:nvGraphicFramePr>
        <p:xfrm>
          <a:off x="1905000" y="53855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9" name="Content Placeholder 3">
            <a:extLst>
              <a:ext uri="{FF2B5EF4-FFF2-40B4-BE49-F238E27FC236}">
                <a16:creationId xmlns="" xmlns:a16="http://schemas.microsoft.com/office/drawing/2014/main" id="{A20F559E-3902-4246-83CD-9496A02FB1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2978094"/>
              </p:ext>
            </p:extLst>
          </p:nvPr>
        </p:nvGraphicFramePr>
        <p:xfrm>
          <a:off x="1143000" y="50045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0" name="Content Placeholder 3">
            <a:extLst>
              <a:ext uri="{FF2B5EF4-FFF2-40B4-BE49-F238E27FC236}">
                <a16:creationId xmlns="" xmlns:a16="http://schemas.microsoft.com/office/drawing/2014/main" id="{514BF125-E2DE-49F5-B7C6-53D386E75F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500293"/>
              </p:ext>
            </p:extLst>
          </p:nvPr>
        </p:nvGraphicFramePr>
        <p:xfrm>
          <a:off x="609600" y="35567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1" name="Content Placeholder 3">
            <a:extLst>
              <a:ext uri="{FF2B5EF4-FFF2-40B4-BE49-F238E27FC236}">
                <a16:creationId xmlns="" xmlns:a16="http://schemas.microsoft.com/office/drawing/2014/main" id="{02A2D4D0-70C7-4760-8EF9-58633C6B89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0519455"/>
              </p:ext>
            </p:extLst>
          </p:nvPr>
        </p:nvGraphicFramePr>
        <p:xfrm>
          <a:off x="1066800" y="1423149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2" name="Straight Arrow Connector 91">
            <a:extLst>
              <a:ext uri="{FF2B5EF4-FFF2-40B4-BE49-F238E27FC236}">
                <a16:creationId xmlns="" xmlns:a16="http://schemas.microsoft.com/office/drawing/2014/main" id="{850CB45A-59D0-4174-8286-15B10563A76A}"/>
              </a:ext>
            </a:extLst>
          </p:cNvPr>
          <p:cNvCxnSpPr>
            <a:endCxn id="81" idx="2"/>
          </p:cNvCxnSpPr>
          <p:nvPr/>
        </p:nvCxnSpPr>
        <p:spPr>
          <a:xfrm flipV="1">
            <a:off x="3276600" y="1804149"/>
            <a:ext cx="76200" cy="1524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="" xmlns:a16="http://schemas.microsoft.com/office/drawing/2014/main" id="{CCE35CF9-3AB2-4105-A41D-6C0BD826A2C4}"/>
              </a:ext>
            </a:extLst>
          </p:cNvPr>
          <p:cNvCxnSpPr>
            <a:endCxn id="84" idx="1"/>
          </p:cNvCxnSpPr>
          <p:nvPr/>
        </p:nvCxnSpPr>
        <p:spPr>
          <a:xfrm flipV="1">
            <a:off x="4191000" y="2027987"/>
            <a:ext cx="152400" cy="385762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="" xmlns:a16="http://schemas.microsoft.com/office/drawing/2014/main" id="{BE1EDD5C-84AF-40A4-83DB-66843F538547}"/>
              </a:ext>
            </a:extLst>
          </p:cNvPr>
          <p:cNvCxnSpPr>
            <a:endCxn id="85" idx="1"/>
          </p:cNvCxnSpPr>
          <p:nvPr/>
        </p:nvCxnSpPr>
        <p:spPr>
          <a:xfrm flipV="1">
            <a:off x="4724400" y="3899649"/>
            <a:ext cx="152400" cy="1143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="" xmlns:a16="http://schemas.microsoft.com/office/drawing/2014/main" id="{AF46B93C-A762-4FA0-AF9C-A489DC08CAD8}"/>
              </a:ext>
            </a:extLst>
          </p:cNvPr>
          <p:cNvCxnSpPr>
            <a:endCxn id="86" idx="0"/>
          </p:cNvCxnSpPr>
          <p:nvPr/>
        </p:nvCxnSpPr>
        <p:spPr>
          <a:xfrm>
            <a:off x="4495800" y="4623549"/>
            <a:ext cx="381000" cy="762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="" xmlns:a16="http://schemas.microsoft.com/office/drawing/2014/main" id="{DEE79FEE-B2D2-4677-ACE3-00C10E534B4C}"/>
              </a:ext>
            </a:extLst>
          </p:cNvPr>
          <p:cNvCxnSpPr>
            <a:endCxn id="87" idx="1"/>
          </p:cNvCxnSpPr>
          <p:nvPr/>
        </p:nvCxnSpPr>
        <p:spPr>
          <a:xfrm>
            <a:off x="3619500" y="5309349"/>
            <a:ext cx="190500" cy="4953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="" xmlns:a16="http://schemas.microsoft.com/office/drawing/2014/main" id="{8700FCB6-2378-4DAE-B25A-51ABA7A91F3B}"/>
              </a:ext>
            </a:extLst>
          </p:cNvPr>
          <p:cNvCxnSpPr/>
          <p:nvPr/>
        </p:nvCxnSpPr>
        <p:spPr>
          <a:xfrm flipV="1">
            <a:off x="1981200" y="5233149"/>
            <a:ext cx="228600" cy="1524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="" xmlns:a16="http://schemas.microsoft.com/office/drawing/2014/main" id="{184C1FEB-740C-48C5-802A-94B90AA1A40E}"/>
              </a:ext>
            </a:extLst>
          </p:cNvPr>
          <p:cNvCxnSpPr>
            <a:stCxn id="89" idx="0"/>
          </p:cNvCxnSpPr>
          <p:nvPr/>
        </p:nvCxnSpPr>
        <p:spPr>
          <a:xfrm flipV="1">
            <a:off x="1447800" y="4852149"/>
            <a:ext cx="228600" cy="1524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="" xmlns:a16="http://schemas.microsoft.com/office/drawing/2014/main" id="{6B065B9F-A2DE-4226-A129-12A4D145CBF1}"/>
              </a:ext>
            </a:extLst>
          </p:cNvPr>
          <p:cNvCxnSpPr/>
          <p:nvPr/>
        </p:nvCxnSpPr>
        <p:spPr>
          <a:xfrm>
            <a:off x="1219200" y="4487025"/>
            <a:ext cx="342900" cy="174625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="" xmlns:a16="http://schemas.microsoft.com/office/drawing/2014/main" id="{64F4D702-8739-46A1-90FB-B26F10FEEC42}"/>
              </a:ext>
            </a:extLst>
          </p:cNvPr>
          <p:cNvCxnSpPr>
            <a:stCxn id="91" idx="3"/>
          </p:cNvCxnSpPr>
          <p:nvPr/>
        </p:nvCxnSpPr>
        <p:spPr>
          <a:xfrm>
            <a:off x="1676400" y="1918449"/>
            <a:ext cx="152400" cy="4953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="" xmlns:a16="http://schemas.microsoft.com/office/drawing/2014/main" id="{6A0E066F-74C2-4CD4-904A-8897ACFBCA39}"/>
              </a:ext>
            </a:extLst>
          </p:cNvPr>
          <p:cNvSpPr txBox="1">
            <a:spLocks noChangeArrowheads="1"/>
          </p:cNvSpPr>
          <p:nvPr/>
        </p:nvSpPr>
        <p:spPr bwMode="auto">
          <a:xfrm rot="20551378">
            <a:off x="4298950" y="1212013"/>
            <a:ext cx="4191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="" xmlns:a16="http://schemas.microsoft.com/office/drawing/2014/main" id="{7BC2787C-C127-40B6-A975-98246D7F2FF6}"/>
              </a:ext>
            </a:extLst>
          </p:cNvPr>
          <p:cNvSpPr txBox="1">
            <a:spLocks noChangeArrowheads="1"/>
          </p:cNvSpPr>
          <p:nvPr/>
        </p:nvSpPr>
        <p:spPr bwMode="auto">
          <a:xfrm rot="20365221">
            <a:off x="4616115" y="1023207"/>
            <a:ext cx="15192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7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Blip>
                <a:blip r:embed="rId7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None/>
            </a:pPr>
            <a:r>
              <a:rPr lang="en-US" altLang="en-US" sz="1100" dirty="0" err="1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succ</a:t>
            </a:r>
            <a:r>
              <a:rPr lang="en-US" altLang="en-US" sz="1100" dirty="0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(p + 2</a:t>
            </a:r>
            <a:r>
              <a:rPr lang="en-US" altLang="en-US" sz="1100" baseline="40000" dirty="0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(i-1)</a:t>
            </a:r>
            <a:r>
              <a:rPr lang="en-US" altLang="en-US" sz="1100" dirty="0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="" xmlns:a16="http://schemas.microsoft.com/office/drawing/2014/main" id="{B6509ECB-8AB5-471B-819E-08A1EC30DE84}"/>
              </a:ext>
            </a:extLst>
          </p:cNvPr>
          <p:cNvCxnSpPr/>
          <p:nvPr/>
        </p:nvCxnSpPr>
        <p:spPr>
          <a:xfrm>
            <a:off x="4114800" y="2642349"/>
            <a:ext cx="381000" cy="12573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="" xmlns:a16="http://schemas.microsoft.com/office/drawing/2014/main" id="{44B28C71-62AA-4D00-AC47-5263E3979A33}"/>
              </a:ext>
            </a:extLst>
          </p:cNvPr>
          <p:cNvCxnSpPr/>
          <p:nvPr/>
        </p:nvCxnSpPr>
        <p:spPr>
          <a:xfrm flipH="1">
            <a:off x="3619500" y="2642349"/>
            <a:ext cx="495300" cy="2362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Right Arrow 104">
            <a:extLst>
              <a:ext uri="{FF2B5EF4-FFF2-40B4-BE49-F238E27FC236}">
                <a16:creationId xmlns="" xmlns:a16="http://schemas.microsoft.com/office/drawing/2014/main" id="{9517F800-464A-4533-ABA9-69C293E46B29}"/>
              </a:ext>
            </a:extLst>
          </p:cNvPr>
          <p:cNvSpPr/>
          <p:nvPr/>
        </p:nvSpPr>
        <p:spPr>
          <a:xfrm rot="10800000">
            <a:off x="4552950" y="2642349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6" name="Right Arrow 105">
            <a:extLst>
              <a:ext uri="{FF2B5EF4-FFF2-40B4-BE49-F238E27FC236}">
                <a16:creationId xmlns="" xmlns:a16="http://schemas.microsoft.com/office/drawing/2014/main" id="{D5470900-1A94-4808-A9D9-E18E0BF3E616}"/>
              </a:ext>
            </a:extLst>
          </p:cNvPr>
          <p:cNvSpPr/>
          <p:nvPr/>
        </p:nvSpPr>
        <p:spPr>
          <a:xfrm rot="10800000">
            <a:off x="4676775" y="2964612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7" name="Right Arrow 106">
            <a:extLst>
              <a:ext uri="{FF2B5EF4-FFF2-40B4-BE49-F238E27FC236}">
                <a16:creationId xmlns="" xmlns:a16="http://schemas.microsoft.com/office/drawing/2014/main" id="{D71A2359-6CC6-43BA-A60D-CD7C47590FB0}"/>
              </a:ext>
            </a:extLst>
          </p:cNvPr>
          <p:cNvSpPr/>
          <p:nvPr/>
        </p:nvSpPr>
        <p:spPr>
          <a:xfrm rot="10800000">
            <a:off x="4800600" y="3655174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8" name="Right Arrow 107">
            <a:extLst>
              <a:ext uri="{FF2B5EF4-FFF2-40B4-BE49-F238E27FC236}">
                <a16:creationId xmlns="" xmlns:a16="http://schemas.microsoft.com/office/drawing/2014/main" id="{7B817FE2-DE46-4DD1-A619-00BF4596832A}"/>
              </a:ext>
            </a:extLst>
          </p:cNvPr>
          <p:cNvSpPr/>
          <p:nvPr/>
        </p:nvSpPr>
        <p:spPr>
          <a:xfrm rot="10800000">
            <a:off x="4306888" y="4777537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9" name="Right Arrow 108">
            <a:extLst>
              <a:ext uri="{FF2B5EF4-FFF2-40B4-BE49-F238E27FC236}">
                <a16:creationId xmlns="" xmlns:a16="http://schemas.microsoft.com/office/drawing/2014/main" id="{7943C038-0901-49D8-92FB-E41B8F41B329}"/>
              </a:ext>
            </a:extLst>
          </p:cNvPr>
          <p:cNvSpPr/>
          <p:nvPr/>
        </p:nvSpPr>
        <p:spPr>
          <a:xfrm rot="10800000">
            <a:off x="1981200" y="4747374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="" xmlns:a16="http://schemas.microsoft.com/office/drawing/2014/main" id="{82F0492F-0A19-4DF4-AC39-FC6F40B978EE}"/>
              </a:ext>
            </a:extLst>
          </p:cNvPr>
          <p:cNvSpPr/>
          <p:nvPr/>
        </p:nvSpPr>
        <p:spPr>
          <a:xfrm>
            <a:off x="2895600" y="2108950"/>
            <a:ext cx="609600" cy="231775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chemeClr val="bg1"/>
                </a:solidFill>
              </a:rPr>
              <a:t>26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="" xmlns:a16="http://schemas.microsoft.com/office/drawing/2014/main" id="{E0FDDB6D-D218-44AA-9FED-2DC57D896D09}"/>
              </a:ext>
            </a:extLst>
          </p:cNvPr>
          <p:cNvCxnSpPr/>
          <p:nvPr/>
        </p:nvCxnSpPr>
        <p:spPr>
          <a:xfrm flipH="1">
            <a:off x="1981200" y="2642349"/>
            <a:ext cx="2133600" cy="2057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33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36479E-6 L -0.08334 0.40504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20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33 0.40509 L -0.09375 0.36088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" y="-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375 0.36088 L -0.15 0.32732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-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 0.32731 L -0.125 0.06083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-13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0" grpId="2" animBg="1"/>
      <p:bldP spid="110" grpId="3" animBg="1"/>
      <p:bldP spid="110" grpId="4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Chord – Join and Leave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578902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 large-scale distributed Systems, nodes dynamically join and leave (voluntarily or due to failures)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If a node p wants to join:</a:t>
            </a:r>
          </a:p>
          <a:p>
            <a:pPr lvl="2"/>
            <a:r>
              <a:rPr lang="en-US" sz="2400" dirty="0"/>
              <a:t>It contacts arbitrary node, looks up for </a:t>
            </a:r>
            <a:r>
              <a:rPr lang="en-US" sz="2400" dirty="0" err="1"/>
              <a:t>succ</a:t>
            </a:r>
            <a:r>
              <a:rPr lang="en-US" sz="2400" dirty="0"/>
              <a:t>(p+1), and inserts itself into the ring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If node p wants to leave:</a:t>
            </a:r>
          </a:p>
          <a:p>
            <a:pPr lvl="2"/>
            <a:r>
              <a:rPr lang="en-US" sz="2400" dirty="0"/>
              <a:t>It contacts </a:t>
            </a:r>
            <a:r>
              <a:rPr lang="en-US" sz="2400" dirty="0" err="1"/>
              <a:t>pred</a:t>
            </a:r>
            <a:r>
              <a:rPr lang="en-US" sz="2400" dirty="0"/>
              <a:t>(p) and </a:t>
            </a:r>
            <a:r>
              <a:rPr lang="en-US" sz="2400" dirty="0" err="1"/>
              <a:t>succ</a:t>
            </a:r>
            <a:r>
              <a:rPr lang="en-US" sz="2400" dirty="0"/>
              <a:t>(p+1) and updates them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="" xmlns:a16="http://schemas.microsoft.com/office/drawing/2014/main" id="{56C0372B-3654-41D2-967E-07BDDE7C54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4766910"/>
              </p:ext>
            </p:extLst>
          </p:nvPr>
        </p:nvGraphicFramePr>
        <p:xfrm>
          <a:off x="6701119" y="1600200"/>
          <a:ext cx="5410200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7">
            <a:extLst>
              <a:ext uri="{FF2B5EF4-FFF2-40B4-BE49-F238E27FC236}">
                <a16:creationId xmlns="" xmlns:a16="http://schemas.microsoft.com/office/drawing/2014/main" id="{0FB63FDB-EB1F-4B9A-B9C4-DA7FEE961AFA}"/>
              </a:ext>
            </a:extLst>
          </p:cNvPr>
          <p:cNvGrpSpPr>
            <a:grpSpLocks/>
          </p:cNvGrpSpPr>
          <p:nvPr/>
        </p:nvGrpSpPr>
        <p:grpSpPr bwMode="auto">
          <a:xfrm>
            <a:off x="9866780" y="3411539"/>
            <a:ext cx="535642" cy="295433"/>
            <a:chOff x="2911628" y="28465"/>
            <a:chExt cx="235965" cy="134610"/>
          </a:xfrm>
          <a:solidFill>
            <a:schemeClr val="accent6"/>
          </a:solidFill>
        </p:grpSpPr>
        <p:sp>
          <p:nvSpPr>
            <p:cNvPr id="6" name="Rounded Rectangle 5">
              <a:extLst>
                <a:ext uri="{FF2B5EF4-FFF2-40B4-BE49-F238E27FC236}">
                  <a16:creationId xmlns="" xmlns:a16="http://schemas.microsoft.com/office/drawing/2014/main" id="{FF6B9765-9142-45C3-AF13-EE21786972BE}"/>
                </a:ext>
              </a:extLst>
            </p:cNvPr>
            <p:cNvSpPr/>
            <p:nvPr/>
          </p:nvSpPr>
          <p:spPr>
            <a:xfrm>
              <a:off x="2911628" y="28465"/>
              <a:ext cx="235965" cy="13461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ounded Rectangle 4">
              <a:extLst>
                <a:ext uri="{FF2B5EF4-FFF2-40B4-BE49-F238E27FC236}">
                  <a16:creationId xmlns="" xmlns:a16="http://schemas.microsoft.com/office/drawing/2014/main" id="{EFC33BF7-C75E-46A9-B12F-6371F50669D8}"/>
                </a:ext>
              </a:extLst>
            </p:cNvPr>
            <p:cNvSpPr/>
            <p:nvPr/>
          </p:nvSpPr>
          <p:spPr>
            <a:xfrm>
              <a:off x="2918005" y="34800"/>
              <a:ext cx="223210" cy="121941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4290" tIns="34290" rIns="34290" bIns="34290" spcCol="1270" anchor="ctr"/>
            <a:lstStyle/>
            <a:p>
              <a:pPr algn="ctr" defTabSz="40005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6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sp>
        <p:nvSpPr>
          <p:cNvPr id="8" name="Rectangular Callout 7">
            <a:extLst>
              <a:ext uri="{FF2B5EF4-FFF2-40B4-BE49-F238E27FC236}">
                <a16:creationId xmlns="" xmlns:a16="http://schemas.microsoft.com/office/drawing/2014/main" id="{69D04F09-3BBD-4C18-932F-C0E4DAFB4881}"/>
              </a:ext>
            </a:extLst>
          </p:cNvPr>
          <p:cNvSpPr/>
          <p:nvPr/>
        </p:nvSpPr>
        <p:spPr>
          <a:xfrm>
            <a:off x="8114179" y="3224215"/>
            <a:ext cx="1392892" cy="692149"/>
          </a:xfrm>
          <a:prstGeom prst="wedgeRectCallout">
            <a:avLst>
              <a:gd name="adj1" fmla="val 26775"/>
              <a:gd name="adj2" fmla="val 41874"/>
            </a:avLst>
          </a:prstGeom>
          <a:solidFill>
            <a:srgbClr val="1D306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/>
                </a:solidFill>
              </a:rPr>
              <a:t>Who is </a:t>
            </a:r>
            <a:r>
              <a:rPr lang="en-US" sz="2000" dirty="0" err="1">
                <a:solidFill>
                  <a:schemeClr val="bg1"/>
                </a:solidFill>
              </a:rPr>
              <a:t>succ</a:t>
            </a:r>
            <a:r>
              <a:rPr lang="en-US" sz="2000" dirty="0">
                <a:solidFill>
                  <a:schemeClr val="bg1"/>
                </a:solidFill>
              </a:rPr>
              <a:t>(2+1) 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09E2AEF3-9EE4-4B77-948F-AF2BE257B4F6}"/>
              </a:ext>
            </a:extLst>
          </p:cNvPr>
          <p:cNvCxnSpPr>
            <a:stCxn id="6" idx="1"/>
          </p:cNvCxnSpPr>
          <p:nvPr/>
        </p:nvCxnSpPr>
        <p:spPr>
          <a:xfrm flipH="1">
            <a:off x="9009530" y="3559256"/>
            <a:ext cx="857250" cy="12413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ular Callout 9">
            <a:extLst>
              <a:ext uri="{FF2B5EF4-FFF2-40B4-BE49-F238E27FC236}">
                <a16:creationId xmlns="" xmlns:a16="http://schemas.microsoft.com/office/drawing/2014/main" id="{F71E6630-7671-4A8C-8539-1F5DB08329EB}"/>
              </a:ext>
            </a:extLst>
          </p:cNvPr>
          <p:cNvSpPr/>
          <p:nvPr/>
        </p:nvSpPr>
        <p:spPr>
          <a:xfrm>
            <a:off x="8485094" y="2330454"/>
            <a:ext cx="1381686" cy="639762"/>
          </a:xfrm>
          <a:prstGeom prst="wedgeRectCallout">
            <a:avLst>
              <a:gd name="adj1" fmla="val 26775"/>
              <a:gd name="adj2" fmla="val 41874"/>
            </a:avLst>
          </a:prstGeom>
          <a:solidFill>
            <a:srgbClr val="1D306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/>
                </a:solidFill>
              </a:rPr>
              <a:t>Node 4 is </a:t>
            </a:r>
            <a:r>
              <a:rPr lang="en-US" sz="2000" dirty="0" err="1">
                <a:solidFill>
                  <a:schemeClr val="bg1"/>
                </a:solidFill>
              </a:rPr>
              <a:t>succ</a:t>
            </a:r>
            <a:r>
              <a:rPr lang="en-US" sz="2000" dirty="0">
                <a:solidFill>
                  <a:schemeClr val="bg1"/>
                </a:solidFill>
              </a:rPr>
              <a:t>(2+1)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F3E9789B-CF61-43E9-9EB3-1E5C1C72017D}"/>
              </a:ext>
            </a:extLst>
          </p:cNvPr>
          <p:cNvCxnSpPr/>
          <p:nvPr/>
        </p:nvCxnSpPr>
        <p:spPr>
          <a:xfrm flipV="1">
            <a:off x="9077794" y="4800601"/>
            <a:ext cx="1017587" cy="666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516DC492-959A-42E0-BDDA-EE63835F9E93}"/>
              </a:ext>
            </a:extLst>
          </p:cNvPr>
          <p:cNvCxnSpPr/>
          <p:nvPr/>
        </p:nvCxnSpPr>
        <p:spPr>
          <a:xfrm flipV="1">
            <a:off x="10336680" y="4262438"/>
            <a:ext cx="501650" cy="5381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54A6993B-8562-4E91-BE53-44B53CAECCB2}"/>
              </a:ext>
            </a:extLst>
          </p:cNvPr>
          <p:cNvCxnSpPr/>
          <p:nvPr/>
        </p:nvCxnSpPr>
        <p:spPr>
          <a:xfrm flipV="1">
            <a:off x="10916118" y="3690939"/>
            <a:ext cx="150812" cy="4603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C426ECAB-1FB4-4F2D-A74B-ACC1C8633AE7}"/>
              </a:ext>
            </a:extLst>
          </p:cNvPr>
          <p:cNvCxnSpPr/>
          <p:nvPr/>
        </p:nvCxnSpPr>
        <p:spPr>
          <a:xfrm flipH="1" flipV="1">
            <a:off x="10762131" y="2209801"/>
            <a:ext cx="358775" cy="13811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90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48148E-6 L 0.01953 -0.24514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-1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Finger Tables – A Better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Each node maintains a finger table containing at most m entries.</a:t>
            </a:r>
          </a:p>
          <a:p>
            <a:pPr>
              <a:lnSpc>
                <a:spcPct val="100000"/>
              </a:lnSpc>
            </a:pPr>
            <a:r>
              <a:rPr lang="en-US" altLang="en-US" dirty="0" smtClean="0"/>
              <a:t>For a </a:t>
            </a:r>
            <a:r>
              <a:rPr lang="en-US" altLang="en-US" dirty="0"/>
              <a:t>given node </a:t>
            </a:r>
            <a:r>
              <a:rPr lang="en-US" altLang="en-US" i="1" dirty="0"/>
              <a:t>p</a:t>
            </a:r>
            <a:r>
              <a:rPr lang="en-US" altLang="en-US" dirty="0"/>
              <a:t>, the </a:t>
            </a:r>
            <a:r>
              <a:rPr lang="en-US" altLang="en-US" i="1" dirty="0" err="1"/>
              <a:t>ith</a:t>
            </a:r>
            <a:r>
              <a:rPr lang="en-US" altLang="en-US" dirty="0"/>
              <a:t> entry </a:t>
            </a:r>
            <a:r>
              <a:rPr lang="en-US" altLang="en-US" dirty="0" smtClean="0"/>
              <a:t>is </a:t>
            </a:r>
          </a:p>
          <a:p>
            <a:pPr>
              <a:lnSpc>
                <a:spcPct val="100000"/>
              </a:lnSpc>
            </a:pPr>
            <a:endParaRPr lang="en-US" altLang="en-US" dirty="0" smtClean="0"/>
          </a:p>
          <a:p>
            <a:pPr>
              <a:lnSpc>
                <a:spcPct val="100000"/>
              </a:lnSpc>
            </a:pPr>
            <a:r>
              <a:rPr lang="en-US" dirty="0"/>
              <a:t>Finger table entries are short-cuts to other nodes in the network.</a:t>
            </a:r>
          </a:p>
          <a:p>
            <a:pPr>
              <a:lnSpc>
                <a:spcPct val="100000"/>
              </a:lnSpc>
            </a:pPr>
            <a:r>
              <a:rPr lang="en-US" dirty="0"/>
              <a:t>As the index in the finger table increases, the distance between nodes increases exponentially</a:t>
            </a:r>
            <a:r>
              <a:rPr lang="en-US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To locate an entity with key value = k, beginning at node p</a:t>
            </a:r>
          </a:p>
          <a:p>
            <a:pPr lvl="2"/>
            <a:r>
              <a:rPr lang="en-US" altLang="en-US" sz="2400" dirty="0"/>
              <a:t>If p stores the entity, return to requestor</a:t>
            </a:r>
          </a:p>
          <a:p>
            <a:pPr lvl="2"/>
            <a:r>
              <a:rPr lang="en-US" altLang="en-US" sz="2400" dirty="0"/>
              <a:t>Else, forward the request to a node q in p’s finger table</a:t>
            </a:r>
          </a:p>
          <a:p>
            <a:pPr lvl="2">
              <a:spcAft>
                <a:spcPct val="10000"/>
              </a:spcAft>
            </a:pPr>
            <a:r>
              <a:rPr lang="en-US" altLang="en-US" sz="2400" dirty="0"/>
              <a:t>Node q has index j in p’s finger table; j satisfies the relation 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93376" y="1922929"/>
            <a:ext cx="847164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 err="1">
                <a:solidFill>
                  <a:srgbClr val="1D3064"/>
                </a:solidFill>
              </a:rPr>
              <a:t>FT</a:t>
            </a:r>
            <a:r>
              <a:rPr lang="en-US" altLang="en-US" sz="2400" baseline="-25000" dirty="0" err="1">
                <a:solidFill>
                  <a:srgbClr val="1D3064"/>
                </a:solidFill>
              </a:rPr>
              <a:t>p</a:t>
            </a:r>
            <a:r>
              <a:rPr lang="en-US" altLang="en-US" sz="2400" dirty="0">
                <a:solidFill>
                  <a:srgbClr val="1D3064"/>
                </a:solidFill>
              </a:rPr>
              <a:t>[</a:t>
            </a:r>
            <a:r>
              <a:rPr lang="en-US" altLang="en-US" sz="2400" dirty="0" err="1">
                <a:solidFill>
                  <a:srgbClr val="1D3064"/>
                </a:solidFill>
              </a:rPr>
              <a:t>i</a:t>
            </a:r>
            <a:r>
              <a:rPr lang="en-US" altLang="en-US" sz="2400" dirty="0">
                <a:solidFill>
                  <a:srgbClr val="1D3064"/>
                </a:solidFill>
              </a:rPr>
              <a:t>]</a:t>
            </a:r>
            <a:r>
              <a:rPr lang="en-US" altLang="en-US" sz="2400" i="1" dirty="0">
                <a:solidFill>
                  <a:srgbClr val="1D3064"/>
                </a:solidFill>
              </a:rPr>
              <a:t>= </a:t>
            </a:r>
            <a:r>
              <a:rPr lang="en-US" altLang="en-US" sz="2400" i="1" dirty="0" err="1">
                <a:solidFill>
                  <a:srgbClr val="1D3064"/>
                </a:solidFill>
              </a:rPr>
              <a:t>succ</a:t>
            </a:r>
            <a:r>
              <a:rPr lang="en-US" altLang="en-US" sz="2400" i="1" dirty="0">
                <a:solidFill>
                  <a:srgbClr val="1D3064"/>
                </a:solidFill>
              </a:rPr>
              <a:t>(p + 2</a:t>
            </a:r>
            <a:r>
              <a:rPr lang="en-US" altLang="en-US" sz="2400" i="1" baseline="30000" dirty="0">
                <a:solidFill>
                  <a:srgbClr val="1D3064"/>
                </a:solidFill>
              </a:rPr>
              <a:t>i-1</a:t>
            </a:r>
            <a:r>
              <a:rPr lang="en-US" altLang="en-US" sz="2400" i="1" dirty="0">
                <a:solidFill>
                  <a:srgbClr val="1D3064"/>
                </a:solidFill>
              </a:rPr>
              <a:t>), </a:t>
            </a:r>
            <a:r>
              <a:rPr lang="en-US" altLang="en-US" sz="2400" dirty="0">
                <a:solidFill>
                  <a:srgbClr val="1D3064"/>
                </a:solidFill>
              </a:rPr>
              <a:t>the 1</a:t>
            </a:r>
            <a:r>
              <a:rPr lang="en-US" altLang="en-US" sz="2400" baseline="30000" dirty="0">
                <a:solidFill>
                  <a:srgbClr val="1D3064"/>
                </a:solidFill>
              </a:rPr>
              <a:t>st</a:t>
            </a:r>
            <a:r>
              <a:rPr lang="en-US" altLang="en-US" sz="2400" dirty="0">
                <a:solidFill>
                  <a:srgbClr val="1D3064"/>
                </a:solidFill>
              </a:rPr>
              <a:t> node succeeding p by at least </a:t>
            </a:r>
            <a:r>
              <a:rPr lang="en-US" altLang="en-US" sz="2400" i="1" dirty="0">
                <a:solidFill>
                  <a:srgbClr val="1D3064"/>
                </a:solidFill>
              </a:rPr>
              <a:t>2</a:t>
            </a:r>
            <a:r>
              <a:rPr lang="en-US" altLang="en-US" sz="2400" i="1" baseline="30000" dirty="0">
                <a:solidFill>
                  <a:srgbClr val="1D3064"/>
                </a:solidFill>
              </a:rPr>
              <a:t>i-1</a:t>
            </a:r>
            <a:r>
              <a:rPr lang="en-US" altLang="en-US" sz="2400" dirty="0">
                <a:solidFill>
                  <a:srgbClr val="1D3064"/>
                </a:solidFill>
              </a:rPr>
              <a:t>.</a:t>
            </a:r>
            <a:endParaRPr lang="en-US" altLang="en-US" sz="2400" i="1" dirty="0">
              <a:solidFill>
                <a:srgbClr val="1D306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3694" y="4885764"/>
            <a:ext cx="346486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i="1">
                <a:solidFill>
                  <a:srgbClr val="1D3064"/>
                </a:solidFill>
              </a:rPr>
              <a:t>q = FT</a:t>
            </a:r>
            <a:r>
              <a:rPr lang="en-US" altLang="en-US" sz="2400" i="1" baseline="-25000">
                <a:solidFill>
                  <a:srgbClr val="1D3064"/>
                </a:solidFill>
              </a:rPr>
              <a:t>p</a:t>
            </a:r>
            <a:r>
              <a:rPr lang="en-US" altLang="en-US" sz="2400" i="1">
                <a:solidFill>
                  <a:srgbClr val="1D3064"/>
                </a:solidFill>
              </a:rPr>
              <a:t>[j] </a:t>
            </a:r>
            <a:r>
              <a:rPr lang="en-US" altLang="en-US" sz="2400" i="1">
                <a:solidFill>
                  <a:srgbClr val="1D3064"/>
                </a:solidFill>
                <a:cs typeface="Arial" panose="020B0604020202020204" pitchFamily="34" charset="0"/>
              </a:rPr>
              <a:t>≤ k &lt; FT</a:t>
            </a:r>
            <a:r>
              <a:rPr lang="en-US" altLang="en-US" sz="2400" i="1" baseline="-25000">
                <a:solidFill>
                  <a:srgbClr val="1D3064"/>
                </a:solidFill>
                <a:cs typeface="Arial" panose="020B0604020202020204" pitchFamily="34" charset="0"/>
              </a:rPr>
              <a:t>p</a:t>
            </a:r>
            <a:r>
              <a:rPr lang="en-US" altLang="en-US" sz="2400" i="1">
                <a:solidFill>
                  <a:srgbClr val="1D3064"/>
                </a:solidFill>
                <a:cs typeface="Arial" panose="020B0604020202020204" pitchFamily="34" charset="0"/>
              </a:rPr>
              <a:t>[j + 1]</a:t>
            </a:r>
            <a:endParaRPr lang="en-US" altLang="en-US" sz="2400" i="1" dirty="0">
              <a:solidFill>
                <a:srgbClr val="1D30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69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flat name space with hierarchical administration</a:t>
            </a:r>
          </a:p>
          <a:p>
            <a:pPr>
              <a:lnSpc>
                <a:spcPct val="100000"/>
              </a:lnSpc>
            </a:pPr>
            <a:r>
              <a:rPr lang="en-US" dirty="0"/>
              <a:t>Top level domain knows (or can find) all names</a:t>
            </a:r>
          </a:p>
          <a:p>
            <a:pPr>
              <a:lnSpc>
                <a:spcPct val="100000"/>
              </a:lnSpc>
            </a:pPr>
            <a:r>
              <a:rPr lang="en-US" dirty="0"/>
              <a:t>Each sub-domain knows subset of names</a:t>
            </a:r>
          </a:p>
          <a:p>
            <a:pPr>
              <a:lnSpc>
                <a:spcPct val="100000"/>
              </a:lnSpc>
            </a:pPr>
            <a:r>
              <a:rPr lang="en-US" dirty="0"/>
              <a:t>Local names resolved within own subset</a:t>
            </a:r>
          </a:p>
          <a:p>
            <a:pPr>
              <a:lnSpc>
                <a:spcPct val="100000"/>
              </a:lnSpc>
            </a:pPr>
            <a:r>
              <a:rPr lang="en-US" dirty="0"/>
              <a:t>Other names cached as </a:t>
            </a:r>
            <a:r>
              <a:rPr lang="en-US" dirty="0" smtClean="0"/>
              <a:t>needed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949823" y="3315800"/>
            <a:ext cx="8024459" cy="3138209"/>
            <a:chOff x="2487705" y="3468043"/>
            <a:chExt cx="8024459" cy="313820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7705" y="3740680"/>
              <a:ext cx="5667935" cy="2637638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3590365" y="3502092"/>
              <a:ext cx="20036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accent6"/>
                  </a:solidFill>
                </a:rPr>
                <a:t>The root directory</a:t>
              </a:r>
            </a:p>
            <a:p>
              <a:r>
                <a:rPr lang="en-IN" sz="2000" dirty="0">
                  <a:solidFill>
                    <a:schemeClr val="accent6"/>
                  </a:solidFill>
                </a:rPr>
                <a:t>n</a:t>
              </a:r>
              <a:r>
                <a:rPr lang="en-IN" sz="2000" dirty="0" smtClean="0">
                  <a:solidFill>
                    <a:schemeClr val="accent6"/>
                  </a:solidFill>
                </a:rPr>
                <a:t>ode </a:t>
              </a:r>
              <a:r>
                <a:rPr lang="en-IN" sz="2000" dirty="0" err="1" smtClean="0">
                  <a:solidFill>
                    <a:schemeClr val="accent6"/>
                  </a:solidFill>
                </a:rPr>
                <a:t>dir</a:t>
              </a:r>
              <a:r>
                <a:rPr lang="en-IN" sz="2000" dirty="0" smtClean="0">
                  <a:solidFill>
                    <a:schemeClr val="accent6"/>
                  </a:solidFill>
                </a:rPr>
                <a:t>(T)</a:t>
              </a:r>
              <a:endParaRPr lang="en-IN" sz="2000" dirty="0">
                <a:solidFill>
                  <a:schemeClr val="accent6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900506" y="3468043"/>
              <a:ext cx="12994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accent6"/>
                  </a:solidFill>
                </a:rPr>
                <a:t>Top-level</a:t>
              </a:r>
            </a:p>
            <a:p>
              <a:r>
                <a:rPr lang="en-IN" sz="2000" dirty="0">
                  <a:solidFill>
                    <a:schemeClr val="accent6"/>
                  </a:solidFill>
                </a:rPr>
                <a:t>d</a:t>
              </a:r>
              <a:r>
                <a:rPr lang="en-IN" sz="2000" dirty="0" smtClean="0">
                  <a:solidFill>
                    <a:schemeClr val="accent6"/>
                  </a:solidFill>
                </a:rPr>
                <a:t>omain T</a:t>
              </a:r>
              <a:endParaRPr lang="en-IN" sz="2000" dirty="0">
                <a:solidFill>
                  <a:schemeClr val="accent6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93209" y="4061592"/>
              <a:ext cx="20693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accent6"/>
                  </a:solidFill>
                </a:rPr>
                <a:t>Directory node</a:t>
              </a:r>
            </a:p>
            <a:p>
              <a:r>
                <a:rPr lang="en-IN" sz="2000" dirty="0" err="1">
                  <a:solidFill>
                    <a:schemeClr val="accent6"/>
                  </a:solidFill>
                </a:rPr>
                <a:t>d</a:t>
              </a:r>
              <a:r>
                <a:rPr lang="en-IN" sz="2000" dirty="0" err="1" smtClean="0">
                  <a:solidFill>
                    <a:schemeClr val="accent6"/>
                  </a:solidFill>
                </a:rPr>
                <a:t>ir</a:t>
              </a:r>
              <a:r>
                <a:rPr lang="en-IN" sz="2000" dirty="0" smtClean="0">
                  <a:solidFill>
                    <a:schemeClr val="accent6"/>
                  </a:solidFill>
                </a:rPr>
                <a:t>(S) of domain S</a:t>
              </a:r>
              <a:endParaRPr lang="en-IN" sz="2000" dirty="0">
                <a:solidFill>
                  <a:schemeClr val="accent6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32447" y="4867630"/>
              <a:ext cx="24797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accent6"/>
                  </a:solidFill>
                </a:rPr>
                <a:t>A subdomain S</a:t>
              </a:r>
            </a:p>
            <a:p>
              <a:r>
                <a:rPr lang="en-IN" sz="2000" dirty="0" smtClean="0">
                  <a:solidFill>
                    <a:schemeClr val="accent6"/>
                  </a:solidFill>
                </a:rPr>
                <a:t>Of top-level domain T</a:t>
              </a:r>
            </a:p>
            <a:p>
              <a:r>
                <a:rPr lang="en-IN" sz="2000" dirty="0" smtClean="0">
                  <a:solidFill>
                    <a:schemeClr val="accent6"/>
                  </a:solidFill>
                </a:rPr>
                <a:t>(S is contained in T)</a:t>
              </a:r>
              <a:endParaRPr lang="en-IN" sz="2000" dirty="0">
                <a:solidFill>
                  <a:schemeClr val="accent6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94092" y="6236920"/>
              <a:ext cx="296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 smtClean="0">
                  <a:solidFill>
                    <a:srgbClr val="1D3064"/>
                  </a:solidFill>
                </a:rPr>
                <a:t>A leaf domain, contained in S</a:t>
              </a:r>
              <a:endParaRPr lang="en-IN" b="1" dirty="0">
                <a:solidFill>
                  <a:srgbClr val="1D306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323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Flat names are difficult for humans to </a:t>
            </a:r>
            <a:r>
              <a:rPr lang="en-US" dirty="0" smtClean="0"/>
              <a:t>remember</a:t>
            </a:r>
          </a:p>
          <a:p>
            <a:pPr>
              <a:lnSpc>
                <a:spcPct val="100000"/>
              </a:lnSpc>
            </a:pPr>
            <a:r>
              <a:rPr lang="en-US" dirty="0"/>
              <a:t>Structured names are composed of simple human-readable names </a:t>
            </a:r>
          </a:p>
          <a:p>
            <a:pPr lvl="2"/>
            <a:r>
              <a:rPr lang="en-US" sz="2400" dirty="0"/>
              <a:t>Names are arranged in a specific </a:t>
            </a:r>
            <a:r>
              <a:rPr lang="en-US" sz="2400" dirty="0" smtClean="0"/>
              <a:t>structure</a:t>
            </a:r>
          </a:p>
          <a:p>
            <a:pPr lvl="2"/>
            <a:endParaRPr lang="en-US" sz="2400" dirty="0"/>
          </a:p>
          <a:p>
            <a:pPr>
              <a:lnSpc>
                <a:spcPct val="100000"/>
              </a:lnSpc>
            </a:pPr>
            <a:r>
              <a:rPr lang="en-US" dirty="0"/>
              <a:t>Examples:</a:t>
            </a:r>
          </a:p>
          <a:p>
            <a:pPr lvl="2"/>
            <a:r>
              <a:rPr lang="en-US" sz="2400" dirty="0"/>
              <a:t>File-systems utilize structured names to identify files</a:t>
            </a:r>
          </a:p>
          <a:p>
            <a:pPr marL="1250950" lvl="2" indent="268288">
              <a:buFont typeface="Arial" panose="020B0604020202020204" pitchFamily="34" charset="0"/>
              <a:buChar char="•"/>
            </a:pPr>
            <a:r>
              <a:rPr lang="en-US" sz="2400" dirty="0"/>
              <a:t>/home/</a:t>
            </a:r>
            <a:r>
              <a:rPr lang="en-US" sz="2400" dirty="0" err="1"/>
              <a:t>userid</a:t>
            </a:r>
            <a:r>
              <a:rPr lang="en-US" sz="2400" dirty="0"/>
              <a:t>/work/</a:t>
            </a:r>
            <a:r>
              <a:rPr lang="en-US" sz="2400" dirty="0" err="1"/>
              <a:t>dist</a:t>
            </a:r>
            <a:r>
              <a:rPr lang="en-US" sz="2400" dirty="0"/>
              <a:t>-systems/naming.txt</a:t>
            </a:r>
          </a:p>
          <a:p>
            <a:pPr lvl="2"/>
            <a:r>
              <a:rPr lang="en-US" sz="2400" dirty="0"/>
              <a:t>Websites can be accessed through structured names</a:t>
            </a:r>
          </a:p>
          <a:p>
            <a:pPr marL="1250950" lvl="2" indent="268288">
              <a:buFont typeface="Arial" panose="020B0604020202020204" pitchFamily="34" charset="0"/>
              <a:buChar char="•"/>
            </a:pPr>
            <a:r>
              <a:rPr lang="en-US" sz="2400" dirty="0" smtClean="0"/>
              <a:t>www.diet.engg.cse.ce</a:t>
            </a:r>
            <a:endParaRPr lang="en-US" sz="2400" dirty="0"/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88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Structured names are organized into </a:t>
            </a:r>
            <a:r>
              <a:rPr lang="en-US" dirty="0">
                <a:solidFill>
                  <a:schemeClr val="accent6"/>
                </a:solidFill>
              </a:rPr>
              <a:t>name </a:t>
            </a:r>
            <a:r>
              <a:rPr lang="en-US" dirty="0" smtClean="0">
                <a:solidFill>
                  <a:schemeClr val="accent6"/>
                </a:solidFill>
              </a:rPr>
              <a:t>spaces</a:t>
            </a:r>
            <a:endParaRPr lang="en-US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A name space is a directed graph consisting of</a:t>
            </a:r>
            <a:r>
              <a:rPr lang="en-US" dirty="0" smtClean="0"/>
              <a:t>:</a:t>
            </a:r>
          </a:p>
          <a:p>
            <a:pPr lvl="1"/>
            <a:r>
              <a:rPr lang="en-US" sz="2200" dirty="0">
                <a:ea typeface="ＭＳ Ｐゴシック" charset="-128"/>
              </a:rPr>
              <a:t>Leaf nodes</a:t>
            </a:r>
          </a:p>
          <a:p>
            <a:pPr lvl="1"/>
            <a:r>
              <a:rPr lang="en-US" sz="2200" dirty="0">
                <a:ea typeface="ＭＳ Ｐゴシック" charset="-128"/>
              </a:rPr>
              <a:t>Directory </a:t>
            </a:r>
            <a:r>
              <a:rPr lang="en-US" sz="2200" dirty="0" smtClean="0">
                <a:ea typeface="ＭＳ Ｐゴシック" charset="-128"/>
              </a:rPr>
              <a:t>nodes</a:t>
            </a:r>
            <a:endParaRPr lang="en-US" sz="2200" dirty="0">
              <a:solidFill>
                <a:srgbClr val="1D3064"/>
              </a:solidFill>
              <a:ea typeface="ＭＳ Ｐゴシック" charset="-128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D3064"/>
                </a:solidFill>
              </a:rPr>
              <a:t>Leaf </a:t>
            </a:r>
            <a:r>
              <a:rPr lang="en-US" b="1" dirty="0" smtClean="0">
                <a:solidFill>
                  <a:srgbClr val="1D3064"/>
                </a:solidFill>
              </a:rPr>
              <a:t>nodes:</a:t>
            </a:r>
            <a:endParaRPr lang="en-US" b="1" dirty="0">
              <a:solidFill>
                <a:srgbClr val="1D3064"/>
              </a:solidFill>
            </a:endParaRPr>
          </a:p>
          <a:p>
            <a:pPr marL="806450" lvl="2" indent="-361950"/>
            <a:r>
              <a:rPr lang="en-US" sz="2400" dirty="0"/>
              <a:t>Each leaf node represents an entity</a:t>
            </a:r>
          </a:p>
          <a:p>
            <a:pPr marL="806450" lvl="2" indent="-361950"/>
            <a:r>
              <a:rPr lang="en-US" sz="2400" dirty="0"/>
              <a:t>A leaf node generally stores the address of an entity (e.g., in DNS), or  the state of (or the path to) an entity (e.g., in file systems)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D3064"/>
                </a:solidFill>
              </a:rPr>
              <a:t>Directory nodes</a:t>
            </a:r>
          </a:p>
          <a:p>
            <a:pPr marL="806450" lvl="2" indent="-361950"/>
            <a:r>
              <a:rPr lang="en-US" sz="2400" dirty="0"/>
              <a:t>Directory node refers to other leaf or directory nodes</a:t>
            </a:r>
          </a:p>
          <a:p>
            <a:pPr marL="806450" lvl="2" indent="-361950"/>
            <a:r>
              <a:rPr lang="en-US" sz="2400" dirty="0"/>
              <a:t>Each outgoing edge is represented by (edge label, node identifier</a:t>
            </a:r>
            <a:r>
              <a:rPr lang="en-US" sz="2400" dirty="0" smtClean="0"/>
              <a:t>)</a:t>
            </a:r>
            <a:endParaRPr lang="en-US" sz="2400" dirty="0"/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Each node can store any type of data</a:t>
            </a:r>
          </a:p>
          <a:p>
            <a:pPr marL="265113" lvl="2" indent="-265113">
              <a:lnSpc>
                <a:spcPct val="100000"/>
              </a:lnSpc>
              <a:spcBef>
                <a:spcPts val="1000"/>
              </a:spcBef>
              <a:buFont typeface="Webdings" panose="05030102010509060703" pitchFamily="18" charset="2"/>
              <a:buChar char=""/>
            </a:pPr>
            <a:r>
              <a:rPr lang="en-US" sz="2400" dirty="0"/>
              <a:t>I.e., State and/or address (e.g., to a different machine) and/or </a:t>
            </a:r>
            <a:r>
              <a:rPr lang="en-US" sz="2400" dirty="0" smtClean="0"/>
              <a:t>path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40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 Spaces - An Example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path name is used to refer to a node in the </a:t>
            </a:r>
            <a:r>
              <a:rPr lang="en-US" dirty="0" smtClean="0"/>
              <a:t>graph</a:t>
            </a:r>
          </a:p>
          <a:p>
            <a:pPr>
              <a:lnSpc>
                <a:spcPct val="100000"/>
              </a:lnSpc>
            </a:pPr>
            <a:r>
              <a:rPr lang="en-US" dirty="0"/>
              <a:t>A path name is a sequence of edge labels leading from one node to another</a:t>
            </a:r>
          </a:p>
          <a:p>
            <a:pPr marL="806450" lvl="2" indent="-361950"/>
            <a:r>
              <a:rPr lang="en-US" sz="2400" dirty="0"/>
              <a:t>An </a:t>
            </a:r>
            <a:r>
              <a:rPr lang="en-US" sz="2400" dirty="0">
                <a:solidFill>
                  <a:schemeClr val="accent6"/>
                </a:solidFill>
              </a:rPr>
              <a:t>absolute path</a:t>
            </a:r>
            <a:r>
              <a:rPr lang="en-US" sz="2400" dirty="0"/>
              <a:t> name starts from the root node (e.g., /home/</a:t>
            </a:r>
            <a:r>
              <a:rPr lang="en-US" sz="2400" dirty="0" err="1"/>
              <a:t>steen</a:t>
            </a:r>
            <a:r>
              <a:rPr lang="en-US" sz="2400" dirty="0"/>
              <a:t>/</a:t>
            </a:r>
            <a:r>
              <a:rPr lang="en-US" sz="2400" dirty="0" err="1"/>
              <a:t>mbox</a:t>
            </a:r>
            <a:r>
              <a:rPr lang="en-US" sz="2400" dirty="0"/>
              <a:t>)</a:t>
            </a:r>
          </a:p>
          <a:p>
            <a:pPr marL="806450" lvl="2" indent="-361950"/>
            <a:r>
              <a:rPr lang="en-US" sz="2400" dirty="0"/>
              <a:t>A </a:t>
            </a:r>
            <a:r>
              <a:rPr lang="en-US" sz="2400" dirty="0">
                <a:solidFill>
                  <a:schemeClr val="accent6"/>
                </a:solidFill>
              </a:rPr>
              <a:t>relative path </a:t>
            </a:r>
            <a:r>
              <a:rPr lang="en-US" sz="2400" dirty="0"/>
              <a:t>name does not start at the root node (e.g., </a:t>
            </a:r>
            <a:r>
              <a:rPr lang="en-US" sz="2400" dirty="0" err="1"/>
              <a:t>steen</a:t>
            </a:r>
            <a:r>
              <a:rPr lang="en-US" sz="2400" dirty="0"/>
              <a:t>/</a:t>
            </a:r>
            <a:r>
              <a:rPr lang="en-US" sz="2400" dirty="0" err="1"/>
              <a:t>mbox</a:t>
            </a:r>
            <a:r>
              <a:rPr lang="en-US" sz="2400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F335E5A-40CE-46AE-9296-CC3BE5AE4006}"/>
              </a:ext>
            </a:extLst>
          </p:cNvPr>
          <p:cNvSpPr/>
          <p:nvPr/>
        </p:nvSpPr>
        <p:spPr>
          <a:xfrm>
            <a:off x="2192274" y="2600024"/>
            <a:ext cx="7464552" cy="457200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bg1"/>
                </a:solidFill>
              </a:rPr>
              <a:t>Looking up for the entity with name “/home/</a:t>
            </a:r>
            <a:r>
              <a:rPr lang="en-US" sz="2400" dirty="0" err="1">
                <a:solidFill>
                  <a:schemeClr val="bg1"/>
                </a:solidFill>
              </a:rPr>
              <a:t>steen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mbox</a:t>
            </a:r>
            <a:r>
              <a:rPr lang="en-US" sz="2400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7D2E4CF-4812-4623-B287-A6035A89860E}"/>
              </a:ext>
            </a:extLst>
          </p:cNvPr>
          <p:cNvSpPr/>
          <p:nvPr/>
        </p:nvSpPr>
        <p:spPr>
          <a:xfrm>
            <a:off x="7162800" y="3347738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5F33779-AF71-43A9-B7E2-82079F33474A}"/>
              </a:ext>
            </a:extLst>
          </p:cNvPr>
          <p:cNvSpPr/>
          <p:nvPr/>
        </p:nvSpPr>
        <p:spPr>
          <a:xfrm>
            <a:off x="5867400" y="4033538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8D1BD07-2830-43B3-AC6E-16C808A0E2CF}"/>
              </a:ext>
            </a:extLst>
          </p:cNvPr>
          <p:cNvSpPr/>
          <p:nvPr/>
        </p:nvSpPr>
        <p:spPr>
          <a:xfrm>
            <a:off x="6705600" y="5100338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n4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D116BD48-7BFB-42C9-8731-B6FA15690C11}"/>
              </a:ext>
            </a:extLst>
          </p:cNvPr>
          <p:cNvSpPr/>
          <p:nvPr/>
        </p:nvSpPr>
        <p:spPr>
          <a:xfrm>
            <a:off x="8458200" y="4109738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n5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21AA9C69-3EE0-4C6B-B8AA-4804F3DF2651}"/>
              </a:ext>
            </a:extLst>
          </p:cNvPr>
          <p:cNvSpPr/>
          <p:nvPr/>
        </p:nvSpPr>
        <p:spPr>
          <a:xfrm>
            <a:off x="4876800" y="5176538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n2</a:t>
            </a: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E6B99E52-E49B-4219-BABA-7059BC9EE077}"/>
              </a:ext>
            </a:extLst>
          </p:cNvPr>
          <p:cNvSpPr/>
          <p:nvPr/>
        </p:nvSpPr>
        <p:spPr>
          <a:xfrm>
            <a:off x="5715000" y="5176538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9D348840-7F9C-4A87-8485-0AF6A937C32C}"/>
              </a:ext>
            </a:extLst>
          </p:cNvPr>
          <p:cNvSpPr/>
          <p:nvPr/>
        </p:nvSpPr>
        <p:spPr>
          <a:xfrm>
            <a:off x="6553200" y="6167138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400" dirty="0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CFF5C318-19CB-4E1C-8FF1-C54A8D701761}"/>
              </a:ext>
            </a:extLst>
          </p:cNvPr>
          <p:cNvSpPr/>
          <p:nvPr/>
        </p:nvSpPr>
        <p:spPr>
          <a:xfrm>
            <a:off x="5715000" y="6167138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ACF0B3CC-EF94-4F4F-8E79-57EB31BCEE65}"/>
              </a:ext>
            </a:extLst>
          </p:cNvPr>
          <p:cNvCxnSpPr>
            <a:stCxn id="5" idx="2"/>
          </p:cNvCxnSpPr>
          <p:nvPr/>
        </p:nvCxnSpPr>
        <p:spPr>
          <a:xfrm>
            <a:off x="7353300" y="3728738"/>
            <a:ext cx="1257300" cy="381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2F9A5BC8-7BCB-4B8E-BA57-7FEA31523AD8}"/>
              </a:ext>
            </a:extLst>
          </p:cNvPr>
          <p:cNvCxnSpPr/>
          <p:nvPr/>
        </p:nvCxnSpPr>
        <p:spPr>
          <a:xfrm flipH="1">
            <a:off x="6324600" y="3728738"/>
            <a:ext cx="1028700" cy="304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797DD8EF-F2A2-46BB-8F2E-C24C3A97D7D4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flipH="1">
            <a:off x="6019800" y="4414538"/>
            <a:ext cx="38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C4EC3D8D-08BC-42EB-AC92-D460FAA346FD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57900" y="4414538"/>
            <a:ext cx="838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FF636C20-F1D3-49B4-8B0C-98C31FE0AFA6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5181600" y="4414538"/>
            <a:ext cx="8763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01670026-AE63-4DE7-A94F-70DB8CEA9A7C}"/>
              </a:ext>
            </a:extLst>
          </p:cNvPr>
          <p:cNvSpPr/>
          <p:nvPr/>
        </p:nvSpPr>
        <p:spPr>
          <a:xfrm>
            <a:off x="3657600" y="5405138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D293990-EFCA-418A-8876-B1AA1BBDC656}"/>
              </a:ext>
            </a:extLst>
          </p:cNvPr>
          <p:cNvSpPr/>
          <p:nvPr/>
        </p:nvSpPr>
        <p:spPr>
          <a:xfrm>
            <a:off x="3733800" y="5938538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400" dirty="0"/>
          </a:p>
        </p:txBody>
      </p:sp>
      <p:sp>
        <p:nvSpPr>
          <p:cNvPr id="20" name="TextBox 41">
            <a:extLst>
              <a:ext uri="{FF2B5EF4-FFF2-40B4-BE49-F238E27FC236}">
                <a16:creationId xmlns="" xmlns:a16="http://schemas.microsoft.com/office/drawing/2014/main" id="{C3F38EAB-036F-427E-82C5-E7C4C91F8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405138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Leaf node</a:t>
            </a:r>
          </a:p>
        </p:txBody>
      </p:sp>
      <p:sp>
        <p:nvSpPr>
          <p:cNvPr id="21" name="TextBox 42">
            <a:extLst>
              <a:ext uri="{FF2B5EF4-FFF2-40B4-BE49-F238E27FC236}">
                <a16:creationId xmlns="" xmlns:a16="http://schemas.microsoft.com/office/drawing/2014/main" id="{301D0442-959B-4F71-AE95-4718B4EB5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949652"/>
            <a:ext cx="1752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Directory node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DABAEB79-B64D-403F-B8A0-0664E5B77EE9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6896100" y="5481338"/>
            <a:ext cx="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B8A28491-4302-411B-8612-3DC332A42D73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flipH="1">
            <a:off x="6019800" y="5481338"/>
            <a:ext cx="8763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52">
            <a:extLst>
              <a:ext uri="{FF2B5EF4-FFF2-40B4-BE49-F238E27FC236}">
                <a16:creationId xmlns="" xmlns:a16="http://schemas.microsoft.com/office/drawing/2014/main" id="{FE8310D9-79D7-4775-AD64-90F8F5D9C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00138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25" name="TextBox 53">
            <a:extLst>
              <a:ext uri="{FF2B5EF4-FFF2-40B4-BE49-F238E27FC236}">
                <a16:creationId xmlns="" xmlns:a16="http://schemas.microsoft.com/office/drawing/2014/main" id="{B62B38BF-7E43-447C-A263-746F1DC2A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423938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keys</a:t>
            </a:r>
          </a:p>
        </p:txBody>
      </p:sp>
      <p:sp>
        <p:nvSpPr>
          <p:cNvPr id="26" name="TextBox 54">
            <a:extLst>
              <a:ext uri="{FF2B5EF4-FFF2-40B4-BE49-F238E27FC236}">
                <a16:creationId xmlns="" xmlns:a16="http://schemas.microsoft.com/office/drawing/2014/main" id="{7B163DCB-A969-42F8-AFFC-A0AE98083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490738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solidFill>
                  <a:schemeClr val="tx1"/>
                </a:solidFill>
              </a:rPr>
              <a:t>steen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27" name="TextBox 55">
            <a:extLst>
              <a:ext uri="{FF2B5EF4-FFF2-40B4-BE49-F238E27FC236}">
                <a16:creationId xmlns="" xmlns:a16="http://schemas.microsoft.com/office/drawing/2014/main" id="{8D254C54-B7DE-43D8-8658-220F3B79C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643138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28" name="TextBox 56">
            <a:extLst>
              <a:ext uri="{FF2B5EF4-FFF2-40B4-BE49-F238E27FC236}">
                <a16:creationId xmlns="" xmlns:a16="http://schemas.microsoft.com/office/drawing/2014/main" id="{C7966946-E4B3-47FB-A43F-481234A1A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490738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elke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="" xmlns:a16="http://schemas.microsoft.com/office/drawing/2014/main" id="{F1E8DDE2-B080-4EEF-97BC-43C541A9D196}"/>
              </a:ext>
            </a:extLst>
          </p:cNvPr>
          <p:cNvSpPr/>
          <p:nvPr/>
        </p:nvSpPr>
        <p:spPr>
          <a:xfrm>
            <a:off x="3810000" y="3576338"/>
            <a:ext cx="14478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n2: “</a:t>
            </a:r>
            <a:r>
              <a:rPr lang="en-US" dirty="0" err="1">
                <a:solidFill>
                  <a:schemeClr val="tx1"/>
                </a:solidFill>
              </a:rPr>
              <a:t>elke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n3: “max”</a:t>
            </a:r>
          </a:p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n4: “</a:t>
            </a:r>
            <a:r>
              <a:rPr lang="en-US" dirty="0" err="1">
                <a:solidFill>
                  <a:schemeClr val="tx1"/>
                </a:solidFill>
              </a:rPr>
              <a:t>steen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0" name="TextBox 58">
            <a:extLst>
              <a:ext uri="{FF2B5EF4-FFF2-40B4-BE49-F238E27FC236}">
                <a16:creationId xmlns="" xmlns:a16="http://schemas.microsoft.com/office/drawing/2014/main" id="{913CAB4C-52A1-46B4-9AAB-96D5F7F3F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195338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Data stored in n1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D52C2918-0D79-44CB-8796-0711B020A75E}"/>
              </a:ext>
            </a:extLst>
          </p:cNvPr>
          <p:cNvCxnSpPr>
            <a:stCxn id="6" idx="1"/>
            <a:endCxn id="29" idx="3"/>
          </p:cNvCxnSpPr>
          <p:nvPr/>
        </p:nvCxnSpPr>
        <p:spPr>
          <a:xfrm flipH="1" flipV="1">
            <a:off x="5257800" y="4033538"/>
            <a:ext cx="609600" cy="1905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80">
            <a:extLst>
              <a:ext uri="{FF2B5EF4-FFF2-40B4-BE49-F238E27FC236}">
                <a16:creationId xmlns="" xmlns:a16="http://schemas.microsoft.com/office/drawing/2014/main" id="{E38518E3-8681-4DB5-AD52-B167E87BF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633738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twmrc</a:t>
            </a:r>
          </a:p>
        </p:txBody>
      </p:sp>
      <p:sp>
        <p:nvSpPr>
          <p:cNvPr id="33" name="TextBox 81">
            <a:extLst>
              <a:ext uri="{FF2B5EF4-FFF2-40B4-BE49-F238E27FC236}">
                <a16:creationId xmlns="" xmlns:a16="http://schemas.microsoft.com/office/drawing/2014/main" id="{BF9CF92C-256E-40D6-A036-32DBDE32D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709938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mbox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="" xmlns:a16="http://schemas.microsoft.com/office/drawing/2014/main" id="{A0AA291E-FA14-4F62-ADAB-A8F4FCCA68E5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6896100" y="5481338"/>
            <a:ext cx="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41383221-611E-4737-9668-6B489E06761E}"/>
              </a:ext>
            </a:extLst>
          </p:cNvPr>
          <p:cNvCxnSpPr>
            <a:stCxn id="5" idx="2"/>
          </p:cNvCxnSpPr>
          <p:nvPr/>
        </p:nvCxnSpPr>
        <p:spPr>
          <a:xfrm flipH="1">
            <a:off x="6248400" y="3728738"/>
            <a:ext cx="1104900" cy="304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="" xmlns:a16="http://schemas.microsoft.com/office/drawing/2014/main" id="{A5EB5DE0-5E35-4B7F-A1D1-D49BF19A8DA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57900" y="4414538"/>
            <a:ext cx="8382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04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process of looking up a name is called </a:t>
            </a:r>
            <a:r>
              <a:rPr lang="en-US" altLang="en-US" i="1" dirty="0">
                <a:solidFill>
                  <a:srgbClr val="0070C0"/>
                </a:solidFill>
              </a:rPr>
              <a:t>name resolution</a:t>
            </a:r>
          </a:p>
          <a:p>
            <a:pPr lvl="4"/>
            <a:endParaRPr lang="en-US" altLang="en-US" sz="1400" dirty="0"/>
          </a:p>
          <a:p>
            <a:r>
              <a:rPr lang="en-US" altLang="en-US" sz="2800" dirty="0"/>
              <a:t>Closure mechanism:</a:t>
            </a:r>
          </a:p>
          <a:p>
            <a:pPr marL="806450" lvl="2" indent="-361950"/>
            <a:r>
              <a:rPr lang="en-US" altLang="en-US" sz="2400" dirty="0"/>
              <a:t>Name resolution cannot be accomplished without an initial directory </a:t>
            </a:r>
            <a:r>
              <a:rPr lang="en-US" altLang="en-US" sz="2400" dirty="0" smtClean="0"/>
              <a:t>node</a:t>
            </a:r>
            <a:endParaRPr lang="en-US" altLang="en-US" sz="2400" dirty="0"/>
          </a:p>
          <a:p>
            <a:pPr marL="806450" lvl="2" indent="-361950"/>
            <a:r>
              <a:rPr lang="en-US" altLang="en-US" sz="2400" dirty="0"/>
              <a:t>The closure mechanism selects the implicit context from which to start name resolution</a:t>
            </a:r>
          </a:p>
          <a:p>
            <a:pPr marL="806450" lvl="2" indent="-361950"/>
            <a:r>
              <a:rPr lang="en-US" altLang="en-US" sz="2400" dirty="0" smtClean="0"/>
              <a:t>Examples</a:t>
            </a:r>
            <a:r>
              <a:rPr lang="en-US" altLang="en-US" sz="2400" dirty="0"/>
              <a:t>:</a:t>
            </a:r>
          </a:p>
          <a:p>
            <a:pPr marL="1169988" lvl="1" indent="-363538"/>
            <a:r>
              <a:rPr lang="en-US" altLang="en-US" sz="2200" dirty="0">
                <a:ea typeface="ＭＳ Ｐゴシック" charset="-128"/>
              </a:rPr>
              <a:t>www.qatar.cmu.edu: start at the DNS Server</a:t>
            </a:r>
          </a:p>
          <a:p>
            <a:pPr marL="1169988" lvl="1" indent="-363538"/>
            <a:r>
              <a:rPr lang="en-US" altLang="en-US" sz="2200" dirty="0">
                <a:ea typeface="ＭＳ Ｐゴシック" charset="-128"/>
              </a:rPr>
              <a:t>/home/</a:t>
            </a:r>
            <a:r>
              <a:rPr lang="en-US" altLang="en-US" sz="2200" dirty="0" err="1">
                <a:ea typeface="ＭＳ Ｐゴシック" charset="-128"/>
              </a:rPr>
              <a:t>steen</a:t>
            </a:r>
            <a:r>
              <a:rPr lang="en-US" altLang="en-US" sz="2200" dirty="0">
                <a:ea typeface="ＭＳ Ｐゴシック" charset="-128"/>
              </a:rPr>
              <a:t>/</a:t>
            </a:r>
            <a:r>
              <a:rPr lang="en-US" altLang="en-US" sz="2200" dirty="0" err="1">
                <a:ea typeface="ＭＳ Ｐゴシック" charset="-128"/>
              </a:rPr>
              <a:t>mbox</a:t>
            </a:r>
            <a:r>
              <a:rPr lang="en-US" altLang="en-US" sz="2200" dirty="0">
                <a:ea typeface="ＭＳ Ｐゴシック" charset="-128"/>
              </a:rPr>
              <a:t>: start at the root of the file-system</a:t>
            </a:r>
          </a:p>
          <a:p>
            <a:pPr>
              <a:lnSpc>
                <a:spcPct val="10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883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Linking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name space can be effectively used to link two different entities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Two </a:t>
            </a:r>
            <a:r>
              <a:rPr lang="en-US" dirty="0"/>
              <a:t>types of links can exist between the nodes</a:t>
            </a:r>
            <a:r>
              <a:rPr lang="en-US" dirty="0" smtClean="0"/>
              <a:t>:</a:t>
            </a:r>
          </a:p>
          <a:p>
            <a:pPr marL="1263650" lvl="1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en-US" sz="2400" dirty="0">
                <a:ea typeface="ＭＳ Ｐゴシック" charset="-128"/>
              </a:rPr>
              <a:t>Hard Links</a:t>
            </a:r>
          </a:p>
          <a:p>
            <a:pPr marL="1263650" lvl="1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en-US" sz="2400" dirty="0">
                <a:ea typeface="ＭＳ Ｐゴシック" charset="-128"/>
              </a:rPr>
              <a:t>Symbolic Links</a:t>
            </a:r>
            <a:endParaRPr lang="en-US" sz="2400" dirty="0">
              <a:ea typeface="ＭＳ Ｐゴシック" charset="-128"/>
            </a:endParaRPr>
          </a:p>
          <a:p>
            <a:pPr>
              <a:lnSpc>
                <a:spcPct val="10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329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There is a directed link from the hard link to the actual node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rgbClr val="1D3064"/>
                </a:solidFill>
              </a:rPr>
              <a:t>Name </a:t>
            </a:r>
            <a:r>
              <a:rPr lang="en-US" dirty="0">
                <a:solidFill>
                  <a:srgbClr val="1D3064"/>
                </a:solidFill>
              </a:rPr>
              <a:t>resolution</a:t>
            </a:r>
            <a:r>
              <a:rPr lang="en-US" dirty="0" smtClean="0"/>
              <a:t>: Similar </a:t>
            </a:r>
            <a:r>
              <a:rPr lang="en-US" dirty="0"/>
              <a:t>to the general name resolution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rgbClr val="1D3064"/>
                </a:solidFill>
              </a:rPr>
              <a:t>Constraint</a:t>
            </a:r>
            <a:r>
              <a:rPr lang="en-US" dirty="0" smtClean="0"/>
              <a:t>: There </a:t>
            </a:r>
            <a:r>
              <a:rPr lang="en-US" dirty="0"/>
              <a:t>should be no cycles in the graph</a:t>
            </a:r>
          </a:p>
          <a:p>
            <a:pPr>
              <a:lnSpc>
                <a:spcPct val="100000"/>
              </a:lnSpc>
            </a:pPr>
            <a:endParaRPr lang="en-US" dirty="0" smtClean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1D9E36F-BBA4-4785-AE9A-18033251FF92}"/>
              </a:ext>
            </a:extLst>
          </p:cNvPr>
          <p:cNvSpPr/>
          <p:nvPr/>
        </p:nvSpPr>
        <p:spPr>
          <a:xfrm>
            <a:off x="2124636" y="2453509"/>
            <a:ext cx="6858000" cy="533400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bg1"/>
                </a:solidFill>
              </a:rPr>
              <a:t>“/home/</a:t>
            </a:r>
            <a:r>
              <a:rPr lang="en-US" sz="2800" dirty="0" err="1">
                <a:solidFill>
                  <a:schemeClr val="bg1"/>
                </a:solidFill>
              </a:rPr>
              <a:t>steen</a:t>
            </a:r>
            <a:r>
              <a:rPr lang="en-US" sz="2800" dirty="0">
                <a:solidFill>
                  <a:schemeClr val="bg1"/>
                </a:solidFill>
              </a:rPr>
              <a:t>/keys” is a hard link to “/keys”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C38339E-8A27-4DA8-8C0B-55C1208373E0}"/>
              </a:ext>
            </a:extLst>
          </p:cNvPr>
          <p:cNvSpPr/>
          <p:nvPr/>
        </p:nvSpPr>
        <p:spPr>
          <a:xfrm>
            <a:off x="5235388" y="3253609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441BABE-542D-4295-B354-317BCF246E49}"/>
              </a:ext>
            </a:extLst>
          </p:cNvPr>
          <p:cNvSpPr/>
          <p:nvPr/>
        </p:nvSpPr>
        <p:spPr>
          <a:xfrm>
            <a:off x="4320988" y="3939409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95F4894-9848-4599-9239-EC4252FF5293}"/>
              </a:ext>
            </a:extLst>
          </p:cNvPr>
          <p:cNvSpPr/>
          <p:nvPr/>
        </p:nvSpPr>
        <p:spPr>
          <a:xfrm>
            <a:off x="5159188" y="5006209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n4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57190B58-0120-4E6E-97AB-B17C6B50548C}"/>
              </a:ext>
            </a:extLst>
          </p:cNvPr>
          <p:cNvSpPr/>
          <p:nvPr/>
        </p:nvSpPr>
        <p:spPr>
          <a:xfrm>
            <a:off x="5768788" y="4015609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n5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6654789D-F6E2-44DA-B3AC-8C0A832FE883}"/>
              </a:ext>
            </a:extLst>
          </p:cNvPr>
          <p:cNvSpPr/>
          <p:nvPr/>
        </p:nvSpPr>
        <p:spPr>
          <a:xfrm>
            <a:off x="3406588" y="5082409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n2</a:t>
            </a: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C39CC9CC-A43C-465E-B7DC-AF517564C363}"/>
              </a:ext>
            </a:extLst>
          </p:cNvPr>
          <p:cNvSpPr/>
          <p:nvPr/>
        </p:nvSpPr>
        <p:spPr>
          <a:xfrm>
            <a:off x="4244788" y="5082409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B56A12B-4E12-4BD0-9ACB-6712DAA7712D}"/>
              </a:ext>
            </a:extLst>
          </p:cNvPr>
          <p:cNvSpPr/>
          <p:nvPr/>
        </p:nvSpPr>
        <p:spPr>
          <a:xfrm>
            <a:off x="5463988" y="6073009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400" dirty="0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D49B24B-7389-4F53-8933-59E5A4666BE0}"/>
              </a:ext>
            </a:extLst>
          </p:cNvPr>
          <p:cNvSpPr/>
          <p:nvPr/>
        </p:nvSpPr>
        <p:spPr>
          <a:xfrm>
            <a:off x="4625788" y="6073009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08BB67B6-4EFF-45A9-A35E-7AF8CA6CDC93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5425888" y="3634609"/>
            <a:ext cx="647700" cy="381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31D32127-C4D0-45CC-8DD8-92EFD3AB630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4511488" y="3634609"/>
            <a:ext cx="914400" cy="304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2341B386-A5BD-4C49-86CD-1B24709F6B3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4511488" y="4320409"/>
            <a:ext cx="38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A54FB094-9445-4883-91AA-456E5A5A274D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511488" y="4320409"/>
            <a:ext cx="838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C722FE41-41D4-42D2-9979-142F0ECE02C6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3711388" y="4320409"/>
            <a:ext cx="800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E2807B2D-FC3C-4517-9C43-9EB480F0A6D4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5349688" y="5387209"/>
            <a:ext cx="457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B82867AC-A489-4CB0-9D5A-5D3F41D04430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flipH="1">
            <a:off x="4930588" y="5387209"/>
            <a:ext cx="4191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A75AE5-0909-409A-BDAC-D8635AE3B5DF}"/>
              </a:ext>
            </a:extLst>
          </p:cNvPr>
          <p:cNvCxnSpPr>
            <a:stCxn id="7" idx="3"/>
            <a:endCxn id="8" idx="4"/>
          </p:cNvCxnSpPr>
          <p:nvPr/>
        </p:nvCxnSpPr>
        <p:spPr>
          <a:xfrm flipV="1">
            <a:off x="5540188" y="4320409"/>
            <a:ext cx="533400" cy="8763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52">
            <a:extLst>
              <a:ext uri="{FF2B5EF4-FFF2-40B4-BE49-F238E27FC236}">
                <a16:creationId xmlns="" xmlns:a16="http://schemas.microsoft.com/office/drawing/2014/main" id="{714371BF-E4D5-4A5E-A6EA-78C425C6B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8588" y="3406009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22" name="TextBox 53">
            <a:extLst>
              <a:ext uri="{FF2B5EF4-FFF2-40B4-BE49-F238E27FC236}">
                <a16:creationId xmlns="" xmlns:a16="http://schemas.microsoft.com/office/drawing/2014/main" id="{E05F1FA8-8AEE-46DB-AF8C-D3AE46E5C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88" y="3482209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keys</a:t>
            </a:r>
          </a:p>
        </p:txBody>
      </p:sp>
      <p:sp>
        <p:nvSpPr>
          <p:cNvPr id="23" name="TextBox 54">
            <a:extLst>
              <a:ext uri="{FF2B5EF4-FFF2-40B4-BE49-F238E27FC236}">
                <a16:creationId xmlns="" xmlns:a16="http://schemas.microsoft.com/office/drawing/2014/main" id="{BE859325-3488-48F6-9654-03B773A99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388" y="4396609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steen</a:t>
            </a:r>
          </a:p>
        </p:txBody>
      </p:sp>
      <p:sp>
        <p:nvSpPr>
          <p:cNvPr id="24" name="TextBox 55">
            <a:extLst>
              <a:ext uri="{FF2B5EF4-FFF2-40B4-BE49-F238E27FC236}">
                <a16:creationId xmlns="" xmlns:a16="http://schemas.microsoft.com/office/drawing/2014/main" id="{2D67BB6D-D4A3-46A1-8799-811C99365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188" y="4549009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25" name="TextBox 56">
            <a:extLst>
              <a:ext uri="{FF2B5EF4-FFF2-40B4-BE49-F238E27FC236}">
                <a16:creationId xmlns="" xmlns:a16="http://schemas.microsoft.com/office/drawing/2014/main" id="{EF56B564-97FD-4041-A7A0-F3593B312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7988" y="4396609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elke</a:t>
            </a:r>
          </a:p>
        </p:txBody>
      </p:sp>
      <p:sp>
        <p:nvSpPr>
          <p:cNvPr id="26" name="TextBox 71">
            <a:extLst>
              <a:ext uri="{FF2B5EF4-FFF2-40B4-BE49-F238E27FC236}">
                <a16:creationId xmlns="" xmlns:a16="http://schemas.microsoft.com/office/drawing/2014/main" id="{DA2E8399-63C0-4E2C-98B9-3DAA156DD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388" y="4026723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“/keys”</a:t>
            </a:r>
          </a:p>
        </p:txBody>
      </p:sp>
      <p:sp>
        <p:nvSpPr>
          <p:cNvPr id="27" name="TextBox 80">
            <a:extLst>
              <a:ext uri="{FF2B5EF4-FFF2-40B4-BE49-F238E27FC236}">
                <a16:creationId xmlns="" xmlns:a16="http://schemas.microsoft.com/office/drawing/2014/main" id="{D092FCCE-7DAC-4634-B8EE-9D0C58BB3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788" y="5539609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twmrc</a:t>
            </a:r>
          </a:p>
        </p:txBody>
      </p:sp>
      <p:sp>
        <p:nvSpPr>
          <p:cNvPr id="28" name="TextBox 81">
            <a:extLst>
              <a:ext uri="{FF2B5EF4-FFF2-40B4-BE49-F238E27FC236}">
                <a16:creationId xmlns="" xmlns:a16="http://schemas.microsoft.com/office/drawing/2014/main" id="{4796FB76-862E-4912-8B1E-0E45A1833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188" y="5615809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mbox</a:t>
            </a:r>
          </a:p>
        </p:txBody>
      </p:sp>
      <p:sp>
        <p:nvSpPr>
          <p:cNvPr id="29" name="TextBox 83">
            <a:extLst>
              <a:ext uri="{FF2B5EF4-FFF2-40B4-BE49-F238E27FC236}">
                <a16:creationId xmlns="" xmlns:a16="http://schemas.microsoft.com/office/drawing/2014/main" id="{8B3B50E0-064D-4DC6-8A55-CAAB2D977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788" y="4853809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keys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67BD141C-AE16-48DD-9B30-782A1CDAB92C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4511488" y="3634609"/>
            <a:ext cx="914400" cy="304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27551A72-E6B0-4CD5-AEA7-832ED406170C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511488" y="4320409"/>
            <a:ext cx="8382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153493B3-2AC8-470D-AC3F-B6747774159A}"/>
              </a:ext>
            </a:extLst>
          </p:cNvPr>
          <p:cNvCxnSpPr>
            <a:stCxn id="7" idx="3"/>
            <a:endCxn id="8" idx="4"/>
          </p:cNvCxnSpPr>
          <p:nvPr/>
        </p:nvCxnSpPr>
        <p:spPr>
          <a:xfrm flipV="1">
            <a:off x="5540188" y="4320409"/>
            <a:ext cx="533400" cy="8763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6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455638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Symbolic link stores the name of the original node as data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Name </a:t>
            </a:r>
            <a:r>
              <a:rPr lang="en-US" dirty="0"/>
              <a:t>resolution for a symbolic link SL</a:t>
            </a:r>
          </a:p>
          <a:p>
            <a:pPr marL="806450" lvl="2" indent="-361950"/>
            <a:r>
              <a:rPr lang="en-US" sz="2400" dirty="0"/>
              <a:t>First resolve SL’s name</a:t>
            </a:r>
          </a:p>
          <a:p>
            <a:pPr marL="806450" lvl="2" indent="-361950"/>
            <a:r>
              <a:rPr lang="en-US" sz="2400" dirty="0"/>
              <a:t>Read the content of SL </a:t>
            </a:r>
          </a:p>
          <a:p>
            <a:pPr marL="806450" lvl="2" indent="-361950"/>
            <a:r>
              <a:rPr lang="en-US" sz="2400" dirty="0"/>
              <a:t>Name resolution continues with content of SL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rgbClr val="1D3064"/>
                </a:solidFill>
              </a:rPr>
              <a:t>Constraint</a:t>
            </a:r>
            <a:r>
              <a:rPr lang="en-US" dirty="0" smtClean="0"/>
              <a:t>: No </a:t>
            </a:r>
            <a:r>
              <a:rPr lang="en-US" dirty="0"/>
              <a:t>cyclic references should be present</a:t>
            </a:r>
          </a:p>
          <a:p>
            <a:pPr>
              <a:lnSpc>
                <a:spcPct val="100000"/>
              </a:lnSpc>
            </a:pPr>
            <a:endParaRPr lang="en-US" dirty="0" smtClean="0"/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C847E4F8-FEC2-4C49-B0B4-9631A5A3E06D}"/>
              </a:ext>
            </a:extLst>
          </p:cNvPr>
          <p:cNvSpPr/>
          <p:nvPr/>
        </p:nvSpPr>
        <p:spPr>
          <a:xfrm>
            <a:off x="7637929" y="798513"/>
            <a:ext cx="4365812" cy="762000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bg1"/>
                </a:solidFill>
              </a:rPr>
              <a:t>“/home/</a:t>
            </a:r>
            <a:r>
              <a:rPr lang="en-US" sz="2400" dirty="0" err="1">
                <a:solidFill>
                  <a:schemeClr val="bg1"/>
                </a:solidFill>
              </a:rPr>
              <a:t>steen</a:t>
            </a:r>
            <a:r>
              <a:rPr lang="en-US" sz="2400" dirty="0">
                <a:solidFill>
                  <a:schemeClr val="bg1"/>
                </a:solidFill>
              </a:rPr>
              <a:t>/keys” is a symbolic link to “/keys”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DC46EBDC-DBBD-419B-991F-5B03B1BCFDF0}"/>
              </a:ext>
            </a:extLst>
          </p:cNvPr>
          <p:cNvSpPr/>
          <p:nvPr/>
        </p:nvSpPr>
        <p:spPr>
          <a:xfrm>
            <a:off x="9368118" y="17526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A4283BA7-A218-45D8-9971-3877AFB85F3B}"/>
              </a:ext>
            </a:extLst>
          </p:cNvPr>
          <p:cNvSpPr/>
          <p:nvPr/>
        </p:nvSpPr>
        <p:spPr>
          <a:xfrm>
            <a:off x="8453718" y="24384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D4B80B16-3020-431D-8474-2BEC596AC2FE}"/>
              </a:ext>
            </a:extLst>
          </p:cNvPr>
          <p:cNvSpPr/>
          <p:nvPr/>
        </p:nvSpPr>
        <p:spPr>
          <a:xfrm>
            <a:off x="9291918" y="35052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181DA565-34C3-45FF-BC46-D52285754CEE}"/>
              </a:ext>
            </a:extLst>
          </p:cNvPr>
          <p:cNvSpPr/>
          <p:nvPr/>
        </p:nvSpPr>
        <p:spPr>
          <a:xfrm>
            <a:off x="9901518" y="25146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3101A8AC-9038-42C0-AD6E-A130DFA91FCA}"/>
              </a:ext>
            </a:extLst>
          </p:cNvPr>
          <p:cNvSpPr/>
          <p:nvPr/>
        </p:nvSpPr>
        <p:spPr>
          <a:xfrm>
            <a:off x="7539318" y="35814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25A1F85-B886-4D81-ADAD-BD92183083D3}"/>
              </a:ext>
            </a:extLst>
          </p:cNvPr>
          <p:cNvSpPr/>
          <p:nvPr/>
        </p:nvSpPr>
        <p:spPr>
          <a:xfrm>
            <a:off x="8377518" y="35814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DA53B76E-385F-4E16-8313-5CA4131C6300}"/>
              </a:ext>
            </a:extLst>
          </p:cNvPr>
          <p:cNvSpPr/>
          <p:nvPr/>
        </p:nvSpPr>
        <p:spPr>
          <a:xfrm>
            <a:off x="9139518" y="4572000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400" dirty="0"/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BC3BBFB5-C448-4F96-BA11-E84296E654AC}"/>
              </a:ext>
            </a:extLst>
          </p:cNvPr>
          <p:cNvSpPr/>
          <p:nvPr/>
        </p:nvSpPr>
        <p:spPr>
          <a:xfrm>
            <a:off x="8301318" y="4572000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="" xmlns:a16="http://schemas.microsoft.com/office/drawing/2014/main" id="{803EDD6D-D760-4D84-B78D-695336C08B37}"/>
              </a:ext>
            </a:extLst>
          </p:cNvPr>
          <p:cNvCxnSpPr>
            <a:stCxn id="34" idx="2"/>
            <a:endCxn id="37" idx="0"/>
          </p:cNvCxnSpPr>
          <p:nvPr/>
        </p:nvCxnSpPr>
        <p:spPr>
          <a:xfrm>
            <a:off x="9558618" y="2133600"/>
            <a:ext cx="647700" cy="381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="" xmlns:a16="http://schemas.microsoft.com/office/drawing/2014/main" id="{087F0B9E-1E81-4D57-B231-16888822130E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 flipH="1">
            <a:off x="8644218" y="2133600"/>
            <a:ext cx="914400" cy="304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="" xmlns:a16="http://schemas.microsoft.com/office/drawing/2014/main" id="{DED9F662-ACF4-449D-A753-74DD72666016}"/>
              </a:ext>
            </a:extLst>
          </p:cNvPr>
          <p:cNvCxnSpPr>
            <a:stCxn id="35" idx="2"/>
            <a:endCxn id="39" idx="0"/>
          </p:cNvCxnSpPr>
          <p:nvPr/>
        </p:nvCxnSpPr>
        <p:spPr>
          <a:xfrm>
            <a:off x="8644218" y="2819400"/>
            <a:ext cx="38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10224BE-493E-4E4A-A283-78B1889D15B2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8644218" y="2819400"/>
            <a:ext cx="838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="" xmlns:a16="http://schemas.microsoft.com/office/drawing/2014/main" id="{17EF367C-3ED5-4EFC-8E8F-A6C6AB7DDBB1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 flipH="1">
            <a:off x="7844118" y="2819400"/>
            <a:ext cx="800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="" xmlns:a16="http://schemas.microsoft.com/office/drawing/2014/main" id="{5F071C10-78B2-49C7-8CCC-D13454E2194A}"/>
              </a:ext>
            </a:extLst>
          </p:cNvPr>
          <p:cNvCxnSpPr>
            <a:stCxn id="36" idx="2"/>
            <a:endCxn id="40" idx="0"/>
          </p:cNvCxnSpPr>
          <p:nvPr/>
        </p:nvCxnSpPr>
        <p:spPr>
          <a:xfrm>
            <a:off x="9482418" y="3886200"/>
            <a:ext cx="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="" xmlns:a16="http://schemas.microsoft.com/office/drawing/2014/main" id="{95BB8784-46AE-4350-983A-420FAE34059C}"/>
              </a:ext>
            </a:extLst>
          </p:cNvPr>
          <p:cNvCxnSpPr>
            <a:stCxn id="36" idx="2"/>
            <a:endCxn id="41" idx="0"/>
          </p:cNvCxnSpPr>
          <p:nvPr/>
        </p:nvCxnSpPr>
        <p:spPr>
          <a:xfrm flipH="1">
            <a:off x="8606118" y="3886200"/>
            <a:ext cx="8763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52">
            <a:extLst>
              <a:ext uri="{FF2B5EF4-FFF2-40B4-BE49-F238E27FC236}">
                <a16:creationId xmlns="" xmlns:a16="http://schemas.microsoft.com/office/drawing/2014/main" id="{995F5E7E-77ED-403F-82D6-B00173897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318" y="19050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50" name="TextBox 53">
            <a:extLst>
              <a:ext uri="{FF2B5EF4-FFF2-40B4-BE49-F238E27FC236}">
                <a16:creationId xmlns="" xmlns:a16="http://schemas.microsoft.com/office/drawing/2014/main" id="{D916F85D-F6C0-4C6B-98A5-5DE8452BE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5318" y="19812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keys</a:t>
            </a:r>
          </a:p>
        </p:txBody>
      </p:sp>
      <p:sp>
        <p:nvSpPr>
          <p:cNvPr id="51" name="TextBox 54">
            <a:extLst>
              <a:ext uri="{FF2B5EF4-FFF2-40B4-BE49-F238E27FC236}">
                <a16:creationId xmlns="" xmlns:a16="http://schemas.microsoft.com/office/drawing/2014/main" id="{A9B1D12A-5798-43F3-9A09-5F82F88BE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7118" y="28956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steen</a:t>
            </a:r>
          </a:p>
        </p:txBody>
      </p:sp>
      <p:sp>
        <p:nvSpPr>
          <p:cNvPr id="52" name="TextBox 55">
            <a:extLst>
              <a:ext uri="{FF2B5EF4-FFF2-40B4-BE49-F238E27FC236}">
                <a16:creationId xmlns="" xmlns:a16="http://schemas.microsoft.com/office/drawing/2014/main" id="{B055E85F-E9CB-47DE-BD37-3862EE329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918" y="3048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53" name="TextBox 56">
            <a:extLst>
              <a:ext uri="{FF2B5EF4-FFF2-40B4-BE49-F238E27FC236}">
                <a16:creationId xmlns="" xmlns:a16="http://schemas.microsoft.com/office/drawing/2014/main" id="{DEA6AE87-FCBF-4EC7-A61D-5844D1834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718" y="2895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elke</a:t>
            </a:r>
          </a:p>
        </p:txBody>
      </p:sp>
      <p:sp>
        <p:nvSpPr>
          <p:cNvPr id="54" name="TextBox 71">
            <a:extLst>
              <a:ext uri="{FF2B5EF4-FFF2-40B4-BE49-F238E27FC236}">
                <a16:creationId xmlns="" xmlns:a16="http://schemas.microsoft.com/office/drawing/2014/main" id="{4B760C1A-ABB7-4568-A1DF-7E036F02E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1118" y="2525714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“/keys”</a:t>
            </a:r>
          </a:p>
        </p:txBody>
      </p:sp>
      <p:sp>
        <p:nvSpPr>
          <p:cNvPr id="55" name="TextBox 80">
            <a:extLst>
              <a:ext uri="{FF2B5EF4-FFF2-40B4-BE49-F238E27FC236}">
                <a16:creationId xmlns="" xmlns:a16="http://schemas.microsoft.com/office/drawing/2014/main" id="{5E15D187-0297-4C55-85D4-2E1777A43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318" y="4038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twmrc</a:t>
            </a:r>
          </a:p>
        </p:txBody>
      </p:sp>
      <p:sp>
        <p:nvSpPr>
          <p:cNvPr id="56" name="TextBox 81">
            <a:extLst>
              <a:ext uri="{FF2B5EF4-FFF2-40B4-BE49-F238E27FC236}">
                <a16:creationId xmlns="" xmlns:a16="http://schemas.microsoft.com/office/drawing/2014/main" id="{C54FDC21-BBCA-4672-8483-2F82B94BA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318" y="41148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mbox</a:t>
            </a:r>
          </a:p>
        </p:txBody>
      </p:sp>
      <p:sp>
        <p:nvSpPr>
          <p:cNvPr id="57" name="TextBox 83">
            <a:extLst>
              <a:ext uri="{FF2B5EF4-FFF2-40B4-BE49-F238E27FC236}">
                <a16:creationId xmlns="" xmlns:a16="http://schemas.microsoft.com/office/drawing/2014/main" id="{26C4E2D5-AE60-42F6-AD6C-D33FB5190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1518" y="3821114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keys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="" xmlns:a16="http://schemas.microsoft.com/office/drawing/2014/main" id="{94D1DC38-35FD-49BE-83ED-DB5B1E71E64C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 flipH="1">
            <a:off x="8644218" y="2133600"/>
            <a:ext cx="914400" cy="304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="" xmlns:a16="http://schemas.microsoft.com/office/drawing/2014/main" id="{6BA337FE-554F-4499-BF8B-15FBC5C7C145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8644218" y="2819400"/>
            <a:ext cx="8382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="" xmlns:a16="http://schemas.microsoft.com/office/drawing/2014/main" id="{0667744E-9014-4D0A-B0C5-27E48D632E32}"/>
              </a:ext>
            </a:extLst>
          </p:cNvPr>
          <p:cNvCxnSpPr>
            <a:stCxn id="36" idx="2"/>
            <a:endCxn id="61" idx="0"/>
          </p:cNvCxnSpPr>
          <p:nvPr/>
        </p:nvCxnSpPr>
        <p:spPr>
          <a:xfrm>
            <a:off x="9482418" y="3886200"/>
            <a:ext cx="9525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041F07AF-516B-492E-A48B-6FD30E424489}"/>
              </a:ext>
            </a:extLst>
          </p:cNvPr>
          <p:cNvSpPr/>
          <p:nvPr/>
        </p:nvSpPr>
        <p:spPr>
          <a:xfrm>
            <a:off x="10130118" y="4572000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/>
              <a:t>n6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="" xmlns:a16="http://schemas.microsoft.com/office/drawing/2014/main" id="{BFDCF0F1-8C81-42BF-9C37-84A9EF0F273C}"/>
              </a:ext>
            </a:extLst>
          </p:cNvPr>
          <p:cNvSpPr/>
          <p:nvPr/>
        </p:nvSpPr>
        <p:spPr>
          <a:xfrm>
            <a:off x="9977718" y="5257800"/>
            <a:ext cx="914400" cy="3810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tx1"/>
                </a:solidFill>
              </a:rPr>
              <a:t>“/keys”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="" xmlns:a16="http://schemas.microsoft.com/office/drawing/2014/main" id="{E1E81803-3B16-418D-ACED-30C6F3F3217E}"/>
              </a:ext>
            </a:extLst>
          </p:cNvPr>
          <p:cNvCxnSpPr>
            <a:stCxn id="61" idx="4"/>
            <a:endCxn id="62" idx="0"/>
          </p:cNvCxnSpPr>
          <p:nvPr/>
        </p:nvCxnSpPr>
        <p:spPr>
          <a:xfrm>
            <a:off x="10434918" y="4953000"/>
            <a:ext cx="0" cy="3048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47">
            <a:extLst>
              <a:ext uri="{FF2B5EF4-FFF2-40B4-BE49-F238E27FC236}">
                <a16:creationId xmlns="" xmlns:a16="http://schemas.microsoft.com/office/drawing/2014/main" id="{C0FCD203-D4FF-48B9-AC2F-0D6AB6DFA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7918" y="52578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Data stored in n6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="" xmlns:a16="http://schemas.microsoft.com/office/drawing/2014/main" id="{14140D27-E3A6-4A8E-B66F-221FFD98C349}"/>
              </a:ext>
            </a:extLst>
          </p:cNvPr>
          <p:cNvCxnSpPr>
            <a:stCxn id="36" idx="2"/>
            <a:endCxn id="61" idx="0"/>
          </p:cNvCxnSpPr>
          <p:nvPr/>
        </p:nvCxnSpPr>
        <p:spPr>
          <a:xfrm>
            <a:off x="9482418" y="3886200"/>
            <a:ext cx="9525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28161E37-B5A2-4613-9A72-160D6B461D18}"/>
              </a:ext>
            </a:extLst>
          </p:cNvPr>
          <p:cNvCxnSpPr>
            <a:stCxn id="34" idx="2"/>
            <a:endCxn id="37" idx="0"/>
          </p:cNvCxnSpPr>
          <p:nvPr/>
        </p:nvCxnSpPr>
        <p:spPr>
          <a:xfrm>
            <a:off x="9558618" y="2133600"/>
            <a:ext cx="647700" cy="381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16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6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6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of Name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6"/>
                </a:solidFill>
              </a:rPr>
              <a:t>Two or more name spaces can be merged transparently </a:t>
            </a:r>
            <a:r>
              <a:rPr lang="en-US" dirty="0"/>
              <a:t>by a technique known as </a:t>
            </a:r>
            <a:r>
              <a:rPr lang="en-US" dirty="0">
                <a:solidFill>
                  <a:srgbClr val="1D3064"/>
                </a:solidFill>
              </a:rPr>
              <a:t>mounting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With </a:t>
            </a:r>
            <a:r>
              <a:rPr lang="en-US" dirty="0"/>
              <a:t>mounting, a directory node in one name space will store the identifier of the directory node of another name space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Network </a:t>
            </a:r>
            <a:r>
              <a:rPr lang="en-US" dirty="0"/>
              <a:t>File System (NFS) is an example where different name spaces are mounted</a:t>
            </a:r>
          </a:p>
          <a:p>
            <a:pPr marL="806450" lvl="2" indent="-361950"/>
            <a:r>
              <a:rPr lang="en-US" sz="2400" dirty="0"/>
              <a:t>NFS enables transparent access to remote files</a:t>
            </a:r>
          </a:p>
          <a:p>
            <a:pPr>
              <a:lnSpc>
                <a:spcPct val="10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7230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Mounting Name Spaces in NFS</a:t>
            </a: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5992906" y="1108355"/>
            <a:ext cx="2971800" cy="3962400"/>
            <a:chOff x="5105400" y="3962400"/>
            <a:chExt cx="3194686" cy="2057400"/>
          </a:xfrm>
        </p:grpSpPr>
        <p:sp>
          <p:nvSpPr>
            <p:cNvPr id="5" name="Rectangle 4"/>
            <p:cNvSpPr/>
            <p:nvPr/>
          </p:nvSpPr>
          <p:spPr>
            <a:xfrm>
              <a:off x="5105400" y="3962400"/>
              <a:ext cx="3194686" cy="20574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5105400" y="3962400"/>
              <a:ext cx="3194686" cy="211839"/>
            </a:xfrm>
            <a:prstGeom prst="rect">
              <a:avLst/>
            </a:prstGeom>
            <a:solidFill>
              <a:srgbClr val="1D3064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chemeClr val="bg1"/>
                  </a:solidFill>
                </a:rPr>
                <a:t>Machine B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145306" y="1717955"/>
            <a:ext cx="2667000" cy="2819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0000"/>
                </a:solidFill>
              </a:rPr>
              <a:t>Name Space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5306" y="4551642"/>
            <a:ext cx="2667000" cy="457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OS</a:t>
            </a:r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1344706" y="1108355"/>
            <a:ext cx="2971800" cy="3962400"/>
            <a:chOff x="5105400" y="3962400"/>
            <a:chExt cx="3276601" cy="2057400"/>
          </a:xfrm>
        </p:grpSpPr>
        <p:sp>
          <p:nvSpPr>
            <p:cNvPr id="10" name="Rectangle 9"/>
            <p:cNvSpPr/>
            <p:nvPr/>
          </p:nvSpPr>
          <p:spPr>
            <a:xfrm>
              <a:off x="5105400" y="3962400"/>
              <a:ext cx="3276601" cy="20574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5105400" y="3962400"/>
              <a:ext cx="3276601" cy="211839"/>
            </a:xfrm>
            <a:prstGeom prst="rect">
              <a:avLst/>
            </a:prstGeom>
            <a:solidFill>
              <a:srgbClr val="1D3064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chemeClr val="bg1"/>
                  </a:solidFill>
                </a:rPr>
                <a:t>Machine A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1573306" y="1717955"/>
            <a:ext cx="2514600" cy="2819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0000"/>
                </a:solidFill>
              </a:rPr>
              <a:t>Name Space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3306" y="4551642"/>
            <a:ext cx="2514600" cy="457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OS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259106" y="5375555"/>
            <a:ext cx="59436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3097306" y="5223155"/>
            <a:ext cx="304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6924769" y="5223155"/>
            <a:ext cx="304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64506" y="2098955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7008906" y="2632355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7593106" y="3330855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20" name="Oval 19"/>
          <p:cNvSpPr/>
          <p:nvPr/>
        </p:nvSpPr>
        <p:spPr>
          <a:xfrm>
            <a:off x="7720106" y="2586317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21" name="Oval 20"/>
          <p:cNvSpPr/>
          <p:nvPr/>
        </p:nvSpPr>
        <p:spPr>
          <a:xfrm>
            <a:off x="6221506" y="3394355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22" name="Oval 21"/>
          <p:cNvSpPr/>
          <p:nvPr/>
        </p:nvSpPr>
        <p:spPr>
          <a:xfrm>
            <a:off x="6907306" y="3394355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23" name="Oval 22"/>
          <p:cNvSpPr/>
          <p:nvPr/>
        </p:nvSpPr>
        <p:spPr>
          <a:xfrm>
            <a:off x="7834406" y="4080155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24" name="Oval 23"/>
          <p:cNvSpPr/>
          <p:nvPr/>
        </p:nvSpPr>
        <p:spPr>
          <a:xfrm>
            <a:off x="7135906" y="4080155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100" dirty="0"/>
          </a:p>
        </p:txBody>
      </p:sp>
      <p:cxnSp>
        <p:nvCxnSpPr>
          <p:cNvPr id="25" name="Straight Connector 24"/>
          <p:cNvCxnSpPr>
            <a:stCxn id="17" idx="2"/>
            <a:endCxn id="20" idx="0"/>
          </p:cNvCxnSpPr>
          <p:nvPr/>
        </p:nvCxnSpPr>
        <p:spPr>
          <a:xfrm>
            <a:off x="7555006" y="2479955"/>
            <a:ext cx="469900" cy="10636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7" idx="2"/>
            <a:endCxn id="18" idx="0"/>
          </p:cNvCxnSpPr>
          <p:nvPr/>
        </p:nvCxnSpPr>
        <p:spPr>
          <a:xfrm flipH="1">
            <a:off x="7199406" y="2479955"/>
            <a:ext cx="355600" cy="1524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8" idx="2"/>
            <a:endCxn id="22" idx="0"/>
          </p:cNvCxnSpPr>
          <p:nvPr/>
        </p:nvCxnSpPr>
        <p:spPr>
          <a:xfrm>
            <a:off x="7199406" y="3013355"/>
            <a:ext cx="12700" cy="3810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8" idx="2"/>
            <a:endCxn id="19" idx="0"/>
          </p:cNvCxnSpPr>
          <p:nvPr/>
        </p:nvCxnSpPr>
        <p:spPr>
          <a:xfrm>
            <a:off x="7199406" y="3013355"/>
            <a:ext cx="584200" cy="3175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8" idx="2"/>
            <a:endCxn id="21" idx="0"/>
          </p:cNvCxnSpPr>
          <p:nvPr/>
        </p:nvCxnSpPr>
        <p:spPr>
          <a:xfrm flipH="1">
            <a:off x="6526306" y="3013355"/>
            <a:ext cx="673100" cy="3810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9" idx="2"/>
            <a:endCxn id="23" idx="0"/>
          </p:cNvCxnSpPr>
          <p:nvPr/>
        </p:nvCxnSpPr>
        <p:spPr>
          <a:xfrm>
            <a:off x="7783606" y="3711855"/>
            <a:ext cx="393700" cy="3683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9" idx="2"/>
            <a:endCxn id="24" idx="0"/>
          </p:cNvCxnSpPr>
          <p:nvPr/>
        </p:nvCxnSpPr>
        <p:spPr>
          <a:xfrm flipH="1">
            <a:off x="7440706" y="3711855"/>
            <a:ext cx="342900" cy="3683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3"/>
          <p:cNvSpPr txBox="1">
            <a:spLocks noChangeArrowheads="1"/>
          </p:cNvSpPr>
          <p:nvPr/>
        </p:nvSpPr>
        <p:spPr bwMode="auto">
          <a:xfrm>
            <a:off x="6602506" y="2251356"/>
            <a:ext cx="838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chemeClr val="tx1"/>
                </a:solidFill>
                <a:latin typeface="+mn-lt"/>
              </a:rPr>
              <a:t>home</a:t>
            </a:r>
          </a:p>
        </p:txBody>
      </p:sp>
      <p:sp>
        <p:nvSpPr>
          <p:cNvPr id="33" name="TextBox 55"/>
          <p:cNvSpPr txBox="1">
            <a:spLocks noChangeArrowheads="1"/>
          </p:cNvSpPr>
          <p:nvPr/>
        </p:nvSpPr>
        <p:spPr bwMode="auto">
          <a:xfrm>
            <a:off x="7364506" y="2903817"/>
            <a:ext cx="83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chemeClr val="tx1"/>
                </a:solidFill>
                <a:latin typeface="+mn-lt"/>
              </a:rPr>
              <a:t>steen</a:t>
            </a:r>
          </a:p>
        </p:txBody>
      </p:sp>
      <p:sp>
        <p:nvSpPr>
          <p:cNvPr id="34" name="TextBox 59"/>
          <p:cNvSpPr txBox="1">
            <a:spLocks noChangeArrowheads="1"/>
          </p:cNvSpPr>
          <p:nvPr/>
        </p:nvSpPr>
        <p:spPr bwMode="auto">
          <a:xfrm>
            <a:off x="7974106" y="3699156"/>
            <a:ext cx="76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chemeClr val="tx1"/>
                </a:solidFill>
                <a:latin typeface="+mn-lt"/>
              </a:rPr>
              <a:t>mbox</a:t>
            </a:r>
          </a:p>
        </p:txBody>
      </p:sp>
      <p:sp>
        <p:nvSpPr>
          <p:cNvPr id="35" name="TextBox 70"/>
          <p:cNvSpPr txBox="1">
            <a:spLocks noChangeArrowheads="1"/>
          </p:cNvSpPr>
          <p:nvPr/>
        </p:nvSpPr>
        <p:spPr bwMode="auto">
          <a:xfrm>
            <a:off x="4316506" y="1443318"/>
            <a:ext cx="1676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+mn-lt"/>
              </a:rPr>
              <a:t>Name Server for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+mn-lt"/>
              </a:rPr>
              <a:t>foreign name space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8706" y="2052917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37" name="Rectangle 36"/>
          <p:cNvSpPr/>
          <p:nvPr/>
        </p:nvSpPr>
        <p:spPr>
          <a:xfrm>
            <a:off x="2513106" y="2586317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38" name="Rectangle 37"/>
          <p:cNvSpPr/>
          <p:nvPr/>
        </p:nvSpPr>
        <p:spPr>
          <a:xfrm>
            <a:off x="3097306" y="3284817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39" name="Oval 38"/>
          <p:cNvSpPr/>
          <p:nvPr/>
        </p:nvSpPr>
        <p:spPr>
          <a:xfrm>
            <a:off x="3224306" y="254028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sp>
        <p:nvSpPr>
          <p:cNvPr id="40" name="Oval 39"/>
          <p:cNvSpPr/>
          <p:nvPr/>
        </p:nvSpPr>
        <p:spPr>
          <a:xfrm>
            <a:off x="1725706" y="3348317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 dirty="0"/>
          </a:p>
        </p:txBody>
      </p:sp>
      <p:cxnSp>
        <p:nvCxnSpPr>
          <p:cNvPr id="41" name="Straight Connector 40"/>
          <p:cNvCxnSpPr>
            <a:stCxn id="36" idx="2"/>
            <a:endCxn id="39" idx="0"/>
          </p:cNvCxnSpPr>
          <p:nvPr/>
        </p:nvCxnSpPr>
        <p:spPr>
          <a:xfrm>
            <a:off x="3059206" y="2433918"/>
            <a:ext cx="469900" cy="10636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2"/>
            <a:endCxn id="37" idx="0"/>
          </p:cNvCxnSpPr>
          <p:nvPr/>
        </p:nvCxnSpPr>
        <p:spPr>
          <a:xfrm flipH="1">
            <a:off x="2703606" y="2433917"/>
            <a:ext cx="355600" cy="1524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7" idx="2"/>
            <a:endCxn id="38" idx="0"/>
          </p:cNvCxnSpPr>
          <p:nvPr/>
        </p:nvCxnSpPr>
        <p:spPr>
          <a:xfrm>
            <a:off x="2703606" y="2967317"/>
            <a:ext cx="584200" cy="3175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7" idx="2"/>
            <a:endCxn id="40" idx="0"/>
          </p:cNvCxnSpPr>
          <p:nvPr/>
        </p:nvCxnSpPr>
        <p:spPr>
          <a:xfrm flipH="1">
            <a:off x="2030506" y="2967317"/>
            <a:ext cx="673100" cy="3810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86"/>
          <p:cNvSpPr txBox="1">
            <a:spLocks noChangeArrowheads="1"/>
          </p:cNvSpPr>
          <p:nvPr/>
        </p:nvSpPr>
        <p:spPr bwMode="auto">
          <a:xfrm>
            <a:off x="2106706" y="2205317"/>
            <a:ext cx="83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chemeClr val="tx1"/>
                </a:solidFill>
                <a:latin typeface="+mn-lt"/>
              </a:rPr>
              <a:t>remote</a:t>
            </a:r>
          </a:p>
        </p:txBody>
      </p:sp>
      <p:sp>
        <p:nvSpPr>
          <p:cNvPr id="46" name="TextBox 87"/>
          <p:cNvSpPr txBox="1">
            <a:spLocks noChangeArrowheads="1"/>
          </p:cNvSpPr>
          <p:nvPr/>
        </p:nvSpPr>
        <p:spPr bwMode="auto">
          <a:xfrm>
            <a:off x="2868706" y="2857781"/>
            <a:ext cx="533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sz="2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chemeClr val="tx1"/>
                </a:solidFill>
                <a:latin typeface="+mn-lt"/>
              </a:rPr>
              <a:t>vu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49506" y="3805517"/>
            <a:ext cx="1600200" cy="6096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“nfs://</a:t>
            </a:r>
            <a:r>
              <a:rPr lang="en-US" sz="1400" dirty="0"/>
              <a:t>flits.cs.vu.nl/home/steen</a:t>
            </a:r>
            <a:r>
              <a:rPr lang="en-US" dirty="0"/>
              <a:t>”</a:t>
            </a:r>
          </a:p>
        </p:txBody>
      </p:sp>
      <p:cxnSp>
        <p:nvCxnSpPr>
          <p:cNvPr id="48" name="Straight Connector 47"/>
          <p:cNvCxnSpPr>
            <a:stCxn id="38" idx="2"/>
            <a:endCxn id="47" idx="0"/>
          </p:cNvCxnSpPr>
          <p:nvPr/>
        </p:nvCxnSpPr>
        <p:spPr>
          <a:xfrm flipH="1">
            <a:off x="2449606" y="3665817"/>
            <a:ext cx="838200" cy="139700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" name="Group 102"/>
          <p:cNvGrpSpPr>
            <a:grpSpLocks/>
          </p:cNvGrpSpPr>
          <p:nvPr/>
        </p:nvGrpSpPr>
        <p:grpSpPr bwMode="auto">
          <a:xfrm>
            <a:off x="3173506" y="4415117"/>
            <a:ext cx="5041900" cy="861219"/>
            <a:chOff x="2590800" y="5181600"/>
            <a:chExt cx="5041900" cy="861219"/>
          </a:xfrm>
        </p:grpSpPr>
        <p:cxnSp>
          <p:nvCxnSpPr>
            <p:cNvPr id="50" name="Straight Connector 49"/>
            <p:cNvCxnSpPr/>
            <p:nvPr/>
          </p:nvCxnSpPr>
          <p:spPr bwMode="auto">
            <a:xfrm>
              <a:off x="7607300" y="5250657"/>
              <a:ext cx="25400" cy="792162"/>
            </a:xfrm>
            <a:prstGeom prst="line">
              <a:avLst/>
            </a:prstGeom>
            <a:ln w="57150">
              <a:solidFill>
                <a:srgbClr val="0000FF"/>
              </a:solidFill>
              <a:head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2590800" y="6019800"/>
              <a:ext cx="5016500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 bwMode="auto">
            <a:xfrm>
              <a:off x="2590800" y="5181600"/>
              <a:ext cx="0" cy="83820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Connector 52"/>
          <p:cNvCxnSpPr/>
          <p:nvPr/>
        </p:nvCxnSpPr>
        <p:spPr>
          <a:xfrm flipH="1" flipV="1">
            <a:off x="5840506" y="1900517"/>
            <a:ext cx="304800" cy="762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039906" y="5481917"/>
            <a:ext cx="8305800" cy="533400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</a:rPr>
              <a:t>Name resolution for “/remote/vu/home/</a:t>
            </a:r>
            <a:r>
              <a:rPr lang="en-US" b="1" dirty="0" err="1">
                <a:solidFill>
                  <a:schemeClr val="bg1"/>
                </a:solidFill>
              </a:rPr>
              <a:t>steen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mbox</a:t>
            </a:r>
            <a:r>
              <a:rPr lang="en-US" b="1" dirty="0">
                <a:solidFill>
                  <a:schemeClr val="bg1"/>
                </a:solidFill>
              </a:rPr>
              <a:t>” in a distributed file system</a:t>
            </a:r>
          </a:p>
        </p:txBody>
      </p:sp>
    </p:spTree>
    <p:extLst>
      <p:ext uri="{BB962C8B-B14F-4D97-AF65-F5344CB8AC3E}">
        <p14:creationId xmlns:p14="http://schemas.microsoft.com/office/powerpoint/2010/main" val="110778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Name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large-scale distributed systems, it is essential to distribute name spaces over multiple name servers</a:t>
            </a:r>
          </a:p>
          <a:p>
            <a:pPr lvl="1"/>
            <a:r>
              <a:rPr lang="en-US" altLang="en-US" sz="2400" dirty="0"/>
              <a:t>Distribute the nodes of the naming </a:t>
            </a:r>
            <a:r>
              <a:rPr lang="en-US" altLang="en-US" sz="2400" dirty="0" smtClean="0"/>
              <a:t>graph</a:t>
            </a:r>
            <a:endParaRPr lang="en-US" altLang="en-US" sz="2400" dirty="0"/>
          </a:p>
          <a:p>
            <a:pPr lvl="1"/>
            <a:r>
              <a:rPr lang="en-US" altLang="en-US" sz="2400" dirty="0"/>
              <a:t>Distribute the name space </a:t>
            </a:r>
            <a:r>
              <a:rPr lang="en-US" altLang="en-US" sz="2400" dirty="0" smtClean="0"/>
              <a:t>management</a:t>
            </a:r>
            <a:endParaRPr lang="en-US" altLang="en-US" sz="2400" dirty="0"/>
          </a:p>
          <a:p>
            <a:pPr lvl="1"/>
            <a:r>
              <a:rPr lang="en-US" altLang="en-US" sz="2400" dirty="0"/>
              <a:t>Distribute the name resolution </a:t>
            </a:r>
            <a:r>
              <a:rPr lang="en-US" altLang="en-US" sz="2400" dirty="0" smtClean="0"/>
              <a:t>mechanisms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7620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in Distributed Name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Distributed name spaces can be divided into three </a:t>
            </a:r>
            <a:r>
              <a:rPr lang="en-US" altLang="en-US" sz="2600" dirty="0" smtClean="0"/>
              <a:t>layers</a:t>
            </a:r>
            <a:endParaRPr lang="en-US" altLang="en-US" sz="2600" dirty="0"/>
          </a:p>
        </p:txBody>
      </p:sp>
      <p:sp>
        <p:nvSpPr>
          <p:cNvPr id="4" name="Freeform 3"/>
          <p:cNvSpPr/>
          <p:nvPr/>
        </p:nvSpPr>
        <p:spPr>
          <a:xfrm>
            <a:off x="242047" y="1612963"/>
            <a:ext cx="1881407" cy="1650379"/>
          </a:xfrm>
          <a:custGeom>
            <a:avLst/>
            <a:gdLst>
              <a:gd name="connsiteX0" fmla="*/ 0 w 1650378"/>
              <a:gd name="connsiteY0" fmla="*/ 0 h 1155265"/>
              <a:gd name="connsiteX1" fmla="*/ 1072746 w 1650378"/>
              <a:gd name="connsiteY1" fmla="*/ 0 h 1155265"/>
              <a:gd name="connsiteX2" fmla="*/ 1650378 w 1650378"/>
              <a:gd name="connsiteY2" fmla="*/ 577633 h 1155265"/>
              <a:gd name="connsiteX3" fmla="*/ 1072746 w 1650378"/>
              <a:gd name="connsiteY3" fmla="*/ 1155265 h 1155265"/>
              <a:gd name="connsiteX4" fmla="*/ 0 w 1650378"/>
              <a:gd name="connsiteY4" fmla="*/ 1155265 h 1155265"/>
              <a:gd name="connsiteX5" fmla="*/ 577633 w 1650378"/>
              <a:gd name="connsiteY5" fmla="*/ 577633 h 1155265"/>
              <a:gd name="connsiteX6" fmla="*/ 0 w 1650378"/>
              <a:gd name="connsiteY6" fmla="*/ 0 h 115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0378" h="1155265">
                <a:moveTo>
                  <a:pt x="1650377" y="0"/>
                </a:moveTo>
                <a:lnTo>
                  <a:pt x="1650377" y="750922"/>
                </a:lnTo>
                <a:lnTo>
                  <a:pt x="825188" y="1155265"/>
                </a:lnTo>
                <a:lnTo>
                  <a:pt x="1" y="750922"/>
                </a:lnTo>
                <a:lnTo>
                  <a:pt x="1" y="0"/>
                </a:lnTo>
                <a:lnTo>
                  <a:pt x="825188" y="404343"/>
                </a:lnTo>
                <a:lnTo>
                  <a:pt x="1650377" y="0"/>
                </a:lnTo>
                <a:close/>
              </a:path>
            </a:pathLst>
          </a:custGeom>
          <a:solidFill>
            <a:srgbClr val="1D3064"/>
          </a:solidFill>
          <a:ln>
            <a:noFill/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31" tIns="589064" rIns="11430" bIns="36000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kern="1200" dirty="0" smtClean="0">
                <a:solidFill>
                  <a:schemeClr val="bg1"/>
                </a:solidFill>
              </a:rPr>
              <a:t>Global </a:t>
            </a: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kern="1200" dirty="0" smtClean="0">
                <a:solidFill>
                  <a:schemeClr val="bg1"/>
                </a:solidFill>
              </a:rPr>
              <a:t>Layer</a:t>
            </a:r>
            <a:endParaRPr lang="en-US" sz="2400" kern="1200" dirty="0">
              <a:solidFill>
                <a:schemeClr val="bg1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2123453" y="1612964"/>
            <a:ext cx="8979334" cy="1073310"/>
          </a:xfrm>
          <a:custGeom>
            <a:avLst/>
            <a:gdLst>
              <a:gd name="connsiteX0" fmla="*/ 178889 w 1073310"/>
              <a:gd name="connsiteY0" fmla="*/ 0 h 8979334"/>
              <a:gd name="connsiteX1" fmla="*/ 894421 w 1073310"/>
              <a:gd name="connsiteY1" fmla="*/ 0 h 8979334"/>
              <a:gd name="connsiteX2" fmla="*/ 1073310 w 1073310"/>
              <a:gd name="connsiteY2" fmla="*/ 178889 h 8979334"/>
              <a:gd name="connsiteX3" fmla="*/ 1073310 w 1073310"/>
              <a:gd name="connsiteY3" fmla="*/ 8979334 h 8979334"/>
              <a:gd name="connsiteX4" fmla="*/ 1073310 w 1073310"/>
              <a:gd name="connsiteY4" fmla="*/ 8979334 h 8979334"/>
              <a:gd name="connsiteX5" fmla="*/ 0 w 1073310"/>
              <a:gd name="connsiteY5" fmla="*/ 8979334 h 8979334"/>
              <a:gd name="connsiteX6" fmla="*/ 0 w 1073310"/>
              <a:gd name="connsiteY6" fmla="*/ 8979334 h 8979334"/>
              <a:gd name="connsiteX7" fmla="*/ 0 w 1073310"/>
              <a:gd name="connsiteY7" fmla="*/ 178889 h 8979334"/>
              <a:gd name="connsiteX8" fmla="*/ 178889 w 1073310"/>
              <a:gd name="connsiteY8" fmla="*/ 0 h 8979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3310" h="8979334">
                <a:moveTo>
                  <a:pt x="1073310" y="1496589"/>
                </a:moveTo>
                <a:lnTo>
                  <a:pt x="1073310" y="7482745"/>
                </a:lnTo>
                <a:cubicBezTo>
                  <a:pt x="1073310" y="8309291"/>
                  <a:pt x="1063737" y="8979334"/>
                  <a:pt x="1051927" y="8979334"/>
                </a:cubicBezTo>
                <a:lnTo>
                  <a:pt x="0" y="8979334"/>
                </a:lnTo>
                <a:lnTo>
                  <a:pt x="0" y="8979334"/>
                </a:lnTo>
                <a:lnTo>
                  <a:pt x="0" y="0"/>
                </a:lnTo>
                <a:lnTo>
                  <a:pt x="0" y="0"/>
                </a:lnTo>
                <a:lnTo>
                  <a:pt x="1051927" y="0"/>
                </a:lnTo>
                <a:cubicBezTo>
                  <a:pt x="1063737" y="0"/>
                  <a:pt x="1073310" y="670043"/>
                  <a:pt x="1073310" y="1496589"/>
                </a:cubicBezTo>
                <a:close/>
              </a:path>
            </a:pathLst>
          </a:custGeom>
          <a:ln>
            <a:solidFill>
              <a:srgbClr val="1D3064"/>
            </a:solidFill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1" tIns="65094" rIns="65094" bIns="65096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 kern="1200" dirty="0" smtClean="0"/>
              <a:t>Consists of high-level directory nodes</a:t>
            </a:r>
            <a:endParaRPr lang="en-US" sz="2000" kern="1200" dirty="0"/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 kern="1200" dirty="0" smtClean="0"/>
              <a:t>Directory nodes are jointly managed by different administrations</a:t>
            </a:r>
            <a:endParaRPr lang="en-US" sz="2000" kern="1200" dirty="0"/>
          </a:p>
        </p:txBody>
      </p:sp>
      <p:sp>
        <p:nvSpPr>
          <p:cNvPr id="6" name="Freeform 5"/>
          <p:cNvSpPr/>
          <p:nvPr/>
        </p:nvSpPr>
        <p:spPr>
          <a:xfrm>
            <a:off x="242047" y="3069975"/>
            <a:ext cx="1881407" cy="1650379"/>
          </a:xfrm>
          <a:custGeom>
            <a:avLst/>
            <a:gdLst>
              <a:gd name="connsiteX0" fmla="*/ 0 w 1650378"/>
              <a:gd name="connsiteY0" fmla="*/ 0 h 1155265"/>
              <a:gd name="connsiteX1" fmla="*/ 1072746 w 1650378"/>
              <a:gd name="connsiteY1" fmla="*/ 0 h 1155265"/>
              <a:gd name="connsiteX2" fmla="*/ 1650378 w 1650378"/>
              <a:gd name="connsiteY2" fmla="*/ 577633 h 1155265"/>
              <a:gd name="connsiteX3" fmla="*/ 1072746 w 1650378"/>
              <a:gd name="connsiteY3" fmla="*/ 1155265 h 1155265"/>
              <a:gd name="connsiteX4" fmla="*/ 0 w 1650378"/>
              <a:gd name="connsiteY4" fmla="*/ 1155265 h 1155265"/>
              <a:gd name="connsiteX5" fmla="*/ 577633 w 1650378"/>
              <a:gd name="connsiteY5" fmla="*/ 577633 h 1155265"/>
              <a:gd name="connsiteX6" fmla="*/ 0 w 1650378"/>
              <a:gd name="connsiteY6" fmla="*/ 0 h 115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0378" h="1155265">
                <a:moveTo>
                  <a:pt x="1650377" y="0"/>
                </a:moveTo>
                <a:lnTo>
                  <a:pt x="1650377" y="750922"/>
                </a:lnTo>
                <a:lnTo>
                  <a:pt x="825188" y="1155265"/>
                </a:lnTo>
                <a:lnTo>
                  <a:pt x="1" y="750922"/>
                </a:lnTo>
                <a:lnTo>
                  <a:pt x="1" y="0"/>
                </a:lnTo>
                <a:lnTo>
                  <a:pt x="825188" y="404343"/>
                </a:lnTo>
                <a:lnTo>
                  <a:pt x="1650377" y="0"/>
                </a:lnTo>
                <a:close/>
              </a:path>
            </a:pathLst>
          </a:custGeom>
          <a:solidFill>
            <a:srgbClr val="1D3064"/>
          </a:solidFill>
          <a:ln>
            <a:noFill/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31" tIns="589064" rIns="11430" bIns="36000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kern="1200" dirty="0" err="1" smtClean="0">
                <a:solidFill>
                  <a:schemeClr val="bg1"/>
                </a:solidFill>
              </a:rPr>
              <a:t>Administrat-ional</a:t>
            </a:r>
            <a:r>
              <a:rPr lang="en-US" sz="2400" kern="1200" dirty="0" smtClean="0">
                <a:solidFill>
                  <a:schemeClr val="bg1"/>
                </a:solidFill>
              </a:rPr>
              <a:t> Layer</a:t>
            </a:r>
            <a:endParaRPr lang="en-US" sz="2400" kern="1200" dirty="0">
              <a:solidFill>
                <a:schemeClr val="bg1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123453" y="3069976"/>
            <a:ext cx="8979334" cy="1072746"/>
          </a:xfrm>
          <a:custGeom>
            <a:avLst/>
            <a:gdLst>
              <a:gd name="connsiteX0" fmla="*/ 178795 w 1072746"/>
              <a:gd name="connsiteY0" fmla="*/ 0 h 8979334"/>
              <a:gd name="connsiteX1" fmla="*/ 893951 w 1072746"/>
              <a:gd name="connsiteY1" fmla="*/ 0 h 8979334"/>
              <a:gd name="connsiteX2" fmla="*/ 1072746 w 1072746"/>
              <a:gd name="connsiteY2" fmla="*/ 178795 h 8979334"/>
              <a:gd name="connsiteX3" fmla="*/ 1072746 w 1072746"/>
              <a:gd name="connsiteY3" fmla="*/ 8979334 h 8979334"/>
              <a:gd name="connsiteX4" fmla="*/ 1072746 w 1072746"/>
              <a:gd name="connsiteY4" fmla="*/ 8979334 h 8979334"/>
              <a:gd name="connsiteX5" fmla="*/ 0 w 1072746"/>
              <a:gd name="connsiteY5" fmla="*/ 8979334 h 8979334"/>
              <a:gd name="connsiteX6" fmla="*/ 0 w 1072746"/>
              <a:gd name="connsiteY6" fmla="*/ 8979334 h 8979334"/>
              <a:gd name="connsiteX7" fmla="*/ 0 w 1072746"/>
              <a:gd name="connsiteY7" fmla="*/ 178795 h 8979334"/>
              <a:gd name="connsiteX8" fmla="*/ 178795 w 1072746"/>
              <a:gd name="connsiteY8" fmla="*/ 0 h 8979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2746" h="8979334">
                <a:moveTo>
                  <a:pt x="1072746" y="1496589"/>
                </a:moveTo>
                <a:lnTo>
                  <a:pt x="1072746" y="7482745"/>
                </a:lnTo>
                <a:cubicBezTo>
                  <a:pt x="1072746" y="8309290"/>
                  <a:pt x="1063183" y="8979334"/>
                  <a:pt x="1051386" y="8979334"/>
                </a:cubicBezTo>
                <a:lnTo>
                  <a:pt x="0" y="8979334"/>
                </a:lnTo>
                <a:lnTo>
                  <a:pt x="0" y="8979334"/>
                </a:lnTo>
                <a:lnTo>
                  <a:pt x="0" y="0"/>
                </a:lnTo>
                <a:lnTo>
                  <a:pt x="0" y="0"/>
                </a:lnTo>
                <a:lnTo>
                  <a:pt x="1051386" y="0"/>
                </a:lnTo>
                <a:cubicBezTo>
                  <a:pt x="1063183" y="0"/>
                  <a:pt x="1072746" y="670044"/>
                  <a:pt x="1072746" y="1496589"/>
                </a:cubicBezTo>
                <a:close/>
              </a:path>
            </a:pathLst>
          </a:custGeom>
          <a:ln>
            <a:solidFill>
              <a:srgbClr val="1D3064"/>
            </a:solidFill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1" tIns="65066" rIns="65066" bIns="65068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 kern="1200" dirty="0" smtClean="0"/>
              <a:t>Contains mid-level directory nodes</a:t>
            </a:r>
            <a:endParaRPr lang="en-US" sz="2000" kern="1200" dirty="0"/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 kern="1200" dirty="0" smtClean="0"/>
              <a:t>Directory nodes grouped together in such a way that each group is managed by an administration</a:t>
            </a:r>
            <a:endParaRPr lang="en-US" sz="2000" kern="1200" dirty="0"/>
          </a:p>
        </p:txBody>
      </p:sp>
      <p:sp>
        <p:nvSpPr>
          <p:cNvPr id="8" name="Freeform 7"/>
          <p:cNvSpPr/>
          <p:nvPr/>
        </p:nvSpPr>
        <p:spPr>
          <a:xfrm>
            <a:off x="242047" y="4526987"/>
            <a:ext cx="1881407" cy="1650379"/>
          </a:xfrm>
          <a:custGeom>
            <a:avLst/>
            <a:gdLst>
              <a:gd name="connsiteX0" fmla="*/ 0 w 1650378"/>
              <a:gd name="connsiteY0" fmla="*/ 0 h 1155265"/>
              <a:gd name="connsiteX1" fmla="*/ 1072746 w 1650378"/>
              <a:gd name="connsiteY1" fmla="*/ 0 h 1155265"/>
              <a:gd name="connsiteX2" fmla="*/ 1650378 w 1650378"/>
              <a:gd name="connsiteY2" fmla="*/ 577633 h 1155265"/>
              <a:gd name="connsiteX3" fmla="*/ 1072746 w 1650378"/>
              <a:gd name="connsiteY3" fmla="*/ 1155265 h 1155265"/>
              <a:gd name="connsiteX4" fmla="*/ 0 w 1650378"/>
              <a:gd name="connsiteY4" fmla="*/ 1155265 h 1155265"/>
              <a:gd name="connsiteX5" fmla="*/ 577633 w 1650378"/>
              <a:gd name="connsiteY5" fmla="*/ 577633 h 1155265"/>
              <a:gd name="connsiteX6" fmla="*/ 0 w 1650378"/>
              <a:gd name="connsiteY6" fmla="*/ 0 h 115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0378" h="1155265">
                <a:moveTo>
                  <a:pt x="1650377" y="0"/>
                </a:moveTo>
                <a:lnTo>
                  <a:pt x="1650377" y="750922"/>
                </a:lnTo>
                <a:lnTo>
                  <a:pt x="825188" y="1155265"/>
                </a:lnTo>
                <a:lnTo>
                  <a:pt x="1" y="750922"/>
                </a:lnTo>
                <a:lnTo>
                  <a:pt x="1" y="0"/>
                </a:lnTo>
                <a:lnTo>
                  <a:pt x="825188" y="404343"/>
                </a:lnTo>
                <a:lnTo>
                  <a:pt x="1650377" y="0"/>
                </a:lnTo>
                <a:close/>
              </a:path>
            </a:pathLst>
          </a:custGeom>
          <a:solidFill>
            <a:srgbClr val="1D3064"/>
          </a:solidFill>
          <a:ln>
            <a:noFill/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31" tIns="589064" rIns="11430" bIns="36000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kern="1200" dirty="0" smtClean="0">
                <a:solidFill>
                  <a:schemeClr val="bg1"/>
                </a:solidFill>
              </a:rPr>
              <a:t>Managerial Layer</a:t>
            </a:r>
            <a:endParaRPr lang="en-US" sz="2400" kern="1200" dirty="0">
              <a:solidFill>
                <a:schemeClr val="bg1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123453" y="4526987"/>
            <a:ext cx="8979334" cy="1072747"/>
          </a:xfrm>
          <a:custGeom>
            <a:avLst/>
            <a:gdLst>
              <a:gd name="connsiteX0" fmla="*/ 178795 w 1072746"/>
              <a:gd name="connsiteY0" fmla="*/ 0 h 8979334"/>
              <a:gd name="connsiteX1" fmla="*/ 893951 w 1072746"/>
              <a:gd name="connsiteY1" fmla="*/ 0 h 8979334"/>
              <a:gd name="connsiteX2" fmla="*/ 1072746 w 1072746"/>
              <a:gd name="connsiteY2" fmla="*/ 178795 h 8979334"/>
              <a:gd name="connsiteX3" fmla="*/ 1072746 w 1072746"/>
              <a:gd name="connsiteY3" fmla="*/ 8979334 h 8979334"/>
              <a:gd name="connsiteX4" fmla="*/ 1072746 w 1072746"/>
              <a:gd name="connsiteY4" fmla="*/ 8979334 h 8979334"/>
              <a:gd name="connsiteX5" fmla="*/ 0 w 1072746"/>
              <a:gd name="connsiteY5" fmla="*/ 8979334 h 8979334"/>
              <a:gd name="connsiteX6" fmla="*/ 0 w 1072746"/>
              <a:gd name="connsiteY6" fmla="*/ 8979334 h 8979334"/>
              <a:gd name="connsiteX7" fmla="*/ 0 w 1072746"/>
              <a:gd name="connsiteY7" fmla="*/ 178795 h 8979334"/>
              <a:gd name="connsiteX8" fmla="*/ 178795 w 1072746"/>
              <a:gd name="connsiteY8" fmla="*/ 0 h 8979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2746" h="8979334">
                <a:moveTo>
                  <a:pt x="1072746" y="1496589"/>
                </a:moveTo>
                <a:lnTo>
                  <a:pt x="1072746" y="7482745"/>
                </a:lnTo>
                <a:cubicBezTo>
                  <a:pt x="1072746" y="8309290"/>
                  <a:pt x="1063183" y="8979334"/>
                  <a:pt x="1051386" y="8979334"/>
                </a:cubicBezTo>
                <a:lnTo>
                  <a:pt x="0" y="8979334"/>
                </a:lnTo>
                <a:lnTo>
                  <a:pt x="0" y="8979334"/>
                </a:lnTo>
                <a:lnTo>
                  <a:pt x="0" y="0"/>
                </a:lnTo>
                <a:lnTo>
                  <a:pt x="0" y="0"/>
                </a:lnTo>
                <a:lnTo>
                  <a:pt x="1051386" y="0"/>
                </a:lnTo>
                <a:cubicBezTo>
                  <a:pt x="1063183" y="0"/>
                  <a:pt x="1072746" y="670044"/>
                  <a:pt x="1072746" y="1496589"/>
                </a:cubicBezTo>
                <a:close/>
              </a:path>
            </a:pathLst>
          </a:custGeom>
          <a:ln>
            <a:solidFill>
              <a:srgbClr val="1D3064"/>
            </a:solidFill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1" tIns="65066" rIns="65066" bIns="65069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 kern="1200" dirty="0" smtClean="0"/>
              <a:t>Contains low-level directory nodes within a single administration</a:t>
            </a:r>
            <a:endParaRPr lang="en-US" sz="2000" kern="1200" dirty="0"/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2000" kern="1200" dirty="0" smtClean="0"/>
              <a:t>The main issue is to efficiently map directory nodes to local name servers</a:t>
            </a:r>
            <a:endParaRPr lang="en-US" sz="2000" kern="1200" dirty="0"/>
          </a:p>
        </p:txBody>
      </p:sp>
    </p:spTree>
    <p:extLst>
      <p:ext uri="{BB962C8B-B14F-4D97-AF65-F5344CB8AC3E}">
        <p14:creationId xmlns:p14="http://schemas.microsoft.com/office/powerpoint/2010/main" val="21462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Name Spaces – An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614" y="869973"/>
            <a:ext cx="9153525" cy="4981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754" y="1273399"/>
            <a:ext cx="1364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 smtClean="0">
                <a:solidFill>
                  <a:schemeClr val="accent6"/>
                </a:solidFill>
              </a:rPr>
              <a:t>Global Layer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456" y="2819579"/>
            <a:ext cx="2290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 smtClean="0">
                <a:solidFill>
                  <a:schemeClr val="accent6"/>
                </a:solidFill>
              </a:rPr>
              <a:t>Administrational </a:t>
            </a:r>
            <a:r>
              <a:rPr lang="en-IN" sz="2400" b="1" dirty="0">
                <a:solidFill>
                  <a:schemeClr val="accent6"/>
                </a:solidFill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527" y="4475367"/>
            <a:ext cx="1935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>
                <a:solidFill>
                  <a:schemeClr val="accent6"/>
                </a:solidFill>
              </a:rPr>
              <a:t>Managerial Layer</a:t>
            </a:r>
          </a:p>
        </p:txBody>
      </p:sp>
      <p:sp>
        <p:nvSpPr>
          <p:cNvPr id="5" name="Left Brace 4"/>
          <p:cNvSpPr/>
          <p:nvPr/>
        </p:nvSpPr>
        <p:spPr>
          <a:xfrm>
            <a:off x="2483899" y="1103385"/>
            <a:ext cx="354839" cy="1182709"/>
          </a:xfrm>
          <a:prstGeom prst="leftBrace">
            <a:avLst>
              <a:gd name="adj1" fmla="val 40558"/>
              <a:gd name="adj2" fmla="val 47692"/>
            </a:avLst>
          </a:prstGeom>
          <a:ln w="28575">
            <a:solidFill>
              <a:srgbClr val="1D30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Left Brace 8"/>
          <p:cNvSpPr/>
          <p:nvPr/>
        </p:nvSpPr>
        <p:spPr>
          <a:xfrm>
            <a:off x="2483895" y="2427709"/>
            <a:ext cx="354839" cy="1680267"/>
          </a:xfrm>
          <a:prstGeom prst="leftBrace">
            <a:avLst>
              <a:gd name="adj1" fmla="val 40558"/>
              <a:gd name="adj2" fmla="val 47692"/>
            </a:avLst>
          </a:prstGeom>
          <a:ln w="28575">
            <a:solidFill>
              <a:srgbClr val="1D30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Left Brace 10"/>
          <p:cNvSpPr/>
          <p:nvPr/>
        </p:nvSpPr>
        <p:spPr>
          <a:xfrm>
            <a:off x="2483887" y="4184061"/>
            <a:ext cx="354839" cy="1411521"/>
          </a:xfrm>
          <a:prstGeom prst="leftBrace">
            <a:avLst>
              <a:gd name="adj1" fmla="val 40558"/>
              <a:gd name="adj2" fmla="val 47692"/>
            </a:avLst>
          </a:prstGeom>
          <a:ln w="28575">
            <a:solidFill>
              <a:srgbClr val="1D30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9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5" grpId="0" animBg="1"/>
      <p:bldP spid="9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 of Name </a:t>
            </a:r>
            <a:r>
              <a:rPr lang="en-US" dirty="0" smtClean="0"/>
              <a:t>Servers at </a:t>
            </a:r>
            <a:r>
              <a:rPr lang="en-US" dirty="0"/>
              <a:t>Different Layers</a:t>
            </a:r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203200" y="1143000"/>
            <a:ext cx="11785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5081588" y="1182688"/>
            <a:ext cx="0" cy="452596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Line 34"/>
          <p:cNvSpPr>
            <a:spLocks noChangeShapeType="1"/>
          </p:cNvSpPr>
          <p:nvPr/>
        </p:nvSpPr>
        <p:spPr bwMode="auto">
          <a:xfrm>
            <a:off x="6881813" y="1182688"/>
            <a:ext cx="0" cy="452596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" name="Line 35"/>
          <p:cNvSpPr>
            <a:spLocks noChangeShapeType="1"/>
          </p:cNvSpPr>
          <p:nvPr/>
        </p:nvSpPr>
        <p:spPr bwMode="auto">
          <a:xfrm>
            <a:off x="9740900" y="1182688"/>
            <a:ext cx="0" cy="452596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" name="Line 42"/>
          <p:cNvSpPr>
            <a:spLocks noChangeShapeType="1"/>
          </p:cNvSpPr>
          <p:nvPr/>
        </p:nvSpPr>
        <p:spPr bwMode="auto">
          <a:xfrm>
            <a:off x="211138" y="1182688"/>
            <a:ext cx="0" cy="452596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>
            <a:off x="11964988" y="1182688"/>
            <a:ext cx="0" cy="452596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81" name="Group 80"/>
          <p:cNvGrpSpPr/>
          <p:nvPr/>
        </p:nvGrpSpPr>
        <p:grpSpPr>
          <a:xfrm>
            <a:off x="204788" y="1189038"/>
            <a:ext cx="11764963" cy="584200"/>
            <a:chOff x="204788" y="1189038"/>
            <a:chExt cx="11764963" cy="584200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11138" y="1189038"/>
              <a:ext cx="4870450" cy="584200"/>
            </a:xfrm>
            <a:prstGeom prst="rect">
              <a:avLst/>
            </a:prstGeom>
            <a:solidFill>
              <a:srgbClr val="1D3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5081588" y="1190625"/>
              <a:ext cx="1800225" cy="582613"/>
            </a:xfrm>
            <a:prstGeom prst="rect">
              <a:avLst/>
            </a:prstGeom>
            <a:solidFill>
              <a:srgbClr val="1D3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6881813" y="1190625"/>
              <a:ext cx="2859088" cy="582613"/>
            </a:xfrm>
            <a:prstGeom prst="rect">
              <a:avLst/>
            </a:prstGeom>
            <a:solidFill>
              <a:srgbClr val="1D3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9740900" y="1190625"/>
              <a:ext cx="2224088" cy="582613"/>
            </a:xfrm>
            <a:prstGeom prst="rect">
              <a:avLst/>
            </a:prstGeom>
            <a:solidFill>
              <a:srgbClr val="1D3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204788" y="1773238"/>
              <a:ext cx="11764963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204788" y="1190625"/>
              <a:ext cx="11764963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5173663" y="1236663"/>
              <a:ext cx="9350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Global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47"/>
            <p:cNvSpPr>
              <a:spLocks noChangeArrowheads="1"/>
            </p:cNvSpPr>
            <p:nvPr/>
          </p:nvSpPr>
          <p:spPr bwMode="auto">
            <a:xfrm>
              <a:off x="6973888" y="1236663"/>
              <a:ext cx="2182813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Administrational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48"/>
            <p:cNvSpPr>
              <a:spLocks noChangeArrowheads="1"/>
            </p:cNvSpPr>
            <p:nvPr/>
          </p:nvSpPr>
          <p:spPr bwMode="auto">
            <a:xfrm>
              <a:off x="9832975" y="1236663"/>
              <a:ext cx="1520825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Managerial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204788" y="1773238"/>
            <a:ext cx="11764963" cy="1009650"/>
            <a:chOff x="204788" y="1773238"/>
            <a:chExt cx="11764963" cy="1009650"/>
          </a:xfrm>
          <a:noFill/>
        </p:grpSpPr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211138" y="1773238"/>
              <a:ext cx="4870450" cy="1009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5081588" y="1773238"/>
              <a:ext cx="1800225" cy="1009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6881813" y="1773238"/>
              <a:ext cx="2859088" cy="1009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9740900" y="1773238"/>
              <a:ext cx="2224088" cy="1009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204788" y="2782888"/>
              <a:ext cx="11764963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Rectangle 49"/>
            <p:cNvSpPr>
              <a:spLocks noChangeArrowheads="1"/>
            </p:cNvSpPr>
            <p:nvPr/>
          </p:nvSpPr>
          <p:spPr bwMode="auto">
            <a:xfrm>
              <a:off x="301625" y="1819275"/>
              <a:ext cx="4252913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Geographical scale of the network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0"/>
            <p:cNvSpPr>
              <a:spLocks noChangeArrowheads="1"/>
            </p:cNvSpPr>
            <p:nvPr/>
          </p:nvSpPr>
          <p:spPr bwMode="auto">
            <a:xfrm>
              <a:off x="5173663" y="1819275"/>
              <a:ext cx="141287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Worldwide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6973888" y="1819275"/>
              <a:ext cx="168433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Organization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52"/>
            <p:cNvSpPr>
              <a:spLocks noChangeArrowheads="1"/>
            </p:cNvSpPr>
            <p:nvPr/>
          </p:nvSpPr>
          <p:spPr bwMode="auto">
            <a:xfrm>
              <a:off x="9832975" y="1819275"/>
              <a:ext cx="155892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Department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04788" y="2782888"/>
            <a:ext cx="11764963" cy="582613"/>
            <a:chOff x="204788" y="2782888"/>
            <a:chExt cx="11764963" cy="582613"/>
          </a:xfrm>
          <a:solidFill>
            <a:schemeClr val="bg1">
              <a:lumMod val="95000"/>
            </a:schemeClr>
          </a:solidFill>
        </p:grpSpPr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211138" y="2782888"/>
              <a:ext cx="4870450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5081588" y="2782888"/>
              <a:ext cx="1800225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6881813" y="2782888"/>
              <a:ext cx="2859088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9740900" y="2782888"/>
              <a:ext cx="2224088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>
              <a:off x="204788" y="3365500"/>
              <a:ext cx="11764963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Rectangle 53"/>
            <p:cNvSpPr>
              <a:spLocks noChangeArrowheads="1"/>
            </p:cNvSpPr>
            <p:nvPr/>
          </p:nvSpPr>
          <p:spPr bwMode="auto">
            <a:xfrm>
              <a:off x="301625" y="2828925"/>
              <a:ext cx="1751013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Total number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54"/>
            <p:cNvSpPr>
              <a:spLocks noChangeArrowheads="1"/>
            </p:cNvSpPr>
            <p:nvPr/>
          </p:nvSpPr>
          <p:spPr bwMode="auto">
            <a:xfrm>
              <a:off x="1970088" y="2828925"/>
              <a:ext cx="120332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of nodes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55"/>
            <p:cNvSpPr>
              <a:spLocks noChangeArrowheads="1"/>
            </p:cNvSpPr>
            <p:nvPr/>
          </p:nvSpPr>
          <p:spPr bwMode="auto">
            <a:xfrm>
              <a:off x="5173663" y="2828925"/>
              <a:ext cx="639763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Few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56"/>
            <p:cNvSpPr>
              <a:spLocks noChangeArrowheads="1"/>
            </p:cNvSpPr>
            <p:nvPr/>
          </p:nvSpPr>
          <p:spPr bwMode="auto">
            <a:xfrm>
              <a:off x="6973888" y="2828925"/>
              <a:ext cx="80327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Many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57"/>
            <p:cNvSpPr>
              <a:spLocks noChangeArrowheads="1"/>
            </p:cNvSpPr>
            <p:nvPr/>
          </p:nvSpPr>
          <p:spPr bwMode="auto">
            <a:xfrm>
              <a:off x="9832975" y="2828925"/>
              <a:ext cx="181768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Vast numbers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204788" y="3365500"/>
            <a:ext cx="11764963" cy="585788"/>
            <a:chOff x="204788" y="3365500"/>
            <a:chExt cx="11764963" cy="585788"/>
          </a:xfrm>
          <a:noFill/>
        </p:grpSpPr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211138" y="3365500"/>
              <a:ext cx="4870450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5081588" y="3365500"/>
              <a:ext cx="1800225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6881813" y="3365500"/>
              <a:ext cx="2859088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9740900" y="3365500"/>
              <a:ext cx="2224088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>
              <a:off x="204788" y="3951288"/>
              <a:ext cx="11764963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Rectangle 58"/>
            <p:cNvSpPr>
              <a:spLocks noChangeArrowheads="1"/>
            </p:cNvSpPr>
            <p:nvPr/>
          </p:nvSpPr>
          <p:spPr bwMode="auto">
            <a:xfrm>
              <a:off x="301625" y="3413125"/>
              <a:ext cx="142398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Number of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59"/>
            <p:cNvSpPr>
              <a:spLocks noChangeArrowheads="1"/>
            </p:cNvSpPr>
            <p:nvPr/>
          </p:nvSpPr>
          <p:spPr bwMode="auto">
            <a:xfrm>
              <a:off x="1641475" y="3413125"/>
              <a:ext cx="1104900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replicas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60"/>
            <p:cNvSpPr>
              <a:spLocks noChangeArrowheads="1"/>
            </p:cNvSpPr>
            <p:nvPr/>
          </p:nvSpPr>
          <p:spPr bwMode="auto">
            <a:xfrm>
              <a:off x="5173663" y="3413125"/>
              <a:ext cx="80327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Many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61"/>
            <p:cNvSpPr>
              <a:spLocks noChangeArrowheads="1"/>
            </p:cNvSpPr>
            <p:nvPr/>
          </p:nvSpPr>
          <p:spPr bwMode="auto">
            <a:xfrm>
              <a:off x="6973888" y="3413125"/>
              <a:ext cx="160813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None or few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62"/>
            <p:cNvSpPr>
              <a:spLocks noChangeArrowheads="1"/>
            </p:cNvSpPr>
            <p:nvPr/>
          </p:nvSpPr>
          <p:spPr bwMode="auto">
            <a:xfrm>
              <a:off x="9832975" y="3413125"/>
              <a:ext cx="78422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None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04788" y="3951288"/>
            <a:ext cx="11764963" cy="582613"/>
            <a:chOff x="204788" y="3951288"/>
            <a:chExt cx="11764963" cy="582613"/>
          </a:xfrm>
          <a:solidFill>
            <a:schemeClr val="bg1">
              <a:lumMod val="95000"/>
            </a:schemeClr>
          </a:solidFill>
        </p:grpSpPr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211138" y="3951288"/>
              <a:ext cx="4870450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22"/>
            <p:cNvSpPr>
              <a:spLocks noChangeArrowheads="1"/>
            </p:cNvSpPr>
            <p:nvPr/>
          </p:nvSpPr>
          <p:spPr bwMode="auto">
            <a:xfrm>
              <a:off x="5081588" y="3951288"/>
              <a:ext cx="1800225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6881813" y="3951288"/>
              <a:ext cx="2859088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9740900" y="3951288"/>
              <a:ext cx="2224088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204788" y="4533900"/>
              <a:ext cx="11764963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Rectangle 63"/>
            <p:cNvSpPr>
              <a:spLocks noChangeArrowheads="1"/>
            </p:cNvSpPr>
            <p:nvPr/>
          </p:nvSpPr>
          <p:spPr bwMode="auto">
            <a:xfrm>
              <a:off x="301625" y="3997325"/>
              <a:ext cx="2525713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Update propagation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64"/>
            <p:cNvSpPr>
              <a:spLocks noChangeArrowheads="1"/>
            </p:cNvSpPr>
            <p:nvPr/>
          </p:nvSpPr>
          <p:spPr bwMode="auto">
            <a:xfrm>
              <a:off x="5173663" y="3997325"/>
              <a:ext cx="704850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Lazy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65"/>
            <p:cNvSpPr>
              <a:spLocks noChangeArrowheads="1"/>
            </p:cNvSpPr>
            <p:nvPr/>
          </p:nvSpPr>
          <p:spPr bwMode="auto">
            <a:xfrm>
              <a:off x="6973888" y="3997325"/>
              <a:ext cx="143033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Immediate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66"/>
            <p:cNvSpPr>
              <a:spLocks noChangeArrowheads="1"/>
            </p:cNvSpPr>
            <p:nvPr/>
          </p:nvSpPr>
          <p:spPr bwMode="auto">
            <a:xfrm>
              <a:off x="9832975" y="3997325"/>
              <a:ext cx="143033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Immediate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204788" y="4533900"/>
            <a:ext cx="11764963" cy="585788"/>
            <a:chOff x="204788" y="4533900"/>
            <a:chExt cx="11764963" cy="585788"/>
          </a:xfrm>
          <a:noFill/>
        </p:grpSpPr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>
              <a:off x="211138" y="4533900"/>
              <a:ext cx="4870450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26"/>
            <p:cNvSpPr>
              <a:spLocks noChangeArrowheads="1"/>
            </p:cNvSpPr>
            <p:nvPr/>
          </p:nvSpPr>
          <p:spPr bwMode="auto">
            <a:xfrm>
              <a:off x="5081588" y="4533900"/>
              <a:ext cx="1800225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27"/>
            <p:cNvSpPr>
              <a:spLocks noChangeArrowheads="1"/>
            </p:cNvSpPr>
            <p:nvPr/>
          </p:nvSpPr>
          <p:spPr bwMode="auto">
            <a:xfrm>
              <a:off x="6881813" y="4533900"/>
              <a:ext cx="2859088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28"/>
            <p:cNvSpPr>
              <a:spLocks noChangeArrowheads="1"/>
            </p:cNvSpPr>
            <p:nvPr/>
          </p:nvSpPr>
          <p:spPr bwMode="auto">
            <a:xfrm>
              <a:off x="9740900" y="4533900"/>
              <a:ext cx="2224088" cy="585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204788" y="5119688"/>
              <a:ext cx="11764963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Rectangle 67"/>
            <p:cNvSpPr>
              <a:spLocks noChangeArrowheads="1"/>
            </p:cNvSpPr>
            <p:nvPr/>
          </p:nvSpPr>
          <p:spPr bwMode="auto">
            <a:xfrm>
              <a:off x="301625" y="4581525"/>
              <a:ext cx="366713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Is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68"/>
            <p:cNvSpPr>
              <a:spLocks noChangeArrowheads="1"/>
            </p:cNvSpPr>
            <p:nvPr/>
          </p:nvSpPr>
          <p:spPr bwMode="auto">
            <a:xfrm>
              <a:off x="585788" y="4581525"/>
              <a:ext cx="348138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client side caching applied?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>
              <a:off x="5173663" y="4581525"/>
              <a:ext cx="59372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Yes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70"/>
            <p:cNvSpPr>
              <a:spLocks noChangeArrowheads="1"/>
            </p:cNvSpPr>
            <p:nvPr/>
          </p:nvSpPr>
          <p:spPr bwMode="auto">
            <a:xfrm>
              <a:off x="6973888" y="4581525"/>
              <a:ext cx="59372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Yes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71"/>
            <p:cNvSpPr>
              <a:spLocks noChangeArrowheads="1"/>
            </p:cNvSpPr>
            <p:nvPr/>
          </p:nvSpPr>
          <p:spPr bwMode="auto">
            <a:xfrm>
              <a:off x="9832975" y="4581525"/>
              <a:ext cx="150653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Sometimes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204788" y="5119688"/>
            <a:ext cx="11764963" cy="582613"/>
            <a:chOff x="204788" y="5119688"/>
            <a:chExt cx="11764963" cy="582613"/>
          </a:xfrm>
          <a:solidFill>
            <a:schemeClr val="bg1">
              <a:lumMod val="95000"/>
            </a:schemeClr>
          </a:solidFill>
        </p:grpSpPr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211138" y="5119688"/>
              <a:ext cx="4870450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auto">
            <a:xfrm>
              <a:off x="5081588" y="5119688"/>
              <a:ext cx="1800225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6881813" y="5119688"/>
              <a:ext cx="2859088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32"/>
            <p:cNvSpPr>
              <a:spLocks noChangeArrowheads="1"/>
            </p:cNvSpPr>
            <p:nvPr/>
          </p:nvSpPr>
          <p:spPr bwMode="auto">
            <a:xfrm>
              <a:off x="9740900" y="5119688"/>
              <a:ext cx="2224088" cy="582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204788" y="5702300"/>
              <a:ext cx="11764963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Rectangle 72"/>
            <p:cNvSpPr>
              <a:spLocks noChangeArrowheads="1"/>
            </p:cNvSpPr>
            <p:nvPr/>
          </p:nvSpPr>
          <p:spPr bwMode="auto">
            <a:xfrm>
              <a:off x="301625" y="5165725"/>
              <a:ext cx="343058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Responsiveness to lookups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Rectangle 73"/>
            <p:cNvSpPr>
              <a:spLocks noChangeArrowheads="1"/>
            </p:cNvSpPr>
            <p:nvPr/>
          </p:nvSpPr>
          <p:spPr bwMode="auto">
            <a:xfrm>
              <a:off x="5173663" y="5165725"/>
              <a:ext cx="1184275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Seconds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Rectangle 74"/>
            <p:cNvSpPr>
              <a:spLocks noChangeArrowheads="1"/>
            </p:cNvSpPr>
            <p:nvPr/>
          </p:nvSpPr>
          <p:spPr bwMode="auto">
            <a:xfrm>
              <a:off x="6973888" y="5165725"/>
              <a:ext cx="1674813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Milliseconds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75"/>
            <p:cNvSpPr>
              <a:spLocks noChangeArrowheads="1"/>
            </p:cNvSpPr>
            <p:nvPr/>
          </p:nvSpPr>
          <p:spPr bwMode="auto">
            <a:xfrm>
              <a:off x="9832975" y="5165725"/>
              <a:ext cx="1430338" cy="4413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Immediate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684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 name space.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33718"/>
            <a:ext cx="1164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D3064"/>
                </a:solidFill>
              </a:rPr>
              <a:t>The most important types of resource records forming </a:t>
            </a:r>
            <a:r>
              <a:rPr lang="en-US" sz="2000" b="1" dirty="0" smtClean="0">
                <a:solidFill>
                  <a:srgbClr val="1D3064"/>
                </a:solidFill>
              </a:rPr>
              <a:t>the contents </a:t>
            </a:r>
            <a:r>
              <a:rPr lang="en-US" sz="2000" b="1" dirty="0">
                <a:solidFill>
                  <a:srgbClr val="1D3064"/>
                </a:solidFill>
              </a:rPr>
              <a:t>of nodes in the DNS name space.</a:t>
            </a:r>
            <a:endParaRPr lang="en-IN" sz="2000" b="1" dirty="0">
              <a:solidFill>
                <a:srgbClr val="1D3064"/>
              </a:solidFill>
            </a:endParaRPr>
          </a:p>
        </p:txBody>
      </p:sp>
      <p:graphicFrame>
        <p:nvGraphicFramePr>
          <p:cNvPr id="8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72117"/>
              </p:ext>
            </p:extLst>
          </p:nvPr>
        </p:nvGraphicFramePr>
        <p:xfrm>
          <a:off x="76106" y="1235322"/>
          <a:ext cx="11959105" cy="4553740"/>
        </p:xfrm>
        <a:graphic>
          <a:graphicData uri="http://schemas.openxmlformats.org/drawingml/2006/table">
            <a:tbl>
              <a:tblPr/>
              <a:tblGrid>
                <a:gridCol w="2373678"/>
                <a:gridCol w="1703485"/>
                <a:gridCol w="7881942"/>
              </a:tblGrid>
              <a:tr h="71326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Type of record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Associated entity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SOA (start of authority)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Zone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Holds information on the represented zone, such as an e-mail address of the system administrator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A (address)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Contains an IP address of the host this node represents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MX (mail exchange)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Domain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Refers to a mail server to handle mail addressed to this node; it is a symbolic link; e.g. name of a mail server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SRV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Domain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Refers to a server handling a specific service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NS (name server)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Zone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Refers to a name server that implements the represented zone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CNAME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Contains the canonical name of a host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PTR (pointer)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Symbolic link with the primary name of the represented node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HINFO (host info)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Holds information on the host this node represents; such as machine type and OS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j-lt"/>
                        </a:rPr>
                        <a:t>TXT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Any kind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Contains any entity-specific information considered useful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54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Name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Distributed name resolution is responsible for mapping names to addresses in a system where:</a:t>
            </a:r>
          </a:p>
          <a:p>
            <a:pPr marL="806450" lvl="2" indent="-361950">
              <a:defRPr/>
            </a:pPr>
            <a:r>
              <a:rPr lang="en-US" sz="2400" dirty="0"/>
              <a:t>Name servers are distributed among participating nodes</a:t>
            </a:r>
          </a:p>
          <a:p>
            <a:pPr marL="806450" lvl="2" indent="-361950">
              <a:defRPr/>
            </a:pPr>
            <a:r>
              <a:rPr lang="en-US" sz="2400" dirty="0"/>
              <a:t>Each name server has a local name resolver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rgbClr val="1D3064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 smtClean="0"/>
              <a:t>Two </a:t>
            </a:r>
            <a:r>
              <a:rPr lang="en-US" dirty="0"/>
              <a:t>distributed name resolution algorithms</a:t>
            </a:r>
            <a:r>
              <a:rPr lang="en-US" dirty="0" smtClean="0"/>
              <a:t>: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sz="2400" dirty="0">
                <a:solidFill>
                  <a:srgbClr val="1D3064"/>
                </a:solidFill>
              </a:rPr>
              <a:t>Iterative Name Resolution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sz="2400" dirty="0">
                <a:solidFill>
                  <a:srgbClr val="1D3064"/>
                </a:solidFill>
              </a:rPr>
              <a:t>Recursive Name </a:t>
            </a:r>
            <a:r>
              <a:rPr lang="en-US" sz="2400" dirty="0" smtClean="0">
                <a:solidFill>
                  <a:srgbClr val="1D3064"/>
                </a:solidFill>
              </a:rPr>
              <a:t>Resolution</a:t>
            </a:r>
            <a:endParaRPr lang="en-US" sz="2400" dirty="0">
              <a:solidFill>
                <a:srgbClr val="1D30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07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Name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Client hands over the complete name to root name server</a:t>
            </a:r>
          </a:p>
          <a:p>
            <a:pPr>
              <a:defRPr/>
            </a:pPr>
            <a:r>
              <a:rPr lang="en-US" dirty="0" smtClean="0"/>
              <a:t>Root </a:t>
            </a:r>
            <a:r>
              <a:rPr lang="en-US" dirty="0"/>
              <a:t>name server resolves the name as far as it can, and returns the result to the client</a:t>
            </a:r>
          </a:p>
          <a:p>
            <a:pPr>
              <a:defRPr/>
            </a:pPr>
            <a:r>
              <a:rPr lang="en-US" dirty="0"/>
              <a:t>The root name server returns the address of the next-level name server (say, NLNS) if address is not completely resolved</a:t>
            </a:r>
          </a:p>
          <a:p>
            <a:pPr>
              <a:defRPr/>
            </a:pPr>
            <a:r>
              <a:rPr lang="en-US" dirty="0" smtClean="0"/>
              <a:t>Client </a:t>
            </a:r>
            <a:r>
              <a:rPr lang="en-US" dirty="0"/>
              <a:t>passes the unresolved part of the name to the NLNS</a:t>
            </a:r>
          </a:p>
          <a:p>
            <a:pPr>
              <a:defRPr/>
            </a:pPr>
            <a:r>
              <a:rPr lang="en-US" dirty="0" smtClean="0"/>
              <a:t>NLNS </a:t>
            </a:r>
            <a:r>
              <a:rPr lang="en-US" dirty="0"/>
              <a:t>resolves the name as far as it can, and returns the result to the client (and probably its next-level name server)</a:t>
            </a:r>
          </a:p>
          <a:p>
            <a:pPr>
              <a:defRPr/>
            </a:pPr>
            <a:r>
              <a:rPr lang="en-US" dirty="0" smtClean="0"/>
              <a:t>The </a:t>
            </a:r>
            <a:r>
              <a:rPr lang="en-US" dirty="0"/>
              <a:t>process continues </a:t>
            </a:r>
            <a:r>
              <a:rPr lang="en-US" dirty="0" err="1"/>
              <a:t>untill</a:t>
            </a:r>
            <a:r>
              <a:rPr lang="en-US" dirty="0"/>
              <a:t> the full name is resolved</a:t>
            </a:r>
          </a:p>
        </p:txBody>
      </p:sp>
    </p:spTree>
    <p:extLst>
      <p:ext uri="{BB962C8B-B14F-4D97-AF65-F5344CB8AC3E}">
        <p14:creationId xmlns:p14="http://schemas.microsoft.com/office/powerpoint/2010/main" val="183038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Name </a:t>
            </a:r>
            <a:r>
              <a:rPr lang="en-US" dirty="0" smtClean="0"/>
              <a:t>Resolution – An Example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57052" y="982895"/>
            <a:ext cx="2178424" cy="699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chemeClr val="tx1"/>
                </a:solidFill>
              </a:rPr>
              <a:t>Root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n</a:t>
            </a:r>
            <a:r>
              <a:rPr lang="en-IN" sz="2000" dirty="0" smtClean="0">
                <a:solidFill>
                  <a:schemeClr val="tx1"/>
                </a:solidFill>
              </a:rPr>
              <a:t>ame server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57052" y="2039238"/>
            <a:ext cx="2178424" cy="699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chemeClr val="tx1"/>
                </a:solidFill>
              </a:rPr>
              <a:t>Name server</a:t>
            </a:r>
          </a:p>
          <a:p>
            <a:pPr algn="ctr"/>
            <a:r>
              <a:rPr lang="en-IN" sz="2000" b="1" dirty="0" err="1">
                <a:solidFill>
                  <a:schemeClr val="tx1"/>
                </a:solidFill>
              </a:rPr>
              <a:t>n</a:t>
            </a:r>
            <a:r>
              <a:rPr lang="en-IN" sz="2000" b="1" dirty="0" err="1" smtClean="0">
                <a:solidFill>
                  <a:schemeClr val="tx1"/>
                </a:solidFill>
              </a:rPr>
              <a:t>l</a:t>
            </a:r>
            <a:r>
              <a:rPr lang="en-IN" sz="2000" dirty="0" smtClean="0">
                <a:solidFill>
                  <a:schemeClr val="tx1"/>
                </a:solidFill>
              </a:rPr>
              <a:t> node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57052" y="3095581"/>
            <a:ext cx="2178424" cy="699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Name server</a:t>
            </a:r>
          </a:p>
          <a:p>
            <a:pPr algn="ctr"/>
            <a:r>
              <a:rPr lang="en-IN" sz="2000" b="1" dirty="0" smtClean="0">
                <a:solidFill>
                  <a:schemeClr val="tx1"/>
                </a:solidFill>
              </a:rPr>
              <a:t>vu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7473" y="996543"/>
            <a:ext cx="1434353" cy="40072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Client’s</a:t>
            </a:r>
          </a:p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resolver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39535" y="1399753"/>
            <a:ext cx="2436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2</a:t>
            </a:r>
            <a:r>
              <a:rPr lang="en-IN" sz="2000" b="1" dirty="0" smtClean="0">
                <a:solidFill>
                  <a:schemeClr val="accent6"/>
                </a:solidFill>
              </a:rPr>
              <a:t>. #&lt;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nl</a:t>
            </a:r>
            <a:r>
              <a:rPr lang="en-IN" sz="2000" b="1" dirty="0" smtClean="0">
                <a:solidFill>
                  <a:schemeClr val="accent6"/>
                </a:solidFill>
              </a:rPr>
              <a:t>&gt;,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vu,cs,ftp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33148" y="771325"/>
            <a:ext cx="194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1</a:t>
            </a:r>
            <a:r>
              <a:rPr lang="en-IN" sz="2000" b="1" dirty="0" smtClean="0">
                <a:solidFill>
                  <a:schemeClr val="accent6"/>
                </a:solidFill>
              </a:rPr>
              <a:t>.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nl,vu,cs,ftp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397" y="5121898"/>
            <a:ext cx="1604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1D3064"/>
                </a:solidFill>
              </a:rPr>
              <a:t>&lt;</a:t>
            </a:r>
            <a:r>
              <a:rPr lang="en-IN" sz="2000" b="1" dirty="0" err="1" smtClean="0">
                <a:solidFill>
                  <a:srgbClr val="1D3064"/>
                </a:solidFill>
              </a:rPr>
              <a:t>nl,vu,cs,ftp</a:t>
            </a:r>
            <a:r>
              <a:rPr lang="en-IN" sz="2000" b="1" dirty="0" smtClean="0">
                <a:solidFill>
                  <a:srgbClr val="1D3064"/>
                </a:solidFill>
              </a:rPr>
              <a:t>&gt;</a:t>
            </a:r>
            <a:endParaRPr lang="en-IN" sz="2000" b="1" dirty="0">
              <a:solidFill>
                <a:srgbClr val="1D306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8223" y="5121898"/>
            <a:ext cx="1768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1D3064"/>
                </a:solidFill>
              </a:rPr>
              <a:t>#&lt;</a:t>
            </a:r>
            <a:r>
              <a:rPr lang="en-IN" sz="2000" b="1" dirty="0" err="1" smtClean="0">
                <a:solidFill>
                  <a:srgbClr val="1D3064"/>
                </a:solidFill>
              </a:rPr>
              <a:t>nl,vu,cs,ftp</a:t>
            </a:r>
            <a:r>
              <a:rPr lang="en-IN" sz="2000" b="1" dirty="0" smtClean="0">
                <a:solidFill>
                  <a:srgbClr val="1D3064"/>
                </a:solidFill>
              </a:rPr>
              <a:t>&gt;</a:t>
            </a:r>
            <a:endParaRPr lang="en-IN" sz="2000" b="1" dirty="0">
              <a:solidFill>
                <a:srgbClr val="1D3064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711826" y="1126716"/>
            <a:ext cx="3245226" cy="4035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719670" y="1446293"/>
            <a:ext cx="3237382" cy="7531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586755" y="4977625"/>
            <a:ext cx="0" cy="7014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2142567" y="4992470"/>
            <a:ext cx="0" cy="701446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4130" y="6021579"/>
            <a:ext cx="6817658" cy="533400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b="1" dirty="0"/>
              <a:t>Resolving the name “</a:t>
            </a:r>
            <a:r>
              <a:rPr lang="en-US" sz="2400" b="1" i="1" dirty="0"/>
              <a:t>ftp.cs.vu.nl</a:t>
            </a:r>
            <a:r>
              <a:rPr lang="en-US" sz="2400" b="1" dirty="0"/>
              <a:t>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0420" y="5961458"/>
            <a:ext cx="439163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1D3064"/>
                </a:solidFill>
              </a:rPr>
              <a:t>&lt;</a:t>
            </a:r>
            <a:r>
              <a:rPr lang="en-US" dirty="0" err="1">
                <a:solidFill>
                  <a:srgbClr val="1D3064"/>
                </a:solidFill>
              </a:rPr>
              <a:t>a,b,c</a:t>
            </a:r>
            <a:r>
              <a:rPr lang="en-US" dirty="0">
                <a:solidFill>
                  <a:srgbClr val="1D3064"/>
                </a:solidFill>
              </a:rPr>
              <a:t>&gt; = structured name in a sequence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1D3064"/>
                </a:solidFill>
              </a:rPr>
              <a:t>#&lt;a&gt; = address of node with name “a”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33148" y="2550726"/>
            <a:ext cx="2436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6"/>
                </a:solidFill>
              </a:rPr>
              <a:t>4. #&lt;vu&gt;,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39535" y="1936142"/>
            <a:ext cx="194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3</a:t>
            </a:r>
            <a:r>
              <a:rPr lang="en-IN" sz="2000" b="1" dirty="0" smtClean="0">
                <a:solidFill>
                  <a:schemeClr val="accent6"/>
                </a:solidFill>
              </a:rPr>
              <a:t>.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vu,cs,ftp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2719670" y="2291377"/>
            <a:ext cx="3245226" cy="4035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2727514" y="2610954"/>
            <a:ext cx="3237382" cy="7531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139535" y="3644607"/>
            <a:ext cx="2436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6"/>
                </a:solidFill>
              </a:rPr>
              <a:t>6 . #&lt;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cs</a:t>
            </a:r>
            <a:r>
              <a:rPr lang="en-IN" sz="2000" b="1" dirty="0" smtClean="0">
                <a:solidFill>
                  <a:schemeClr val="accent6"/>
                </a:solidFill>
              </a:rPr>
              <a:t>&gt;, &lt;ftp&gt;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33148" y="3031704"/>
            <a:ext cx="194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6"/>
                </a:solidFill>
              </a:rPr>
              <a:t>5.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2711826" y="3331308"/>
            <a:ext cx="3245226" cy="4035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2719670" y="3650885"/>
            <a:ext cx="3237382" cy="7531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141449" y="4630906"/>
            <a:ext cx="2436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6"/>
                </a:solidFill>
              </a:rPr>
              <a:t>8 . #&lt;ftp&gt;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33147" y="4028263"/>
            <a:ext cx="194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7</a:t>
            </a:r>
            <a:r>
              <a:rPr lang="en-IN" sz="2000" b="1" dirty="0" smtClean="0">
                <a:solidFill>
                  <a:schemeClr val="accent6"/>
                </a:solidFill>
              </a:rPr>
              <a:t>. &lt;ftp&gt;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2714066" y="4344233"/>
            <a:ext cx="3245226" cy="4035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721910" y="4663810"/>
            <a:ext cx="3237382" cy="7531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5957052" y="4121535"/>
            <a:ext cx="4356848" cy="1765573"/>
            <a:chOff x="5957052" y="4121535"/>
            <a:chExt cx="4356848" cy="1765573"/>
          </a:xfrm>
        </p:grpSpPr>
        <p:sp>
          <p:nvSpPr>
            <p:cNvPr id="10" name="Rectangle 9"/>
            <p:cNvSpPr/>
            <p:nvPr/>
          </p:nvSpPr>
          <p:spPr>
            <a:xfrm>
              <a:off x="5957052" y="4125030"/>
              <a:ext cx="2178424" cy="6992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solidFill>
                    <a:schemeClr val="tx1"/>
                  </a:solidFill>
                </a:rPr>
                <a:t>Name server</a:t>
              </a:r>
            </a:p>
            <a:p>
              <a:pPr algn="ctr"/>
              <a:r>
                <a:rPr lang="en-IN" sz="2000" b="1" dirty="0" err="1" smtClean="0">
                  <a:solidFill>
                    <a:schemeClr val="tx1"/>
                  </a:solidFill>
                </a:rPr>
                <a:t>cs</a:t>
              </a:r>
              <a:r>
                <a:rPr lang="en-IN" sz="2000" dirty="0" smtClean="0">
                  <a:solidFill>
                    <a:schemeClr val="tx1"/>
                  </a:solidFill>
                </a:rPr>
                <a:t> </a:t>
              </a:r>
              <a:r>
                <a:rPr lang="en-IN" sz="2000" dirty="0">
                  <a:solidFill>
                    <a:schemeClr val="tx1"/>
                  </a:solidFill>
                </a:rPr>
                <a:t>node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135476" y="4121535"/>
              <a:ext cx="2178424" cy="176557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8135477" y="980080"/>
            <a:ext cx="1331254" cy="699247"/>
            <a:chOff x="8135477" y="980080"/>
            <a:chExt cx="1331254" cy="699247"/>
          </a:xfrm>
        </p:grpSpPr>
        <p:sp>
          <p:nvSpPr>
            <p:cNvPr id="49" name="Rectangle 48"/>
            <p:cNvSpPr/>
            <p:nvPr/>
          </p:nvSpPr>
          <p:spPr>
            <a:xfrm>
              <a:off x="8135477" y="980080"/>
              <a:ext cx="1331254" cy="69924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774568" y="1087515"/>
              <a:ext cx="484094" cy="4840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135476" y="2042053"/>
            <a:ext cx="1744763" cy="699247"/>
            <a:chOff x="8135476" y="2042053"/>
            <a:chExt cx="1744763" cy="699247"/>
          </a:xfrm>
        </p:grpSpPr>
        <p:sp>
          <p:nvSpPr>
            <p:cNvPr id="50" name="Rectangle 49"/>
            <p:cNvSpPr/>
            <p:nvPr/>
          </p:nvSpPr>
          <p:spPr>
            <a:xfrm>
              <a:off x="8135476" y="2042053"/>
              <a:ext cx="1744763" cy="69924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258662" y="2161002"/>
              <a:ext cx="484094" cy="4840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8135476" y="3095580"/>
            <a:ext cx="2228857" cy="699247"/>
            <a:chOff x="8135476" y="3095580"/>
            <a:chExt cx="2228857" cy="699247"/>
          </a:xfrm>
        </p:grpSpPr>
        <p:sp>
          <p:nvSpPr>
            <p:cNvPr id="51" name="Rectangle 50"/>
            <p:cNvSpPr/>
            <p:nvPr/>
          </p:nvSpPr>
          <p:spPr>
            <a:xfrm>
              <a:off x="8135476" y="3095580"/>
              <a:ext cx="1438831" cy="69924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8871705" y="3200933"/>
              <a:ext cx="1492628" cy="495704"/>
              <a:chOff x="8871705" y="3200933"/>
              <a:chExt cx="1492628" cy="495704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8871705" y="3212543"/>
                <a:ext cx="484094" cy="4840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9880239" y="3200933"/>
                <a:ext cx="484094" cy="4840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cxnSp>
        <p:nvCxnSpPr>
          <p:cNvPr id="60" name="Straight Arrow Connector 59"/>
          <p:cNvCxnSpPr>
            <a:stCxn id="53" idx="2"/>
            <a:endCxn id="54" idx="0"/>
          </p:cNvCxnSpPr>
          <p:nvPr/>
        </p:nvCxnSpPr>
        <p:spPr>
          <a:xfrm>
            <a:off x="9016615" y="1571609"/>
            <a:ext cx="484094" cy="58939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9113752" y="2645096"/>
            <a:ext cx="1008534" cy="567447"/>
            <a:chOff x="9113752" y="2645096"/>
            <a:chExt cx="1008534" cy="567447"/>
          </a:xfrm>
        </p:grpSpPr>
        <p:cxnSp>
          <p:nvCxnSpPr>
            <p:cNvPr id="65" name="Straight Arrow Connector 64"/>
            <p:cNvCxnSpPr>
              <a:endCxn id="56" idx="0"/>
            </p:cNvCxnSpPr>
            <p:nvPr/>
          </p:nvCxnSpPr>
          <p:spPr>
            <a:xfrm>
              <a:off x="9448427" y="2645096"/>
              <a:ext cx="673859" cy="555837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54" idx="2"/>
              <a:endCxn id="55" idx="0"/>
            </p:cNvCxnSpPr>
            <p:nvPr/>
          </p:nvCxnSpPr>
          <p:spPr>
            <a:xfrm flipH="1">
              <a:off x="9113752" y="2645096"/>
              <a:ext cx="386957" cy="567447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Arrow Connector 70"/>
          <p:cNvCxnSpPr>
            <a:stCxn id="55" idx="2"/>
            <a:endCxn id="57" idx="0"/>
          </p:cNvCxnSpPr>
          <p:nvPr/>
        </p:nvCxnSpPr>
        <p:spPr>
          <a:xfrm>
            <a:off x="9113752" y="3696637"/>
            <a:ext cx="0" cy="53596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326665" y="1601302"/>
            <a:ext cx="416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 smtClean="0">
                <a:solidFill>
                  <a:srgbClr val="1D3064"/>
                </a:solidFill>
              </a:rPr>
              <a:t>nl</a:t>
            </a:r>
            <a:endParaRPr lang="en-IN" sz="2000" b="1" dirty="0">
              <a:solidFill>
                <a:srgbClr val="1D3064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910574" y="2712295"/>
            <a:ext cx="48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1D3064"/>
                </a:solidFill>
              </a:rPr>
              <a:t>vu</a:t>
            </a:r>
            <a:endParaRPr lang="en-IN" sz="2000" b="1" dirty="0">
              <a:solidFill>
                <a:srgbClr val="1D3064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696941" y="3698631"/>
            <a:ext cx="48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 smtClean="0">
                <a:solidFill>
                  <a:srgbClr val="1D3064"/>
                </a:solidFill>
              </a:rPr>
              <a:t>cs</a:t>
            </a:r>
            <a:endParaRPr lang="en-IN" sz="2000" b="1" dirty="0">
              <a:solidFill>
                <a:srgbClr val="1D3064"/>
              </a:solidFill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8358825" y="4232606"/>
            <a:ext cx="1529253" cy="1502325"/>
            <a:chOff x="8358825" y="4232606"/>
            <a:chExt cx="1529253" cy="1502325"/>
          </a:xfrm>
        </p:grpSpPr>
        <p:sp>
          <p:nvSpPr>
            <p:cNvPr id="57" name="Rectangle 56"/>
            <p:cNvSpPr/>
            <p:nvPr/>
          </p:nvSpPr>
          <p:spPr>
            <a:xfrm>
              <a:off x="8871705" y="4232606"/>
              <a:ext cx="484094" cy="4840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/>
            <p:cNvSpPr/>
            <p:nvPr/>
          </p:nvSpPr>
          <p:spPr>
            <a:xfrm>
              <a:off x="9399496" y="5195713"/>
              <a:ext cx="488582" cy="5345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/>
            <p:cNvSpPr/>
            <p:nvPr/>
          </p:nvSpPr>
          <p:spPr>
            <a:xfrm>
              <a:off x="8358825" y="5200423"/>
              <a:ext cx="488582" cy="5345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5" name="Straight Arrow Connector 74"/>
            <p:cNvCxnSpPr>
              <a:endCxn id="59" idx="0"/>
            </p:cNvCxnSpPr>
            <p:nvPr/>
          </p:nvCxnSpPr>
          <p:spPr>
            <a:xfrm flipH="1">
              <a:off x="8603116" y="4738854"/>
              <a:ext cx="379569" cy="461569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endCxn id="58" idx="0"/>
            </p:cNvCxnSpPr>
            <p:nvPr/>
          </p:nvCxnSpPr>
          <p:spPr>
            <a:xfrm>
              <a:off x="9258662" y="4715536"/>
              <a:ext cx="385125" cy="480177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8404429" y="4624892"/>
              <a:ext cx="4889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 smtClean="0">
                  <a:solidFill>
                    <a:srgbClr val="1D3064"/>
                  </a:solidFill>
                </a:rPr>
                <a:t>ftp</a:t>
              </a:r>
              <a:endParaRPr lang="en-IN" sz="2000" b="1" dirty="0">
                <a:solidFill>
                  <a:srgbClr val="1D3064"/>
                </a:solidFill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5463639" y="5057710"/>
            <a:ext cx="2225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1D3064"/>
                </a:solidFill>
              </a:rPr>
              <a:t>Nodes are managed</a:t>
            </a:r>
          </a:p>
          <a:p>
            <a:r>
              <a:rPr lang="en-IN" sz="2000" b="1" dirty="0" smtClean="0">
                <a:solidFill>
                  <a:srgbClr val="1D3064"/>
                </a:solidFill>
              </a:rPr>
              <a:t>by the same server</a:t>
            </a:r>
            <a:endParaRPr lang="en-IN" sz="2000" b="1" dirty="0">
              <a:solidFill>
                <a:srgbClr val="1D3064"/>
              </a:solidFill>
            </a:endParaRPr>
          </a:p>
        </p:txBody>
      </p:sp>
      <p:cxnSp>
        <p:nvCxnSpPr>
          <p:cNvPr id="90" name="Straight Connector 89"/>
          <p:cNvCxnSpPr>
            <a:endCxn id="52" idx="1"/>
          </p:cNvCxnSpPr>
          <p:nvPr/>
        </p:nvCxnSpPr>
        <p:spPr>
          <a:xfrm flipV="1">
            <a:off x="7587476" y="5004322"/>
            <a:ext cx="548000" cy="4073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5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24" grpId="0"/>
      <p:bldP spid="25" grpId="0"/>
      <p:bldP spid="26" grpId="0"/>
      <p:bldP spid="27" grpId="0"/>
      <p:bldP spid="32" grpId="0" animBg="1"/>
      <p:bldP spid="33" grpId="0" animBg="1"/>
      <p:bldP spid="37" grpId="0"/>
      <p:bldP spid="38" grpId="0"/>
      <p:bldP spid="41" grpId="0"/>
      <p:bldP spid="42" grpId="0"/>
      <p:bldP spid="45" grpId="0"/>
      <p:bldP spid="46" grpId="0"/>
      <p:bldP spid="83" grpId="0"/>
      <p:bldP spid="84" grpId="0"/>
      <p:bldP spid="85" grpId="0"/>
      <p:bldP spid="8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Iterated DNS query</a:t>
            </a:r>
          </a:p>
        </p:txBody>
      </p:sp>
      <p:pic>
        <p:nvPicPr>
          <p:cNvPr id="134" name="Picture 2" descr="D:\Pictures\Server_icons_lnx\Icons\128X128\black_serv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845" y="1527486"/>
            <a:ext cx="687992" cy="6879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Up Arrow 134"/>
          <p:cNvSpPr/>
          <p:nvPr/>
        </p:nvSpPr>
        <p:spPr>
          <a:xfrm rot="10800000">
            <a:off x="6106733" y="2333383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Picture 2" descr="D:\Pictures\Server_icons_lnx\Icons\128X128\black_serv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640" y="1527486"/>
            <a:ext cx="687992" cy="6879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844" y="3097244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515" y="5466920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517" y="4818981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516" y="3097244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TextBox 140"/>
          <p:cNvSpPr txBox="1"/>
          <p:nvPr/>
        </p:nvSpPr>
        <p:spPr>
          <a:xfrm>
            <a:off x="7174992" y="6117149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Root</a:t>
            </a:r>
            <a:endParaRPr lang="en-US" sz="2000" dirty="0"/>
          </a:p>
        </p:txBody>
      </p:sp>
      <p:sp>
        <p:nvSpPr>
          <p:cNvPr id="142" name="TextBox 141"/>
          <p:cNvSpPr txBox="1"/>
          <p:nvPr/>
        </p:nvSpPr>
        <p:spPr>
          <a:xfrm>
            <a:off x="8790849" y="5439475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com</a:t>
            </a:r>
            <a:endParaRPr lang="en-US" sz="2000" dirty="0"/>
          </a:p>
        </p:txBody>
      </p:sp>
      <p:sp>
        <p:nvSpPr>
          <p:cNvPr id="143" name="TextBox 142"/>
          <p:cNvSpPr txBox="1"/>
          <p:nvPr/>
        </p:nvSpPr>
        <p:spPr>
          <a:xfrm>
            <a:off x="8128006" y="3716673"/>
            <a:ext cx="1994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ns1.google.com</a:t>
            </a:r>
            <a:endParaRPr lang="en-US" sz="2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8062953" y="1131940"/>
            <a:ext cx="2124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www.google.com</a:t>
            </a:r>
            <a:endParaRPr lang="en-US" sz="2000" dirty="0"/>
          </a:p>
        </p:txBody>
      </p:sp>
      <p:sp>
        <p:nvSpPr>
          <p:cNvPr id="145" name="TextBox 144"/>
          <p:cNvSpPr txBox="1"/>
          <p:nvPr/>
        </p:nvSpPr>
        <p:spPr>
          <a:xfrm>
            <a:off x="5072044" y="3749781"/>
            <a:ext cx="2420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</a:t>
            </a:r>
            <a:r>
              <a:rPr lang="en-US" sz="2000" dirty="0" smtClean="0"/>
              <a:t>sgard.ccs.neu.edu</a:t>
            </a:r>
            <a:endParaRPr lang="en-US" sz="2000" dirty="0"/>
          </a:p>
        </p:txBody>
      </p:sp>
      <p:cxnSp>
        <p:nvCxnSpPr>
          <p:cNvPr id="146" name="Straight Connector 145"/>
          <p:cNvCxnSpPr/>
          <p:nvPr/>
        </p:nvCxnSpPr>
        <p:spPr>
          <a:xfrm flipV="1">
            <a:off x="9140636" y="2333383"/>
            <a:ext cx="0" cy="609600"/>
          </a:xfrm>
          <a:prstGeom prst="line">
            <a:avLst/>
          </a:prstGeom>
          <a:ln w="762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Up Arrow 146"/>
          <p:cNvSpPr/>
          <p:nvPr/>
        </p:nvSpPr>
        <p:spPr>
          <a:xfrm rot="8796339">
            <a:off x="6464856" y="4095479"/>
            <a:ext cx="553978" cy="1608141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Up Arrow 147"/>
          <p:cNvSpPr/>
          <p:nvPr/>
        </p:nvSpPr>
        <p:spPr>
          <a:xfrm rot="7700886">
            <a:off x="7533070" y="3154354"/>
            <a:ext cx="553978" cy="2309195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Up Arrow 148"/>
          <p:cNvSpPr/>
          <p:nvPr/>
        </p:nvSpPr>
        <p:spPr>
          <a:xfrm rot="5400000">
            <a:off x="7483586" y="2547328"/>
            <a:ext cx="553978" cy="1793531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Up Arrow 149"/>
          <p:cNvSpPr/>
          <p:nvPr/>
        </p:nvSpPr>
        <p:spPr>
          <a:xfrm rot="16200000">
            <a:off x="7464496" y="2543875"/>
            <a:ext cx="553978" cy="1800435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Up Arrow 150"/>
          <p:cNvSpPr/>
          <p:nvPr/>
        </p:nvSpPr>
        <p:spPr>
          <a:xfrm rot="18457775">
            <a:off x="7474090" y="3141716"/>
            <a:ext cx="553978" cy="2326468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Up Arrow 151"/>
          <p:cNvSpPr/>
          <p:nvPr/>
        </p:nvSpPr>
        <p:spPr>
          <a:xfrm rot="19800000">
            <a:off x="6431849" y="4015532"/>
            <a:ext cx="553978" cy="1608141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Up Arrow 152"/>
          <p:cNvSpPr/>
          <p:nvPr/>
        </p:nvSpPr>
        <p:spPr>
          <a:xfrm>
            <a:off x="6106733" y="2333384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Left-Right Arrow 153"/>
          <p:cNvSpPr/>
          <p:nvPr/>
        </p:nvSpPr>
        <p:spPr>
          <a:xfrm>
            <a:off x="6817654" y="1625635"/>
            <a:ext cx="1919635" cy="491694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5" name="Group 154"/>
          <p:cNvGrpSpPr/>
          <p:nvPr/>
        </p:nvGrpSpPr>
        <p:grpSpPr>
          <a:xfrm flipH="1">
            <a:off x="1527198" y="1414999"/>
            <a:ext cx="4142748" cy="543571"/>
            <a:chOff x="1219200" y="4876799"/>
            <a:chExt cx="5181605" cy="1384995"/>
          </a:xfrm>
          <a:solidFill>
            <a:srgbClr val="1D3064"/>
          </a:solidFill>
        </p:grpSpPr>
        <p:sp>
          <p:nvSpPr>
            <p:cNvPr id="156" name="Rectangular Callout 155"/>
            <p:cNvSpPr/>
            <p:nvPr/>
          </p:nvSpPr>
          <p:spPr>
            <a:xfrm>
              <a:off x="1219200" y="4876799"/>
              <a:ext cx="5181603" cy="1384995"/>
            </a:xfrm>
            <a:prstGeom prst="wedgeRectCallout">
              <a:avLst>
                <a:gd name="adj1" fmla="val -61220"/>
                <a:gd name="adj2" fmla="val -2830"/>
              </a:avLst>
            </a:prstGeom>
            <a:grpFill/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219203" y="5015484"/>
              <a:ext cx="5181602" cy="114466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Where is www.google.com?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154731" y="2942983"/>
            <a:ext cx="4631065" cy="1882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/>
            </a:pPr>
            <a:r>
              <a:rPr lang="en-US" sz="2400" dirty="0"/>
              <a:t>Contact server replies with the name of the next authority in the hierarchy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/>
            </a:pPr>
            <a:r>
              <a:rPr lang="en-US" sz="2400" dirty="0"/>
              <a:t>“I don’t know this name, but this other server might”</a:t>
            </a:r>
          </a:p>
        </p:txBody>
      </p:sp>
    </p:spTree>
    <p:extLst>
      <p:ext uri="{BB962C8B-B14F-4D97-AF65-F5344CB8AC3E}">
        <p14:creationId xmlns:p14="http://schemas.microsoft.com/office/powerpoint/2010/main" val="283921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5" grpId="1" animBg="1"/>
      <p:bldP spid="147" grpId="0" animBg="1"/>
      <p:bldP spid="147" grpId="1" animBg="1"/>
      <p:bldP spid="148" grpId="0" animBg="1"/>
      <p:bldP spid="148" grpId="1" animBg="1"/>
      <p:bldP spid="149" grpId="0" animBg="1"/>
      <p:bldP spid="149" grpId="1" animBg="1"/>
      <p:bldP spid="150" grpId="0" animBg="1"/>
      <p:bldP spid="150" grpId="1" animBg="1"/>
      <p:bldP spid="151" grpId="0" animBg="1"/>
      <p:bldP spid="151" grpId="1" animBg="1"/>
      <p:bldP spid="152" grpId="0" animBg="1"/>
      <p:bldP spid="152" grpId="1" animBg="1"/>
      <p:bldP spid="153" grpId="0" animBg="1"/>
      <p:bldP spid="153" grpId="1" animBg="1"/>
      <p:bldP spid="154" grpId="0" animBg="1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Name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1D3064"/>
                </a:solidFill>
              </a:rPr>
              <a:t>Approach</a:t>
            </a:r>
            <a:r>
              <a:rPr lang="en-US" b="1" dirty="0" smtClean="0">
                <a:solidFill>
                  <a:srgbClr val="1D3064"/>
                </a:solidFill>
              </a:rPr>
              <a:t>:</a:t>
            </a:r>
          </a:p>
          <a:p>
            <a:pPr>
              <a:defRPr/>
            </a:pPr>
            <a:r>
              <a:rPr lang="en-US" dirty="0"/>
              <a:t>Client provides the name to the root name server</a:t>
            </a:r>
          </a:p>
          <a:p>
            <a:pPr>
              <a:defRPr/>
            </a:pPr>
            <a:r>
              <a:rPr lang="en-US" dirty="0"/>
              <a:t>The root name server passes the result to the next name server it finds</a:t>
            </a:r>
          </a:p>
          <a:p>
            <a:pPr>
              <a:defRPr/>
            </a:pPr>
            <a:r>
              <a:rPr lang="en-US" dirty="0"/>
              <a:t>The process continues till the name is fully </a:t>
            </a:r>
            <a:r>
              <a:rPr lang="en-US" dirty="0" smtClean="0"/>
              <a:t>resolved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 marL="0" indent="0">
              <a:buNone/>
              <a:defRPr/>
            </a:pPr>
            <a:r>
              <a:rPr lang="en-US" b="1" dirty="0">
                <a:solidFill>
                  <a:srgbClr val="1D3064"/>
                </a:solidFill>
              </a:rPr>
              <a:t>Drawback: </a:t>
            </a:r>
          </a:p>
          <a:p>
            <a:pPr>
              <a:defRPr/>
            </a:pPr>
            <a:r>
              <a:rPr lang="en-US" dirty="0" smtClean="0"/>
              <a:t>Large </a:t>
            </a:r>
            <a:r>
              <a:rPr lang="en-US" dirty="0"/>
              <a:t>overhead at name servers (especially, at the high-level name servers)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97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Name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graphicFrame>
        <p:nvGraphicFramePr>
          <p:cNvPr id="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502338"/>
              </p:ext>
            </p:extLst>
          </p:nvPr>
        </p:nvGraphicFramePr>
        <p:xfrm>
          <a:off x="131179" y="982194"/>
          <a:ext cx="11929641" cy="4302499"/>
        </p:xfrm>
        <a:graphic>
          <a:graphicData uri="http://schemas.openxmlformats.org/drawingml/2006/table">
            <a:tbl>
              <a:tblPr/>
              <a:tblGrid>
                <a:gridCol w="2458439"/>
                <a:gridCol w="2012403"/>
                <a:gridCol w="1480065"/>
                <a:gridCol w="1804711"/>
                <a:gridCol w="1957959"/>
                <a:gridCol w="2216064"/>
              </a:tblGrid>
              <a:tr h="870043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Server for node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Should resolve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Looks up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Passes to child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Receives and caches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Returns to requester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</a:tr>
              <a:tr h="488072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cs</a:t>
                      </a:r>
                      <a:endParaRPr kumimoji="0" lang="en-US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&lt;ftp&gt;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0259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&lt;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cs,ftp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#&lt;cs&gt;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&lt;ftp&gt;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#&lt;cs&gt;</a:t>
                      </a:r>
                      <a:b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#&lt;cs, 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1461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nl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&lt;vu,cs,ftp&gt;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#&lt;vu&gt;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&lt;cs,ftp&gt;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#&lt;cs&gt;</a:t>
                      </a:r>
                      <a:b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#&lt;cs,ftp&gt;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#&lt;vu&gt;</a:t>
                      </a:r>
                      <a:b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#&lt;vu,cs&gt;</a:t>
                      </a:r>
                      <a:b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#&lt;vu,cs,ftp&gt;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7266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root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306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&lt;nl,vu,cs,ftp&gt;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#&lt;nl&gt;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&lt;vu,cs,ftp&gt;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#&lt;vu&gt;</a:t>
                      </a:r>
                      <a:b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#&lt;vu,cs&gt;</a:t>
                      </a:r>
                      <a:b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#&lt;vu,cs,ftp&gt;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nl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&gt;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nl,vu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&gt;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nl,vu,cs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&gt;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#&lt;</a:t>
                      </a:r>
                      <a:r>
                        <a:rPr kumimoji="0" lang="en-US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nl,vu,cs,ftp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34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smtClean="0"/>
              <a:t>Recursive Name Resolution – An example</a:t>
            </a:r>
            <a:endParaRPr lang="en-US" dirty="0"/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2602006" y="869764"/>
            <a:ext cx="0" cy="4311650"/>
          </a:xfrm>
          <a:prstGeom prst="line">
            <a:avLst/>
          </a:prstGeom>
          <a:noFill/>
          <a:ln w="12700">
            <a:noFill/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4613369" y="869764"/>
            <a:ext cx="0" cy="4311650"/>
          </a:xfrm>
          <a:prstGeom prst="line">
            <a:avLst/>
          </a:prstGeom>
          <a:noFill/>
          <a:ln w="12700">
            <a:noFill/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6092919" y="869764"/>
            <a:ext cx="0" cy="4311650"/>
          </a:xfrm>
          <a:prstGeom prst="line">
            <a:avLst/>
          </a:prstGeom>
          <a:noFill/>
          <a:ln w="12700">
            <a:noFill/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7899494" y="869764"/>
            <a:ext cx="0" cy="4311650"/>
          </a:xfrm>
          <a:prstGeom prst="line">
            <a:avLst/>
          </a:prstGeom>
          <a:noFill/>
          <a:ln w="12700">
            <a:noFill/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9858469" y="869764"/>
            <a:ext cx="0" cy="4311650"/>
          </a:xfrm>
          <a:prstGeom prst="line">
            <a:avLst/>
          </a:prstGeom>
          <a:noFill/>
          <a:ln w="12700">
            <a:noFill/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144556" y="869764"/>
            <a:ext cx="0" cy="4311650"/>
          </a:xfrm>
          <a:prstGeom prst="line">
            <a:avLst/>
          </a:prstGeom>
          <a:noFill/>
          <a:ln w="12700">
            <a:noFill/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>
            <a:off x="12073031" y="869764"/>
            <a:ext cx="0" cy="4311650"/>
          </a:xfrm>
          <a:prstGeom prst="line">
            <a:avLst/>
          </a:prstGeom>
          <a:noFill/>
          <a:ln w="12700">
            <a:noFill/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84" name="Group 83"/>
          <p:cNvGrpSpPr/>
          <p:nvPr/>
        </p:nvGrpSpPr>
        <p:grpSpPr>
          <a:xfrm>
            <a:off x="138206" y="874526"/>
            <a:ext cx="11941175" cy="869950"/>
            <a:chOff x="165100" y="1277938"/>
            <a:chExt cx="11941175" cy="86995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1450" y="1277938"/>
              <a:ext cx="2457450" cy="869950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628900" y="1277938"/>
              <a:ext cx="2011363" cy="869950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4640263" y="1277938"/>
              <a:ext cx="1479550" cy="869950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6121400" y="1277938"/>
              <a:ext cx="1804988" cy="869950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7926388" y="1277938"/>
              <a:ext cx="1958975" cy="869950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9885363" y="1277938"/>
              <a:ext cx="2214563" cy="869950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165100" y="2147888"/>
              <a:ext cx="11941175" cy="0"/>
            </a:xfrm>
            <a:prstGeom prst="line">
              <a:avLst/>
            </a:prstGeom>
            <a:noFill/>
            <a:ln w="12700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165100" y="1277938"/>
              <a:ext cx="11941175" cy="0"/>
            </a:xfrm>
            <a:prstGeom prst="line">
              <a:avLst/>
            </a:prstGeom>
            <a:noFill/>
            <a:ln w="12700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261938" y="1514476"/>
              <a:ext cx="2044700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Server for node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2720975" y="1514476"/>
              <a:ext cx="1966913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Should resolve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4733925" y="1514476"/>
              <a:ext cx="1263650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Looks up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31"/>
            <p:cNvSpPr>
              <a:spLocks noChangeArrowheads="1"/>
            </p:cNvSpPr>
            <p:nvPr/>
          </p:nvSpPr>
          <p:spPr bwMode="auto">
            <a:xfrm>
              <a:off x="6213475" y="1349376"/>
              <a:ext cx="1422400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Passes to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2"/>
            <p:cNvSpPr>
              <a:spLocks noChangeArrowheads="1"/>
            </p:cNvSpPr>
            <p:nvPr/>
          </p:nvSpPr>
          <p:spPr bwMode="auto">
            <a:xfrm>
              <a:off x="6213475" y="1677988"/>
              <a:ext cx="749300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child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3"/>
            <p:cNvSpPr>
              <a:spLocks noChangeArrowheads="1"/>
            </p:cNvSpPr>
            <p:nvPr/>
          </p:nvSpPr>
          <p:spPr bwMode="auto">
            <a:xfrm>
              <a:off x="8018463" y="1349376"/>
              <a:ext cx="1841500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Receives and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4"/>
            <p:cNvSpPr>
              <a:spLocks noChangeArrowheads="1"/>
            </p:cNvSpPr>
            <p:nvPr/>
          </p:nvSpPr>
          <p:spPr bwMode="auto">
            <a:xfrm>
              <a:off x="8018463" y="1677988"/>
              <a:ext cx="1014413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caches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9975850" y="1349376"/>
              <a:ext cx="1489075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Returns to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9975850" y="1677988"/>
              <a:ext cx="1328738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requester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138206" y="1744476"/>
            <a:ext cx="11941175" cy="487363"/>
            <a:chOff x="165100" y="2147888"/>
            <a:chExt cx="11941175" cy="487363"/>
          </a:xfrm>
        </p:grpSpPr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171450" y="2147888"/>
              <a:ext cx="2457450" cy="487363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65100" y="2635251"/>
              <a:ext cx="11941175" cy="0"/>
            </a:xfrm>
            <a:prstGeom prst="line">
              <a:avLst/>
            </a:prstGeom>
            <a:noFill/>
            <a:ln w="12700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261938" y="2157413"/>
              <a:ext cx="436563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cs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8"/>
            <p:cNvSpPr>
              <a:spLocks noChangeArrowheads="1"/>
            </p:cNvSpPr>
            <p:nvPr/>
          </p:nvSpPr>
          <p:spPr bwMode="auto">
            <a:xfrm>
              <a:off x="2720975" y="2162176"/>
              <a:ext cx="6365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&lt;ftp&gt;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4733925" y="2162176"/>
              <a:ext cx="7762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0"/>
            <p:cNvSpPr>
              <a:spLocks noChangeArrowheads="1"/>
            </p:cNvSpPr>
            <p:nvPr/>
          </p:nvSpPr>
          <p:spPr bwMode="auto">
            <a:xfrm>
              <a:off x="6213475" y="2162176"/>
              <a:ext cx="2508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--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8018463" y="2162176"/>
              <a:ext cx="2508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--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9975850" y="2162176"/>
              <a:ext cx="7762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#&lt;ftp&gt;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138206" y="2231839"/>
            <a:ext cx="11941175" cy="690563"/>
            <a:chOff x="165100" y="2635251"/>
            <a:chExt cx="11941175" cy="690563"/>
          </a:xfrm>
        </p:grpSpPr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171450" y="2635251"/>
              <a:ext cx="2457450" cy="690563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65100" y="3325813"/>
              <a:ext cx="11941175" cy="0"/>
            </a:xfrm>
            <a:prstGeom prst="line">
              <a:avLst/>
            </a:prstGeom>
            <a:noFill/>
            <a:ln w="12700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261938" y="2646363"/>
              <a:ext cx="442913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vu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2720975" y="2649538"/>
              <a:ext cx="23971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&lt;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2833688" y="2649538"/>
              <a:ext cx="69056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cs,ftp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3397250" y="2649538"/>
              <a:ext cx="2444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4733925" y="2649538"/>
              <a:ext cx="72866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#&lt;cs&gt;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6213475" y="2649538"/>
              <a:ext cx="6365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&lt;ftp&gt;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8018463" y="2649538"/>
              <a:ext cx="7762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9975850" y="2649538"/>
              <a:ext cx="72866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</a:t>
              </a:r>
              <a:r>
                <a:rPr kumimoji="0" lang="en-US" altLang="en-US" sz="2000" b="0" i="0" u="none" strike="noStrike" cap="none" normalizeH="0" baseline="0" dirty="0" err="1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cs</a:t>
              </a:r>
              <a:r>
                <a:rPr kumimoji="0" lang="en-US" altLang="en-US" sz="2000" b="0" i="0" u="none" strike="noStrike" cap="none" normalizeH="0" baseline="0" dirty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&gt;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9975850" y="2922588"/>
              <a:ext cx="111760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#&lt;cs, 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138206" y="2922401"/>
            <a:ext cx="11941175" cy="981075"/>
            <a:chOff x="165100" y="3325813"/>
            <a:chExt cx="11941175" cy="981075"/>
          </a:xfrm>
        </p:grpSpPr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71450" y="3325813"/>
              <a:ext cx="2457450" cy="981075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65100" y="4306888"/>
              <a:ext cx="11941175" cy="0"/>
            </a:xfrm>
            <a:prstGeom prst="line">
              <a:avLst/>
            </a:prstGeom>
            <a:noFill/>
            <a:ln w="12700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261938" y="3335338"/>
              <a:ext cx="382588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nl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2720975" y="3338513"/>
              <a:ext cx="120173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&lt;vu,cs,ftp&gt;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4733925" y="3338513"/>
              <a:ext cx="7270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#&lt;vu&gt;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6213475" y="3338513"/>
              <a:ext cx="9207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&lt;cs,ftp&gt;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8018463" y="3338513"/>
              <a:ext cx="72866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#&lt;cs&gt;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8018463" y="3613151"/>
              <a:ext cx="105886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#&lt;cs,ftp&gt;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9975850" y="3338513"/>
              <a:ext cx="7270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#&lt;vu&gt;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9975850" y="3613151"/>
              <a:ext cx="10096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#&lt;vu,cs&gt;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9975850" y="3887788"/>
              <a:ext cx="134143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#&lt;vu,cs,ftp&gt;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138206" y="3903476"/>
            <a:ext cx="11941175" cy="1273175"/>
            <a:chOff x="165100" y="4306888"/>
            <a:chExt cx="11941175" cy="1273175"/>
          </a:xfrm>
        </p:grpSpPr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171450" y="4306888"/>
              <a:ext cx="2457450" cy="1273175"/>
            </a:xfrm>
            <a:prstGeom prst="rect">
              <a:avLst/>
            </a:prstGeom>
            <a:solidFill>
              <a:srgbClr val="1D306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165100" y="5580063"/>
              <a:ext cx="11941175" cy="0"/>
            </a:xfrm>
            <a:prstGeom prst="line">
              <a:avLst/>
            </a:prstGeom>
            <a:noFill/>
            <a:ln w="12700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261938" y="4316413"/>
              <a:ext cx="655638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root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2720975" y="4319588"/>
              <a:ext cx="143351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&lt;nl,vu,cs,ftp&gt;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4733925" y="4319588"/>
              <a:ext cx="6762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#&lt;nl&gt;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64"/>
            <p:cNvSpPr>
              <a:spLocks noChangeArrowheads="1"/>
            </p:cNvSpPr>
            <p:nvPr/>
          </p:nvSpPr>
          <p:spPr bwMode="auto">
            <a:xfrm>
              <a:off x="6213475" y="4319588"/>
              <a:ext cx="120173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&lt;vu,cs,ftp&gt;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8018463" y="4319588"/>
              <a:ext cx="7270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#&lt;vu&gt;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8018463" y="4594226"/>
              <a:ext cx="10096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#&lt;vu,cs&gt;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8018463" y="4868863"/>
              <a:ext cx="134143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#&lt;vu,cs,ftp&gt;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68"/>
            <p:cNvSpPr>
              <a:spLocks noChangeArrowheads="1"/>
            </p:cNvSpPr>
            <p:nvPr/>
          </p:nvSpPr>
          <p:spPr bwMode="auto">
            <a:xfrm>
              <a:off x="9975850" y="4319588"/>
              <a:ext cx="3778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10228263" y="4319588"/>
              <a:ext cx="3079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nl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10409238" y="4319588"/>
              <a:ext cx="2444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9975850" y="4594226"/>
              <a:ext cx="3778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10228263" y="4594226"/>
              <a:ext cx="5905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nl,vu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10690225" y="4594226"/>
              <a:ext cx="2444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9975850" y="4868863"/>
              <a:ext cx="3778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10228263" y="4868863"/>
              <a:ext cx="8731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nl,vu,cs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10974388" y="4868863"/>
              <a:ext cx="2444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9975850" y="5143501"/>
              <a:ext cx="3778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#&lt;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10228263" y="5143501"/>
              <a:ext cx="12033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nl,vu,cs,ftp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11304588" y="5143501"/>
              <a:ext cx="2444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smtClean="0">
                  <a:ln>
                    <a:noFill/>
                  </a:ln>
                  <a:solidFill>
                    <a:srgbClr val="212121"/>
                  </a:solidFill>
                  <a:effectLst/>
                  <a:latin typeface="Roboto Condensed" panose="02000000000000000000" pitchFamily="2" charset="0"/>
                </a:rPr>
                <a:t>&gt;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35044" y="5463988"/>
            <a:ext cx="8402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Recursive </a:t>
            </a:r>
            <a:r>
              <a:rPr lang="en-US" sz="2400" b="1" dirty="0"/>
              <a:t>name resolution of &lt;</a:t>
            </a:r>
            <a:r>
              <a:rPr lang="en-US" sz="2400" b="1" dirty="0" err="1"/>
              <a:t>nl</a:t>
            </a:r>
            <a:r>
              <a:rPr lang="en-US" sz="2400" b="1" dirty="0"/>
              <a:t>, vu, </a:t>
            </a:r>
            <a:r>
              <a:rPr lang="en-US" sz="2400" b="1" dirty="0" err="1"/>
              <a:t>cs</a:t>
            </a:r>
            <a:r>
              <a:rPr lang="en-US" sz="2400" b="1" dirty="0"/>
              <a:t>, </a:t>
            </a:r>
            <a:r>
              <a:rPr lang="en-US" sz="2400" b="1" dirty="0" smtClean="0"/>
              <a:t>ftp&gt;</a:t>
            </a:r>
          </a:p>
          <a:p>
            <a:r>
              <a:rPr lang="en-US" sz="2400" b="1" dirty="0" smtClean="0"/>
              <a:t>name </a:t>
            </a:r>
            <a:r>
              <a:rPr lang="en-US" sz="2400" b="1" dirty="0"/>
              <a:t>servers cache intermediate results for subsequent lookups</a:t>
            </a:r>
          </a:p>
        </p:txBody>
      </p:sp>
    </p:spTree>
    <p:extLst>
      <p:ext uri="{BB962C8B-B14F-4D97-AF65-F5344CB8AC3E}">
        <p14:creationId xmlns:p14="http://schemas.microsoft.com/office/powerpoint/2010/main" val="178325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Name Resolution - An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3494" y="1077024"/>
            <a:ext cx="2178424" cy="699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chemeClr val="tx1"/>
                </a:solidFill>
              </a:rPr>
              <a:t>Root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n</a:t>
            </a:r>
            <a:r>
              <a:rPr lang="en-IN" sz="2000" dirty="0" smtClean="0">
                <a:solidFill>
                  <a:schemeClr val="tx1"/>
                </a:solidFill>
              </a:rPr>
              <a:t>ame server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13494" y="2133367"/>
            <a:ext cx="2178424" cy="699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chemeClr val="tx1"/>
                </a:solidFill>
              </a:rPr>
              <a:t>Name server</a:t>
            </a:r>
          </a:p>
          <a:p>
            <a:pPr algn="ctr"/>
            <a:r>
              <a:rPr lang="en-IN" sz="2000" b="1" dirty="0" err="1">
                <a:solidFill>
                  <a:schemeClr val="tx1"/>
                </a:solidFill>
              </a:rPr>
              <a:t>n</a:t>
            </a:r>
            <a:r>
              <a:rPr lang="en-IN" sz="2000" b="1" dirty="0" err="1" smtClean="0">
                <a:solidFill>
                  <a:schemeClr val="tx1"/>
                </a:solidFill>
              </a:rPr>
              <a:t>l</a:t>
            </a:r>
            <a:r>
              <a:rPr lang="en-IN" sz="2000" dirty="0" smtClean="0">
                <a:solidFill>
                  <a:schemeClr val="tx1"/>
                </a:solidFill>
              </a:rPr>
              <a:t> node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3494" y="3189710"/>
            <a:ext cx="2178424" cy="699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Name server</a:t>
            </a:r>
          </a:p>
          <a:p>
            <a:pPr algn="ctr"/>
            <a:r>
              <a:rPr lang="en-IN" sz="2000" b="1" dirty="0" smtClean="0">
                <a:solidFill>
                  <a:schemeClr val="tx1"/>
                </a:solidFill>
              </a:rPr>
              <a:t>vu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3494" y="4246053"/>
            <a:ext cx="2178424" cy="699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Name server</a:t>
            </a:r>
          </a:p>
          <a:p>
            <a:pPr algn="ctr"/>
            <a:r>
              <a:rPr lang="en-IN" sz="2000" b="1" dirty="0" err="1" smtClean="0">
                <a:solidFill>
                  <a:schemeClr val="tx1"/>
                </a:solidFill>
              </a:rPr>
              <a:t>cs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4330" y="1090672"/>
            <a:ext cx="1434353" cy="40072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Client’s</a:t>
            </a:r>
          </a:p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resolver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>
            <a:off x="9291918" y="1426648"/>
            <a:ext cx="578224" cy="1062318"/>
          </a:xfrm>
          <a:prstGeom prst="curvedLeftArrow">
            <a:avLst/>
          </a:prstGeom>
          <a:solidFill>
            <a:srgbClr val="1D3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Curved Left Arrow 16"/>
          <p:cNvSpPr/>
          <p:nvPr/>
        </p:nvSpPr>
        <p:spPr>
          <a:xfrm>
            <a:off x="9291918" y="2584589"/>
            <a:ext cx="578224" cy="966693"/>
          </a:xfrm>
          <a:prstGeom prst="curvedLeftArrow">
            <a:avLst/>
          </a:prstGeom>
          <a:solidFill>
            <a:srgbClr val="1D3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Curved Left Arrow 17"/>
          <p:cNvSpPr/>
          <p:nvPr/>
        </p:nvSpPr>
        <p:spPr>
          <a:xfrm>
            <a:off x="9291918" y="3646905"/>
            <a:ext cx="578224" cy="1020483"/>
          </a:xfrm>
          <a:prstGeom prst="curvedLeftArrow">
            <a:avLst/>
          </a:prstGeom>
          <a:solidFill>
            <a:srgbClr val="1D3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Curved Left Arrow 18"/>
          <p:cNvSpPr/>
          <p:nvPr/>
        </p:nvSpPr>
        <p:spPr>
          <a:xfrm rot="10800000">
            <a:off x="6394079" y="3551281"/>
            <a:ext cx="699247" cy="1244600"/>
          </a:xfrm>
          <a:prstGeom prst="curvedLeftArrow">
            <a:avLst/>
          </a:prstGeom>
          <a:solidFill>
            <a:srgbClr val="1D3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Curved Left Arrow 19"/>
          <p:cNvSpPr/>
          <p:nvPr/>
        </p:nvSpPr>
        <p:spPr>
          <a:xfrm rot="10800000">
            <a:off x="6414245" y="2488965"/>
            <a:ext cx="699247" cy="1062314"/>
          </a:xfrm>
          <a:prstGeom prst="curvedLeftArrow">
            <a:avLst/>
          </a:prstGeom>
          <a:solidFill>
            <a:srgbClr val="1D3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Curved Left Arrow 20"/>
          <p:cNvSpPr/>
          <p:nvPr/>
        </p:nvSpPr>
        <p:spPr>
          <a:xfrm rot="10800000">
            <a:off x="6414245" y="1413953"/>
            <a:ext cx="699247" cy="1062314"/>
          </a:xfrm>
          <a:prstGeom prst="curvedLeftArrow">
            <a:avLst/>
          </a:prstGeom>
          <a:solidFill>
            <a:srgbClr val="1D306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95648" y="1376161"/>
            <a:ext cx="1703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6"/>
                </a:solidFill>
              </a:rPr>
              <a:t>2.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vu,cs,ftp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95648" y="2790853"/>
            <a:ext cx="1313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3</a:t>
            </a:r>
            <a:r>
              <a:rPr lang="en-IN" sz="2000" b="1" dirty="0" smtClean="0">
                <a:solidFill>
                  <a:schemeClr val="accent6"/>
                </a:solidFill>
              </a:rPr>
              <a:t>.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95648" y="3957091"/>
            <a:ext cx="1313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6"/>
                </a:solidFill>
              </a:rPr>
              <a:t>4. &lt;ftp&gt;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42110" y="4062621"/>
            <a:ext cx="1313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5</a:t>
            </a:r>
            <a:r>
              <a:rPr lang="en-IN" sz="2000" b="1" dirty="0" smtClean="0">
                <a:solidFill>
                  <a:schemeClr val="accent6"/>
                </a:solidFill>
              </a:rPr>
              <a:t>. #&lt;ftp&gt;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19712" y="2923984"/>
            <a:ext cx="1431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6</a:t>
            </a:r>
            <a:r>
              <a:rPr lang="en-IN" sz="2000" b="1" dirty="0" smtClean="0">
                <a:solidFill>
                  <a:schemeClr val="accent6"/>
                </a:solidFill>
              </a:rPr>
              <a:t>. #&lt;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03371" y="1811429"/>
            <a:ext cx="1837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7</a:t>
            </a:r>
            <a:r>
              <a:rPr lang="en-IN" sz="2000" b="1" dirty="0" smtClean="0">
                <a:solidFill>
                  <a:schemeClr val="accent6"/>
                </a:solidFill>
              </a:rPr>
              <a:t>. #&lt;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vu,cs,ftp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62264" y="1426647"/>
            <a:ext cx="217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6"/>
                </a:solidFill>
              </a:rPr>
              <a:t>8.</a:t>
            </a:r>
            <a:r>
              <a:rPr lang="en-IN" sz="2000" b="1" dirty="0">
                <a:solidFill>
                  <a:schemeClr val="accent6"/>
                </a:solidFill>
              </a:rPr>
              <a:t> #&lt;</a:t>
            </a:r>
            <a:r>
              <a:rPr lang="en-IN" sz="2000" b="1" dirty="0" smtClean="0">
                <a:solidFill>
                  <a:schemeClr val="accent6"/>
                </a:solidFill>
              </a:rPr>
              <a:t> </a:t>
            </a:r>
            <a:r>
              <a:rPr lang="en-IN" sz="2000" b="1" dirty="0" err="1" smtClean="0">
                <a:solidFill>
                  <a:schemeClr val="accent6"/>
                </a:solidFill>
              </a:rPr>
              <a:t>nl,vu,cs,ftp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76900" y="717410"/>
            <a:ext cx="194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1</a:t>
            </a:r>
            <a:r>
              <a:rPr lang="en-IN" sz="2000" b="1" dirty="0" smtClean="0">
                <a:solidFill>
                  <a:schemeClr val="accent6"/>
                </a:solidFill>
              </a:rPr>
              <a:t>. &lt;</a:t>
            </a:r>
            <a:r>
              <a:rPr lang="en-IN" sz="2000" b="1" dirty="0" err="1" smtClean="0">
                <a:solidFill>
                  <a:schemeClr val="accent6"/>
                </a:solidFill>
              </a:rPr>
              <a:t>nl,vu,cs,ftp</a:t>
            </a:r>
            <a:r>
              <a:rPr lang="en-IN" sz="2000" b="1" dirty="0" smtClean="0">
                <a:solidFill>
                  <a:schemeClr val="accent6"/>
                </a:solidFill>
              </a:rPr>
              <a:t>&gt;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3424" y="5216027"/>
            <a:ext cx="1609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1D3064"/>
                </a:solidFill>
              </a:rPr>
              <a:t>&lt;</a:t>
            </a:r>
            <a:r>
              <a:rPr lang="en-IN" sz="2000" b="1" dirty="0" err="1" smtClean="0">
                <a:solidFill>
                  <a:srgbClr val="1D3064"/>
                </a:solidFill>
              </a:rPr>
              <a:t>nl,vu,cs,ftp</a:t>
            </a:r>
            <a:r>
              <a:rPr lang="en-IN" sz="2000" b="1" dirty="0" smtClean="0">
                <a:solidFill>
                  <a:srgbClr val="1D3064"/>
                </a:solidFill>
              </a:rPr>
              <a:t>&gt;</a:t>
            </a:r>
            <a:endParaRPr lang="en-IN" sz="2000" b="1" dirty="0">
              <a:solidFill>
                <a:srgbClr val="1D306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35080" y="5216027"/>
            <a:ext cx="1768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rgbClr val="1D3064"/>
                </a:solidFill>
              </a:rPr>
              <a:t>#&lt;</a:t>
            </a:r>
            <a:r>
              <a:rPr lang="en-IN" sz="2000" b="1" dirty="0" err="1" smtClean="0">
                <a:solidFill>
                  <a:srgbClr val="1D3064"/>
                </a:solidFill>
              </a:rPr>
              <a:t>nl,vu,cs,ftp</a:t>
            </a:r>
            <a:r>
              <a:rPr lang="en-IN" sz="2000" b="1" dirty="0" smtClean="0">
                <a:solidFill>
                  <a:srgbClr val="1D3064"/>
                </a:solidFill>
              </a:rPr>
              <a:t>&gt;</a:t>
            </a:r>
            <a:endParaRPr lang="en-IN" sz="2000" b="1" dirty="0">
              <a:solidFill>
                <a:srgbClr val="1D3064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3128683" y="1152006"/>
            <a:ext cx="3964643" cy="1506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128682" y="1371244"/>
            <a:ext cx="3964643" cy="15062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2003612" y="5071754"/>
            <a:ext cx="0" cy="7014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2559424" y="5086599"/>
            <a:ext cx="0" cy="701446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60612" y="5900556"/>
            <a:ext cx="8153400" cy="533400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b="1" dirty="0"/>
              <a:t>Resolving the name “</a:t>
            </a:r>
            <a:r>
              <a:rPr lang="en-US" sz="2400" b="1" i="1" dirty="0"/>
              <a:t>ftp.cs.vu.nl</a:t>
            </a:r>
            <a:r>
              <a:rPr lang="en-US" sz="2400" b="1" dirty="0"/>
              <a:t>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8775" y="5037206"/>
            <a:ext cx="439163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rgbClr val="1D3064"/>
                </a:solidFill>
              </a:rPr>
              <a:t>&lt;</a:t>
            </a:r>
            <a:r>
              <a:rPr lang="en-US" sz="2000" dirty="0" err="1">
                <a:solidFill>
                  <a:srgbClr val="1D3064"/>
                </a:solidFill>
              </a:rPr>
              <a:t>a,b,c</a:t>
            </a:r>
            <a:r>
              <a:rPr lang="en-US" sz="2000" dirty="0">
                <a:solidFill>
                  <a:srgbClr val="1D3064"/>
                </a:solidFill>
              </a:rPr>
              <a:t>&gt; = structured name in a sequence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1D3064"/>
                </a:solidFill>
              </a:rPr>
              <a:t>#&lt;a&gt; = address of node with name “a”</a:t>
            </a:r>
          </a:p>
        </p:txBody>
      </p:sp>
    </p:spTree>
    <p:extLst>
      <p:ext uri="{BB962C8B-B14F-4D97-AF65-F5344CB8AC3E}">
        <p14:creationId xmlns:p14="http://schemas.microsoft.com/office/powerpoint/2010/main" val="407774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8" grpId="0" animBg="1"/>
      <p:bldP spid="3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DNS Query</a:t>
            </a:r>
          </a:p>
        </p:txBody>
      </p:sp>
      <p:pic>
        <p:nvPicPr>
          <p:cNvPr id="107" name="Picture 2" descr="D:\Pictures\Server_icons_lnx\Icons\128X128\black_serv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531" y="1527486"/>
            <a:ext cx="687992" cy="6879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Up Arrow 107"/>
          <p:cNvSpPr/>
          <p:nvPr/>
        </p:nvSpPr>
        <p:spPr>
          <a:xfrm rot="10800000">
            <a:off x="5044419" y="2333383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2" descr="D:\Pictures\Server_icons_lnx\Icons\128X128\black_serv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326" y="1527486"/>
            <a:ext cx="687992" cy="6879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530" y="3097244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201" y="5466920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203" y="4818981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3" descr="D:\Pictures\Server_icons_lnx\Icons\128X128\data_ser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202" y="3097244"/>
            <a:ext cx="697433" cy="697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/>
          <p:cNvSpPr txBox="1"/>
          <p:nvPr/>
        </p:nvSpPr>
        <p:spPr>
          <a:xfrm>
            <a:off x="6112678" y="6117149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Root</a:t>
            </a:r>
            <a:endParaRPr lang="en-US" sz="2000" dirty="0"/>
          </a:p>
        </p:txBody>
      </p:sp>
      <p:sp>
        <p:nvSpPr>
          <p:cNvPr id="115" name="TextBox 114"/>
          <p:cNvSpPr txBox="1"/>
          <p:nvPr/>
        </p:nvSpPr>
        <p:spPr>
          <a:xfrm>
            <a:off x="7728535" y="5439475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com</a:t>
            </a:r>
            <a:endParaRPr lang="en-US" sz="2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065692" y="3716673"/>
            <a:ext cx="1994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ns1.google.com</a:t>
            </a:r>
            <a:endParaRPr lang="en-US" sz="2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7000639" y="1131940"/>
            <a:ext cx="2124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www.google.com</a:t>
            </a:r>
            <a:endParaRPr lang="en-US" sz="2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4009730" y="3749781"/>
            <a:ext cx="2420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</a:t>
            </a:r>
            <a:r>
              <a:rPr lang="en-US" sz="2000" dirty="0" smtClean="0"/>
              <a:t>sgard.ccs.neu.edu</a:t>
            </a:r>
            <a:endParaRPr lang="en-US" sz="2000" dirty="0"/>
          </a:p>
        </p:txBody>
      </p:sp>
      <p:cxnSp>
        <p:nvCxnSpPr>
          <p:cNvPr id="119" name="Straight Connector 118"/>
          <p:cNvCxnSpPr/>
          <p:nvPr/>
        </p:nvCxnSpPr>
        <p:spPr>
          <a:xfrm flipV="1">
            <a:off x="8078322" y="2333383"/>
            <a:ext cx="0" cy="609600"/>
          </a:xfrm>
          <a:prstGeom prst="line">
            <a:avLst/>
          </a:prstGeom>
          <a:ln w="762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Up Arrow 119"/>
          <p:cNvSpPr/>
          <p:nvPr/>
        </p:nvSpPr>
        <p:spPr>
          <a:xfrm rot="8796339">
            <a:off x="5402542" y="4095479"/>
            <a:ext cx="553978" cy="1608141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Up Arrow 120"/>
          <p:cNvSpPr/>
          <p:nvPr/>
        </p:nvSpPr>
        <p:spPr>
          <a:xfrm rot="3753653">
            <a:off x="7040635" y="5190708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Up Arrow 121"/>
          <p:cNvSpPr/>
          <p:nvPr/>
        </p:nvSpPr>
        <p:spPr>
          <a:xfrm>
            <a:off x="7843330" y="4096681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Up Arrow 122"/>
          <p:cNvSpPr/>
          <p:nvPr/>
        </p:nvSpPr>
        <p:spPr>
          <a:xfrm rot="10800000">
            <a:off x="7843330" y="4096680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Up Arrow 123"/>
          <p:cNvSpPr/>
          <p:nvPr/>
        </p:nvSpPr>
        <p:spPr>
          <a:xfrm rot="14400000">
            <a:off x="7016650" y="5227353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Up Arrow 124"/>
          <p:cNvSpPr/>
          <p:nvPr/>
        </p:nvSpPr>
        <p:spPr>
          <a:xfrm rot="19800000">
            <a:off x="5371729" y="4062133"/>
            <a:ext cx="553978" cy="1608141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Up Arrow 125"/>
          <p:cNvSpPr/>
          <p:nvPr/>
        </p:nvSpPr>
        <p:spPr>
          <a:xfrm>
            <a:off x="5044419" y="2333383"/>
            <a:ext cx="553978" cy="651409"/>
          </a:xfrm>
          <a:prstGeom prst="upArrow">
            <a:avLst/>
          </a:prstGeom>
          <a:solidFill>
            <a:schemeClr val="accent2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Left-Right Arrow 126"/>
          <p:cNvSpPr/>
          <p:nvPr/>
        </p:nvSpPr>
        <p:spPr>
          <a:xfrm>
            <a:off x="5755340" y="1625635"/>
            <a:ext cx="1919635" cy="491694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8" name="Group 127"/>
          <p:cNvGrpSpPr/>
          <p:nvPr/>
        </p:nvGrpSpPr>
        <p:grpSpPr>
          <a:xfrm flipH="1">
            <a:off x="464884" y="1414999"/>
            <a:ext cx="4142748" cy="543571"/>
            <a:chOff x="1219200" y="4876799"/>
            <a:chExt cx="5181605" cy="1384995"/>
          </a:xfrm>
          <a:solidFill>
            <a:srgbClr val="1D3064"/>
          </a:solidFill>
        </p:grpSpPr>
        <p:sp>
          <p:nvSpPr>
            <p:cNvPr id="129" name="Rectangular Callout 128"/>
            <p:cNvSpPr/>
            <p:nvPr/>
          </p:nvSpPr>
          <p:spPr>
            <a:xfrm>
              <a:off x="1219200" y="4876799"/>
              <a:ext cx="5181603" cy="1384995"/>
            </a:xfrm>
            <a:prstGeom prst="wedgeRectCallout">
              <a:avLst>
                <a:gd name="adj1" fmla="val -61220"/>
                <a:gd name="adj2" fmla="val -2830"/>
              </a:avLst>
            </a:prstGeom>
            <a:grpFill/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219203" y="5015484"/>
              <a:ext cx="5181602" cy="114466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Where is www.google.com?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437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8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Name Resolution </a:t>
            </a:r>
            <a:r>
              <a:rPr lang="en-US" dirty="0" smtClean="0"/>
              <a:t>- Advantages </a:t>
            </a:r>
            <a:r>
              <a:rPr lang="en-US" dirty="0"/>
              <a:t>and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Recursive </a:t>
            </a:r>
            <a:r>
              <a:rPr lang="en-US" dirty="0"/>
              <a:t>name resolution puts a higher performance demand on each name server; hence name servers in the global layer support only iterative name resolution</a:t>
            </a:r>
          </a:p>
          <a:p>
            <a:pPr>
              <a:defRPr/>
            </a:pPr>
            <a:r>
              <a:rPr lang="en-US" dirty="0" smtClean="0"/>
              <a:t>Caching </a:t>
            </a:r>
            <a:r>
              <a:rPr lang="en-US" dirty="0"/>
              <a:t>is more effective with recursive name resolution; each name server gradually learns the address of each name server responsible for implementing lower-level nodes; eventually lookup operations can be handled </a:t>
            </a:r>
            <a:r>
              <a:rPr lang="en-US" dirty="0" smtClean="0"/>
              <a:t>efficiently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smtClean="0"/>
              <a:t>The </a:t>
            </a:r>
            <a:r>
              <a:rPr lang="en-US" dirty="0"/>
              <a:t>comparison between recursive and iterative name </a:t>
            </a:r>
            <a:r>
              <a:rPr lang="en-US" dirty="0" smtClean="0"/>
              <a:t>resolution: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graphicFrame>
        <p:nvGraphicFramePr>
          <p:cNvPr id="5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256031"/>
              </p:ext>
            </p:extLst>
          </p:nvPr>
        </p:nvGraphicFramePr>
        <p:xfrm>
          <a:off x="806823" y="3886200"/>
          <a:ext cx="9547412" cy="1653987"/>
        </p:xfrm>
        <a:graphic>
          <a:graphicData uri="http://schemas.openxmlformats.org/drawingml/2006/table">
            <a:tbl>
              <a:tblPr/>
              <a:tblGrid>
                <a:gridCol w="1688461"/>
                <a:gridCol w="7858951"/>
              </a:tblGrid>
              <a:tr h="551329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255588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34988"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814388"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068388"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15255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19827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24399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2897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Method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255588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34988"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814388"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068388"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15255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19827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24399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2897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Advantage(s)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1329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255588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34988"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814388"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068388"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15255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19827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24399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2897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Recursive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255588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34988"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814388"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068388"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15255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19827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24399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2897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Less Communication cost; Caching is more effective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1329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255588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34988"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814388"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068388"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15255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19827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24399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2897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Iterative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255588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34988"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814388"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068388"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15255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19827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24399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2897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Less performance demand on name servers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52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Attribute-based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many cases, it is much more convenient to name, and look up entities by means of their attributes</a:t>
            </a:r>
          </a:p>
          <a:p>
            <a:pPr marL="806450" lvl="2" indent="-361950">
              <a:defRPr/>
            </a:pPr>
            <a:r>
              <a:rPr lang="en-US" altLang="en-US" sz="2400" dirty="0"/>
              <a:t>Similar to traditional directory services (e.g., yellow pages)</a:t>
            </a:r>
          </a:p>
          <a:p>
            <a:r>
              <a:rPr lang="en-US" altLang="en-US" dirty="0"/>
              <a:t>However, the lookup operations can be extremely expensive</a:t>
            </a:r>
          </a:p>
          <a:p>
            <a:pPr marL="806450" lvl="2" indent="-361950">
              <a:defRPr/>
            </a:pPr>
            <a:r>
              <a:rPr lang="en-US" altLang="en-US" sz="2400" dirty="0"/>
              <a:t>They require to match requested attribute values, against actual attribute values, which might require inspecting all entities</a:t>
            </a:r>
          </a:p>
          <a:p>
            <a:r>
              <a:rPr lang="en-US" altLang="en-US" dirty="0">
                <a:solidFill>
                  <a:schemeClr val="accent6"/>
                </a:solidFill>
              </a:rPr>
              <a:t>Solution</a:t>
            </a:r>
            <a:r>
              <a:rPr lang="en-US" altLang="en-US" dirty="0">
                <a:solidFill>
                  <a:srgbClr val="00B050"/>
                </a:solidFill>
              </a:rPr>
              <a:t>:</a:t>
            </a:r>
            <a:r>
              <a:rPr lang="en-US" altLang="en-US" dirty="0"/>
              <a:t> Implement basic directory service as a database, and combine it with traditional structured naming </a:t>
            </a:r>
            <a:r>
              <a:rPr lang="en-US" altLang="en-US" dirty="0" smtClean="0"/>
              <a:t>system</a:t>
            </a:r>
            <a:endParaRPr lang="en-US" altLang="en-US" sz="2400" dirty="0"/>
          </a:p>
          <a:p>
            <a:r>
              <a:rPr lang="en-US" altLang="en-US" dirty="0" smtClean="0"/>
              <a:t>Example: </a:t>
            </a:r>
            <a:r>
              <a:rPr lang="en-US" altLang="en-US" dirty="0" smtClean="0">
                <a:solidFill>
                  <a:srgbClr val="1D3064"/>
                </a:solidFill>
              </a:rPr>
              <a:t>Light-weight </a:t>
            </a:r>
            <a:r>
              <a:rPr lang="en-US" altLang="en-US" dirty="0">
                <a:solidFill>
                  <a:srgbClr val="1D3064"/>
                </a:solidFill>
              </a:rPr>
              <a:t>Directory Access Protocol </a:t>
            </a:r>
            <a:r>
              <a:rPr lang="en-US" altLang="en-US" dirty="0"/>
              <a:t>(LDAP</a:t>
            </a:r>
            <a:r>
              <a:rPr lang="en-US" altLang="en-US" dirty="0" smtClean="0"/>
              <a:t>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004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Light-weight Directory Access Protocol (LDAP)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LDAP directory service consists of a number of records called “directory entries”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Each record is made of (attribute, value) pairs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LDAP standard specifies five attributes for each record</a:t>
            </a:r>
          </a:p>
          <a:p>
            <a:pPr>
              <a:defRPr/>
            </a:pPr>
            <a:r>
              <a:rPr lang="en-US" dirty="0"/>
              <a:t>Directory Information Base (DIB) is a collection of all directory entries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Each record in a DIB is unique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Each record is represented by a distinguished name</a:t>
            </a:r>
          </a:p>
          <a:p>
            <a:pPr marL="457200" lvl="1" indent="0">
              <a:buNone/>
              <a:defRPr/>
            </a:pPr>
            <a:r>
              <a:rPr lang="en-US" sz="2800" dirty="0">
                <a:solidFill>
                  <a:srgbClr val="1D3064"/>
                </a:solidFill>
              </a:rPr>
              <a:t>    </a:t>
            </a:r>
            <a:r>
              <a:rPr lang="en-US" sz="2400" b="1" dirty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E.g., /C=NL/O=</a:t>
            </a:r>
            <a:r>
              <a:rPr lang="en-US" sz="2400" b="1" dirty="0" err="1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Vrije</a:t>
            </a:r>
            <a:r>
              <a:rPr lang="en-US" sz="2400" b="1" dirty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Universiteit</a:t>
            </a:r>
            <a:r>
              <a:rPr lang="en-US" sz="2400" b="1" dirty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/OU=Comp. Sc.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254" y="4194642"/>
            <a:ext cx="265588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14254" y="4423242"/>
            <a:ext cx="2598737" cy="1219200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9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Information Tree in LDAP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All the records in the DIB can be organized into a hierarchical tree called Directory Information Tree (DIT</a:t>
            </a:r>
            <a:r>
              <a:rPr lang="en-US" dirty="0" smtClean="0"/>
              <a:t>)</a:t>
            </a:r>
            <a:endParaRPr lang="en-US" dirty="0"/>
          </a:p>
          <a:p>
            <a:pPr>
              <a:defRPr/>
            </a:pPr>
            <a:r>
              <a:rPr lang="en-US" dirty="0" smtClean="0"/>
              <a:t>LDAP </a:t>
            </a:r>
            <a:r>
              <a:rPr lang="en-US" dirty="0"/>
              <a:t>provides advanced search mechanisms based on attributes by traversing the </a:t>
            </a:r>
            <a:r>
              <a:rPr lang="en-US" dirty="0" smtClean="0"/>
              <a:t>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8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Information Tree in </a:t>
            </a:r>
            <a:r>
              <a:rPr lang="en-US" dirty="0" smtClean="0"/>
              <a:t>LDAP – An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606575" cy="559056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000" b="1" dirty="0" smtClean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search("&amp;(C = NL) (O = </a:t>
            </a:r>
            <a:r>
              <a:rPr lang="en-US" sz="2000" b="1" dirty="0" err="1" smtClean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Vrije</a:t>
            </a:r>
            <a:r>
              <a:rPr lang="en-US" sz="2000" b="1" dirty="0" smtClean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Universiteit</a:t>
            </a:r>
            <a:r>
              <a:rPr lang="en-US" sz="2000" b="1" dirty="0" smtClean="0">
                <a:solidFill>
                  <a:srgbClr val="1D3064"/>
                </a:solidFill>
                <a:latin typeface="Courier New" pitchFamily="49" charset="0"/>
                <a:cs typeface="Courier New" pitchFamily="49" charset="0"/>
              </a:rPr>
              <a:t>) (OU = *) (CN = Main server)")</a:t>
            </a:r>
            <a:endParaRPr lang="en-US" sz="2000" b="1" dirty="0" smtClean="0">
              <a:solidFill>
                <a:srgbClr val="1D3064"/>
              </a:solidFill>
            </a:endParaRPr>
          </a:p>
          <a:p>
            <a:pPr marL="0" indent="0">
              <a:buNone/>
              <a:defRPr/>
            </a:pPr>
            <a:endParaRPr lang="en-US" dirty="0" smtClean="0"/>
          </a:p>
        </p:txBody>
      </p:sp>
      <p:graphicFrame>
        <p:nvGraphicFramePr>
          <p:cNvPr id="5" name="Group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97279"/>
              </p:ext>
            </p:extLst>
          </p:nvPr>
        </p:nvGraphicFramePr>
        <p:xfrm>
          <a:off x="7977430" y="3739850"/>
          <a:ext cx="3744785" cy="2797612"/>
        </p:xfrm>
        <a:graphic>
          <a:graphicData uri="http://schemas.openxmlformats.org/drawingml/2006/table">
            <a:tbl>
              <a:tblPr/>
              <a:tblGrid>
                <a:gridCol w="2134368"/>
                <a:gridCol w="1610417"/>
              </a:tblGrid>
              <a:tr h="33581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Attribute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Country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Locality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Amsterdam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Organization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Vrije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Universiteit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8268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OrganizationalUnit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Comp. Sc.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CommonName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Main server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Host_Name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Host_Address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192.31.231.42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48046"/>
              </p:ext>
            </p:extLst>
          </p:nvPr>
        </p:nvGraphicFramePr>
        <p:xfrm>
          <a:off x="7977430" y="793104"/>
          <a:ext cx="3669344" cy="2822639"/>
        </p:xfrm>
        <a:graphic>
          <a:graphicData uri="http://schemas.openxmlformats.org/drawingml/2006/table">
            <a:tbl>
              <a:tblPr/>
              <a:tblGrid>
                <a:gridCol w="1872851"/>
                <a:gridCol w="1796493"/>
              </a:tblGrid>
              <a:tr h="34073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Attribute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73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Country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73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Locality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Amsterdam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73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Organization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Vrije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Universiteit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469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OrganizationalUnit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Comp. Sc.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73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CommonName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Main server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73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Host_Name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zephyr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735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Host_Address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folHlink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buClr>
                          <a:schemeClr val="folHlink"/>
                        </a:buClr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buClr>
                          <a:schemeClr val="accent2"/>
                        </a:buClr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buClr>
                          <a:schemeClr val="accent1"/>
                        </a:buClr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137.37.20.10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Picture 9" descr="05-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17" y="2020949"/>
            <a:ext cx="7097499" cy="327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77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Naming and name resolutions enable accessing entities in a distributed </a:t>
            </a:r>
            <a:r>
              <a:rPr lang="en-US" dirty="0" smtClean="0"/>
              <a:t>system</a:t>
            </a:r>
          </a:p>
          <a:p>
            <a:r>
              <a:rPr lang="en-US" altLang="en-US" dirty="0" smtClean="0"/>
              <a:t>Three </a:t>
            </a:r>
            <a:r>
              <a:rPr lang="en-US" altLang="en-US" dirty="0"/>
              <a:t>types of naming:</a:t>
            </a:r>
          </a:p>
          <a:p>
            <a:pPr lvl="1"/>
            <a:r>
              <a:rPr lang="en-US" altLang="en-US" sz="2400" dirty="0">
                <a:solidFill>
                  <a:srgbClr val="1D3064"/>
                </a:solidFill>
              </a:rPr>
              <a:t>Flat Naming</a:t>
            </a:r>
          </a:p>
          <a:p>
            <a:pPr lvl="2"/>
            <a:r>
              <a:rPr lang="en-US" altLang="en-US" sz="2400" dirty="0"/>
              <a:t>Broadcasting, forward pointers, home-based approaches, Distributed Hash Tables (DHTs)</a:t>
            </a:r>
          </a:p>
          <a:p>
            <a:pPr lvl="1"/>
            <a:r>
              <a:rPr lang="en-US" altLang="en-US" sz="2400" dirty="0">
                <a:solidFill>
                  <a:srgbClr val="1D3064"/>
                </a:solidFill>
              </a:rPr>
              <a:t>Structured Naming</a:t>
            </a:r>
          </a:p>
          <a:p>
            <a:pPr lvl="2"/>
            <a:r>
              <a:rPr lang="en-US" altLang="en-US" sz="2400" dirty="0"/>
              <a:t>Organizes names into Name Spaces</a:t>
            </a:r>
          </a:p>
          <a:p>
            <a:pPr lvl="2"/>
            <a:r>
              <a:rPr lang="en-US" altLang="en-US" sz="2400" dirty="0"/>
              <a:t>Distributed Name Spaces</a:t>
            </a:r>
          </a:p>
          <a:p>
            <a:pPr lvl="1"/>
            <a:r>
              <a:rPr lang="en-US" altLang="en-US" sz="2400" dirty="0">
                <a:solidFill>
                  <a:srgbClr val="1D3064"/>
                </a:solidFill>
              </a:rPr>
              <a:t>Attribute-based Naming</a:t>
            </a:r>
          </a:p>
          <a:p>
            <a:pPr lvl="2"/>
            <a:r>
              <a:rPr lang="en-US" altLang="en-US" sz="2400" dirty="0"/>
              <a:t>Entities are looked up using their attributes</a:t>
            </a:r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0497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4832</TotalTime>
  <Words>4295</Words>
  <Application>Microsoft Office PowerPoint</Application>
  <PresentationFormat>Widescreen</PresentationFormat>
  <Paragraphs>928</Paragraphs>
  <Slides>53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MS PGothic</vt:lpstr>
      <vt:lpstr>Arial</vt:lpstr>
      <vt:lpstr>Calibri</vt:lpstr>
      <vt:lpstr>Courier New</vt:lpstr>
      <vt:lpstr>Roboto Condensed</vt:lpstr>
      <vt:lpstr>Roboto Condensed Light</vt:lpstr>
      <vt:lpstr>Segoe UI Black</vt:lpstr>
      <vt:lpstr>Tw Cen MT</vt:lpstr>
      <vt:lpstr>Webdings</vt:lpstr>
      <vt:lpstr>Wingdings</vt:lpstr>
      <vt:lpstr>Wingdings 2</vt:lpstr>
      <vt:lpstr>Wingdings 3</vt:lpstr>
      <vt:lpstr>Office Theme</vt:lpstr>
      <vt:lpstr>Unit-3  Naming  </vt:lpstr>
      <vt:lpstr>PowerPoint Presentation</vt:lpstr>
      <vt:lpstr>Names, identifiers, and addresses</vt:lpstr>
      <vt:lpstr>Naming</vt:lpstr>
      <vt:lpstr>Identifiers</vt:lpstr>
      <vt:lpstr>True identifier</vt:lpstr>
      <vt:lpstr>Name Resolution</vt:lpstr>
      <vt:lpstr>Flat Naming</vt:lpstr>
      <vt:lpstr>Broadcasting</vt:lpstr>
      <vt:lpstr>Forwarding Pointers</vt:lpstr>
      <vt:lpstr>Forwarding Pointers – An Example</vt:lpstr>
      <vt:lpstr>Home-Based Approaches</vt:lpstr>
      <vt:lpstr>Home-Based Approaches</vt:lpstr>
      <vt:lpstr>Home-based approaches – An example</vt:lpstr>
      <vt:lpstr>Home-based approaches – An example</vt:lpstr>
      <vt:lpstr>Distributed Hash Tables/Chord</vt:lpstr>
      <vt:lpstr>Chord</vt:lpstr>
      <vt:lpstr>Chord</vt:lpstr>
      <vt:lpstr>Chord</vt:lpstr>
      <vt:lpstr>A Naive Key Resolution Algorithm</vt:lpstr>
      <vt:lpstr>Key Resolution in Chord</vt:lpstr>
      <vt:lpstr>Chord – Join and Leave Protocol</vt:lpstr>
      <vt:lpstr>Finger Tables – A Better Way</vt:lpstr>
      <vt:lpstr>Hierarchical Approaches</vt:lpstr>
      <vt:lpstr>Structured Naming</vt:lpstr>
      <vt:lpstr>Name Spaces</vt:lpstr>
      <vt:lpstr>Name Spaces - An Example </vt:lpstr>
      <vt:lpstr>Name Resolution</vt:lpstr>
      <vt:lpstr>Name Linking</vt:lpstr>
      <vt:lpstr>Hard Links</vt:lpstr>
      <vt:lpstr>Symbolic Links</vt:lpstr>
      <vt:lpstr>Mounting of Name Spaces</vt:lpstr>
      <vt:lpstr>Example of Mounting Name Spaces in NFS</vt:lpstr>
      <vt:lpstr>Distributed Name Spaces</vt:lpstr>
      <vt:lpstr>Layers in Distributed Name Spaces</vt:lpstr>
      <vt:lpstr>Distributed Name Spaces – An Example</vt:lpstr>
      <vt:lpstr>Comparison of Name Servers at Different Layers</vt:lpstr>
      <vt:lpstr>DNS name space.</vt:lpstr>
      <vt:lpstr>Distributed Name Resolution</vt:lpstr>
      <vt:lpstr>Iterative Name Resolution</vt:lpstr>
      <vt:lpstr>Iterative Name Resolution – An Example</vt:lpstr>
      <vt:lpstr>Iterated DNS query</vt:lpstr>
      <vt:lpstr>Recursive Name Resolution</vt:lpstr>
      <vt:lpstr>Recursive Name Resolution</vt:lpstr>
      <vt:lpstr>Recursive Name Resolution – An example</vt:lpstr>
      <vt:lpstr>Recursive Name Resolution - An Example</vt:lpstr>
      <vt:lpstr>Recursive DNS Query</vt:lpstr>
      <vt:lpstr>Recursive Name Resolution - Advantages and drawbacks</vt:lpstr>
      <vt:lpstr>Attribute-based Naming</vt:lpstr>
      <vt:lpstr>Light-weight Directory Access Protocol (LDAP)</vt:lpstr>
      <vt:lpstr>Directory Information Tree in LDAP</vt:lpstr>
      <vt:lpstr>Directory Information Tree in LDAP – An Example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umesh patel</cp:lastModifiedBy>
  <cp:revision>643</cp:revision>
  <dcterms:created xsi:type="dcterms:W3CDTF">2020-05-01T05:09:15Z</dcterms:created>
  <dcterms:modified xsi:type="dcterms:W3CDTF">2021-08-12T17:31:28Z</dcterms:modified>
</cp:coreProperties>
</file>