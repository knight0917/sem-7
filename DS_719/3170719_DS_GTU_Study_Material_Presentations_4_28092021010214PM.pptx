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wdp" ContentType="image/vnd.ms-photo"/>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6"/>
  </p:notesMasterIdLst>
  <p:sldIdLst>
    <p:sldId id="283" r:id="rId2"/>
    <p:sldId id="410" r:id="rId3"/>
    <p:sldId id="684" r:id="rId4"/>
    <p:sldId id="685" r:id="rId5"/>
    <p:sldId id="663" r:id="rId6"/>
    <p:sldId id="664" r:id="rId7"/>
    <p:sldId id="665" r:id="rId8"/>
    <p:sldId id="666" r:id="rId9"/>
    <p:sldId id="667" r:id="rId10"/>
    <p:sldId id="669" r:id="rId11"/>
    <p:sldId id="670" r:id="rId12"/>
    <p:sldId id="671" r:id="rId13"/>
    <p:sldId id="672" r:id="rId14"/>
    <p:sldId id="673" r:id="rId15"/>
    <p:sldId id="674" r:id="rId16"/>
    <p:sldId id="675" r:id="rId17"/>
    <p:sldId id="693" r:id="rId18"/>
    <p:sldId id="676" r:id="rId19"/>
    <p:sldId id="679" r:id="rId20"/>
    <p:sldId id="677" r:id="rId21"/>
    <p:sldId id="680" r:id="rId22"/>
    <p:sldId id="681" r:id="rId23"/>
    <p:sldId id="682" r:id="rId24"/>
    <p:sldId id="683" r:id="rId25"/>
    <p:sldId id="686" r:id="rId26"/>
    <p:sldId id="687" r:id="rId27"/>
    <p:sldId id="692" r:id="rId28"/>
    <p:sldId id="688" r:id="rId29"/>
    <p:sldId id="694" r:id="rId30"/>
    <p:sldId id="695" r:id="rId31"/>
    <p:sldId id="691" r:id="rId32"/>
    <p:sldId id="696" r:id="rId33"/>
    <p:sldId id="697" r:id="rId34"/>
    <p:sldId id="698" r:id="rId35"/>
    <p:sldId id="699" r:id="rId36"/>
    <p:sldId id="700" r:id="rId37"/>
    <p:sldId id="701" r:id="rId38"/>
    <p:sldId id="702" r:id="rId39"/>
    <p:sldId id="703" r:id="rId40"/>
    <p:sldId id="704" r:id="rId41"/>
    <p:sldId id="705" r:id="rId42"/>
    <p:sldId id="706" r:id="rId43"/>
    <p:sldId id="707" r:id="rId44"/>
    <p:sldId id="708" r:id="rId45"/>
    <p:sldId id="709" r:id="rId46"/>
    <p:sldId id="728" r:id="rId47"/>
    <p:sldId id="715" r:id="rId48"/>
    <p:sldId id="716" r:id="rId49"/>
    <p:sldId id="717" r:id="rId50"/>
    <p:sldId id="718" r:id="rId51"/>
    <p:sldId id="719" r:id="rId52"/>
    <p:sldId id="720" r:id="rId53"/>
    <p:sldId id="722" r:id="rId54"/>
    <p:sldId id="723" r:id="rId55"/>
    <p:sldId id="724" r:id="rId56"/>
    <p:sldId id="725" r:id="rId57"/>
    <p:sldId id="726" r:id="rId58"/>
    <p:sldId id="727" r:id="rId59"/>
    <p:sldId id="737" r:id="rId60"/>
    <p:sldId id="731" r:id="rId61"/>
    <p:sldId id="735" r:id="rId62"/>
    <p:sldId id="732" r:id="rId63"/>
    <p:sldId id="733" r:id="rId64"/>
    <p:sldId id="734" r:id="rId65"/>
    <p:sldId id="741" r:id="rId66"/>
    <p:sldId id="743" r:id="rId67"/>
    <p:sldId id="742" r:id="rId68"/>
    <p:sldId id="738" r:id="rId69"/>
    <p:sldId id="739" r:id="rId70"/>
    <p:sldId id="730" r:id="rId71"/>
    <p:sldId id="744" r:id="rId72"/>
    <p:sldId id="745" r:id="rId73"/>
    <p:sldId id="746" r:id="rId74"/>
    <p:sldId id="750" r:id="rId75"/>
    <p:sldId id="747" r:id="rId76"/>
    <p:sldId id="749" r:id="rId77"/>
    <p:sldId id="753" r:id="rId78"/>
    <p:sldId id="711" r:id="rId79"/>
    <p:sldId id="755" r:id="rId80"/>
    <p:sldId id="758" r:id="rId81"/>
    <p:sldId id="757" r:id="rId82"/>
    <p:sldId id="754" r:id="rId83"/>
    <p:sldId id="761" r:id="rId84"/>
    <p:sldId id="759" r:id="rId8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modifyVerifier cryptProviderType="rsaAES" cryptAlgorithmClass="hash" cryptAlgorithmType="typeAny" cryptAlgorithmSid="14" spinCount="100000" saltData="W7RO4XwaY4IX6jbljVAHZA==" hashData="olRm7yUVyyNt8JOa1A2k3SNXeozgz6zLDWcE1aWRLI4Ki6aPvYa0HsD+7iZ+bygAK9AKKBacfAl4XxCCE+PdzA=="/>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D3064"/>
    <a:srgbClr val="D9D9D9"/>
    <a:srgbClr val="1D6FA9"/>
    <a:srgbClr val="B71B1C"/>
    <a:srgbClr val="1D9A78"/>
    <a:srgbClr val="F2F2F2"/>
    <a:srgbClr val="CAE4F6"/>
    <a:srgbClr val="1D558C"/>
    <a:srgbClr val="ED524F"/>
    <a:srgbClr val="00CC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7" d="100"/>
          <a:sy n="67" d="100"/>
        </p:scale>
        <p:origin x="780" y="60"/>
      </p:cViewPr>
      <p:guideLst>
        <p:guide orient="horz" pos="2160"/>
        <p:guide pos="3840"/>
      </p:guideLst>
    </p:cSldViewPr>
  </p:slideViewPr>
  <p:notesTextViewPr>
    <p:cViewPr>
      <p:scale>
        <a:sx n="1" d="1"/>
        <a:sy n="1" d="1"/>
      </p:scale>
      <p:origin x="0" y="0"/>
    </p:cViewPr>
  </p:notesTextViewPr>
  <p:notesViewPr>
    <p:cSldViewPr snapToGrid="0">
      <p:cViewPr varScale="1">
        <p:scale>
          <a:sx n="54" d="100"/>
          <a:sy n="54" d="100"/>
        </p:scale>
        <p:origin x="2820" y="78"/>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ableStyles" Target="tableStyle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ED5B210-100F-4472-B8DE-F8D1D0E0E1EA}" type="doc">
      <dgm:prSet loTypeId="urn:microsoft.com/office/officeart/2005/8/layout/cycle5" loCatId="cycle" qsTypeId="urn:microsoft.com/office/officeart/2005/8/quickstyle/simple1" qsCatId="simple" csTypeId="urn:microsoft.com/office/officeart/2005/8/colors/accent2_2" csCatId="accent2" phldr="1"/>
      <dgm:spPr/>
      <dgm:t>
        <a:bodyPr/>
        <a:lstStyle/>
        <a:p>
          <a:endParaRPr lang="en-US"/>
        </a:p>
      </dgm:t>
    </dgm:pt>
    <dgm:pt modelId="{1F5AC928-E19E-4B1E-A801-E867E4FD4121}">
      <dgm:prSet phldrT="[Text]" custT="1"/>
      <dgm:spPr>
        <a:solidFill>
          <a:schemeClr val="accent6"/>
        </a:solidFill>
      </dgm:spPr>
      <dgm:t>
        <a:bodyPr/>
        <a:lstStyle/>
        <a:p>
          <a:r>
            <a:rPr lang="en-US" sz="2000" b="1" dirty="0"/>
            <a:t>P0</a:t>
          </a:r>
        </a:p>
      </dgm:t>
    </dgm:pt>
    <dgm:pt modelId="{4868DF58-3A22-4F60-B21F-2EE238006926}" type="parTrans" cxnId="{79A57FC6-C354-4931-A432-0A351A872662}">
      <dgm:prSet/>
      <dgm:spPr/>
      <dgm:t>
        <a:bodyPr/>
        <a:lstStyle/>
        <a:p>
          <a:endParaRPr lang="en-US"/>
        </a:p>
      </dgm:t>
    </dgm:pt>
    <dgm:pt modelId="{2E2ADFBF-F1C6-43DD-A839-A095B33290F0}" type="sibTrans" cxnId="{79A57FC6-C354-4931-A432-0A351A872662}">
      <dgm:prSet/>
      <dgm:spPr/>
      <dgm:t>
        <a:bodyPr/>
        <a:lstStyle/>
        <a:p>
          <a:endParaRPr lang="en-US"/>
        </a:p>
      </dgm:t>
    </dgm:pt>
    <dgm:pt modelId="{683FBB12-F552-4671-913E-06E7E06DD4F5}">
      <dgm:prSet phldrT="[Text]" custT="1"/>
      <dgm:spPr>
        <a:solidFill>
          <a:schemeClr val="accent6"/>
        </a:solidFill>
      </dgm:spPr>
      <dgm:t>
        <a:bodyPr/>
        <a:lstStyle/>
        <a:p>
          <a:r>
            <a:rPr lang="en-US" sz="2000" b="1" dirty="0"/>
            <a:t>P1</a:t>
          </a:r>
        </a:p>
      </dgm:t>
    </dgm:pt>
    <dgm:pt modelId="{F2818A6C-73E4-4A30-BC28-A5702BBA4C83}" type="parTrans" cxnId="{4DF9BFF9-9B91-48B0-9C52-6569C16A8077}">
      <dgm:prSet/>
      <dgm:spPr/>
      <dgm:t>
        <a:bodyPr/>
        <a:lstStyle/>
        <a:p>
          <a:endParaRPr lang="en-US"/>
        </a:p>
      </dgm:t>
    </dgm:pt>
    <dgm:pt modelId="{9C14DE87-E110-4FEA-BD86-9BF3D4A24023}" type="sibTrans" cxnId="{4DF9BFF9-9B91-48B0-9C52-6569C16A8077}">
      <dgm:prSet/>
      <dgm:spPr/>
      <dgm:t>
        <a:bodyPr/>
        <a:lstStyle/>
        <a:p>
          <a:endParaRPr lang="en-US"/>
        </a:p>
      </dgm:t>
    </dgm:pt>
    <dgm:pt modelId="{368EE055-8776-4650-B854-D0CBA0686F92}">
      <dgm:prSet phldrT="[Text]" custT="1"/>
      <dgm:spPr>
        <a:solidFill>
          <a:schemeClr val="accent6"/>
        </a:solidFill>
      </dgm:spPr>
      <dgm:t>
        <a:bodyPr/>
        <a:lstStyle/>
        <a:p>
          <a:r>
            <a:rPr lang="en-US" sz="2000" b="1" dirty="0"/>
            <a:t>P2</a:t>
          </a:r>
        </a:p>
      </dgm:t>
    </dgm:pt>
    <dgm:pt modelId="{E5FFED63-E538-43A0-87F1-E7B3852B9ED3}" type="parTrans" cxnId="{3DFDF07A-B8F6-482C-B325-3CFD42E183EB}">
      <dgm:prSet/>
      <dgm:spPr/>
      <dgm:t>
        <a:bodyPr/>
        <a:lstStyle/>
        <a:p>
          <a:endParaRPr lang="en-US"/>
        </a:p>
      </dgm:t>
    </dgm:pt>
    <dgm:pt modelId="{EFCDBE4F-6A6F-4ED9-98D1-6852EE7B4D63}" type="sibTrans" cxnId="{3DFDF07A-B8F6-482C-B325-3CFD42E183EB}">
      <dgm:prSet/>
      <dgm:spPr/>
      <dgm:t>
        <a:bodyPr/>
        <a:lstStyle/>
        <a:p>
          <a:endParaRPr lang="en-US"/>
        </a:p>
      </dgm:t>
    </dgm:pt>
    <dgm:pt modelId="{FE790153-994F-45A7-8953-EE8B51C8412A}">
      <dgm:prSet phldrT="[Text]" custT="1"/>
      <dgm:spPr>
        <a:solidFill>
          <a:schemeClr val="accent6"/>
        </a:solidFill>
      </dgm:spPr>
      <dgm:t>
        <a:bodyPr/>
        <a:lstStyle/>
        <a:p>
          <a:r>
            <a:rPr lang="en-US" sz="2000" b="1" dirty="0"/>
            <a:t>P3</a:t>
          </a:r>
        </a:p>
      </dgm:t>
    </dgm:pt>
    <dgm:pt modelId="{15A6D3B2-81CF-4C80-99C4-FE3F5718456F}" type="parTrans" cxnId="{D90806B9-3920-44AF-BA9D-B2D60C49ED34}">
      <dgm:prSet/>
      <dgm:spPr/>
      <dgm:t>
        <a:bodyPr/>
        <a:lstStyle/>
        <a:p>
          <a:endParaRPr lang="en-US"/>
        </a:p>
      </dgm:t>
    </dgm:pt>
    <dgm:pt modelId="{6DA87BF8-26F4-4204-BDB5-AC7DB8335DCC}" type="sibTrans" cxnId="{D90806B9-3920-44AF-BA9D-B2D60C49ED34}">
      <dgm:prSet/>
      <dgm:spPr/>
      <dgm:t>
        <a:bodyPr/>
        <a:lstStyle/>
        <a:p>
          <a:endParaRPr lang="en-US"/>
        </a:p>
      </dgm:t>
    </dgm:pt>
    <dgm:pt modelId="{7C633495-21FE-443A-90FC-D6B53B84E1FA}">
      <dgm:prSet phldrT="[Text]" custT="1"/>
      <dgm:spPr>
        <a:solidFill>
          <a:schemeClr val="accent6"/>
        </a:solidFill>
      </dgm:spPr>
      <dgm:t>
        <a:bodyPr/>
        <a:lstStyle/>
        <a:p>
          <a:r>
            <a:rPr lang="en-US" sz="2000" b="1" dirty="0"/>
            <a:t>P4</a:t>
          </a:r>
        </a:p>
      </dgm:t>
    </dgm:pt>
    <dgm:pt modelId="{01B51DA4-C600-4F6E-B2BA-D696FAA84819}" type="parTrans" cxnId="{BAA30CC8-03A4-44F5-8224-1383CE45C9B1}">
      <dgm:prSet/>
      <dgm:spPr/>
      <dgm:t>
        <a:bodyPr/>
        <a:lstStyle/>
        <a:p>
          <a:endParaRPr lang="en-US"/>
        </a:p>
      </dgm:t>
    </dgm:pt>
    <dgm:pt modelId="{6ABF6DE2-1005-407F-B283-26172BFC6C45}" type="sibTrans" cxnId="{BAA30CC8-03A4-44F5-8224-1383CE45C9B1}">
      <dgm:prSet/>
      <dgm:spPr/>
      <dgm:t>
        <a:bodyPr/>
        <a:lstStyle/>
        <a:p>
          <a:endParaRPr lang="en-US"/>
        </a:p>
      </dgm:t>
    </dgm:pt>
    <dgm:pt modelId="{EAD9C2E8-0A11-46C6-9DAC-0BC571EF6D77}">
      <dgm:prSet phldrT="[Text]" custT="1"/>
      <dgm:spPr>
        <a:solidFill>
          <a:schemeClr val="accent6"/>
        </a:solidFill>
      </dgm:spPr>
      <dgm:t>
        <a:bodyPr/>
        <a:lstStyle/>
        <a:p>
          <a:r>
            <a:rPr lang="en-US" sz="2000" b="1" dirty="0"/>
            <a:t>P5</a:t>
          </a:r>
        </a:p>
      </dgm:t>
    </dgm:pt>
    <dgm:pt modelId="{1F4B7C1B-4A7F-4BC4-9FFA-A5A7A1BA6CF5}" type="parTrans" cxnId="{CC0A3623-D75E-4FB2-BC0F-F2B69F40C046}">
      <dgm:prSet/>
      <dgm:spPr/>
      <dgm:t>
        <a:bodyPr/>
        <a:lstStyle/>
        <a:p>
          <a:endParaRPr lang="en-US"/>
        </a:p>
      </dgm:t>
    </dgm:pt>
    <dgm:pt modelId="{3DBA2D07-BF79-44A0-9E93-5C2648431DCC}" type="sibTrans" cxnId="{CC0A3623-D75E-4FB2-BC0F-F2B69F40C046}">
      <dgm:prSet/>
      <dgm:spPr/>
      <dgm:t>
        <a:bodyPr/>
        <a:lstStyle/>
        <a:p>
          <a:endParaRPr lang="en-US"/>
        </a:p>
      </dgm:t>
    </dgm:pt>
    <dgm:pt modelId="{5DD00540-0C1C-47D9-B6D4-11E6F6DB163B}">
      <dgm:prSet phldrT="[Text]" custT="1"/>
      <dgm:spPr>
        <a:solidFill>
          <a:schemeClr val="accent6"/>
        </a:solidFill>
      </dgm:spPr>
      <dgm:t>
        <a:bodyPr/>
        <a:lstStyle/>
        <a:p>
          <a:r>
            <a:rPr lang="en-US" sz="2000" b="1" dirty="0"/>
            <a:t>P6</a:t>
          </a:r>
        </a:p>
      </dgm:t>
    </dgm:pt>
    <dgm:pt modelId="{3C7D42CC-7E75-4529-9534-70A8FDB544C9}" type="parTrans" cxnId="{B2B6BF14-1226-4508-96EC-7E997F4D42F8}">
      <dgm:prSet/>
      <dgm:spPr/>
      <dgm:t>
        <a:bodyPr/>
        <a:lstStyle/>
        <a:p>
          <a:endParaRPr lang="en-US"/>
        </a:p>
      </dgm:t>
    </dgm:pt>
    <dgm:pt modelId="{16E54351-3712-4808-894D-D6EEBF8B2AD0}" type="sibTrans" cxnId="{B2B6BF14-1226-4508-96EC-7E997F4D42F8}">
      <dgm:prSet/>
      <dgm:spPr/>
      <dgm:t>
        <a:bodyPr/>
        <a:lstStyle/>
        <a:p>
          <a:endParaRPr lang="en-US"/>
        </a:p>
      </dgm:t>
    </dgm:pt>
    <dgm:pt modelId="{A237F76E-AB24-4AF1-B09A-5624DB307A7B}">
      <dgm:prSet phldrT="[Text]" custT="1"/>
      <dgm:spPr>
        <a:solidFill>
          <a:schemeClr val="accent6"/>
        </a:solidFill>
      </dgm:spPr>
      <dgm:t>
        <a:bodyPr/>
        <a:lstStyle/>
        <a:p>
          <a:r>
            <a:rPr lang="en-US" sz="2000" b="1" dirty="0"/>
            <a:t>P7</a:t>
          </a:r>
        </a:p>
      </dgm:t>
    </dgm:pt>
    <dgm:pt modelId="{B6457961-DD7C-430E-9F13-1297BA0C3896}" type="parTrans" cxnId="{1E2F885E-B564-4DF0-9109-8C1F1BBC4EFA}">
      <dgm:prSet/>
      <dgm:spPr/>
      <dgm:t>
        <a:bodyPr/>
        <a:lstStyle/>
        <a:p>
          <a:endParaRPr lang="en-US"/>
        </a:p>
      </dgm:t>
    </dgm:pt>
    <dgm:pt modelId="{FFD0B80C-326F-4CA3-A32C-D06953AD2932}" type="sibTrans" cxnId="{1E2F885E-B564-4DF0-9109-8C1F1BBC4EFA}">
      <dgm:prSet/>
      <dgm:spPr/>
      <dgm:t>
        <a:bodyPr/>
        <a:lstStyle/>
        <a:p>
          <a:endParaRPr lang="en-US"/>
        </a:p>
      </dgm:t>
    </dgm:pt>
    <dgm:pt modelId="{02A9CA25-A190-480A-899F-1E2D15ABA6B2}" type="pres">
      <dgm:prSet presAssocID="{DED5B210-100F-4472-B8DE-F8D1D0E0E1EA}" presName="cycle" presStyleCnt="0">
        <dgm:presLayoutVars>
          <dgm:dir/>
          <dgm:resizeHandles val="exact"/>
        </dgm:presLayoutVars>
      </dgm:prSet>
      <dgm:spPr/>
      <dgm:t>
        <a:bodyPr/>
        <a:lstStyle/>
        <a:p>
          <a:endParaRPr lang="en-IN"/>
        </a:p>
      </dgm:t>
    </dgm:pt>
    <dgm:pt modelId="{3FC5A6DC-1F50-4698-BADE-FFA8C9359DDA}" type="pres">
      <dgm:prSet presAssocID="{1F5AC928-E19E-4B1E-A801-E867E4FD4121}" presName="node" presStyleLbl="node1" presStyleIdx="0" presStyleCnt="8">
        <dgm:presLayoutVars>
          <dgm:bulletEnabled val="1"/>
        </dgm:presLayoutVars>
      </dgm:prSet>
      <dgm:spPr/>
      <dgm:t>
        <a:bodyPr/>
        <a:lstStyle/>
        <a:p>
          <a:endParaRPr lang="en-IN"/>
        </a:p>
      </dgm:t>
    </dgm:pt>
    <dgm:pt modelId="{3C2713EF-49F5-41BC-9DD5-D8D025D5F663}" type="pres">
      <dgm:prSet presAssocID="{1F5AC928-E19E-4B1E-A801-E867E4FD4121}" presName="spNode" presStyleCnt="0"/>
      <dgm:spPr/>
      <dgm:t>
        <a:bodyPr/>
        <a:lstStyle/>
        <a:p>
          <a:endParaRPr lang="en-IN"/>
        </a:p>
      </dgm:t>
    </dgm:pt>
    <dgm:pt modelId="{23F3BF2D-452F-4C54-9528-8B5A24AF3442}" type="pres">
      <dgm:prSet presAssocID="{2E2ADFBF-F1C6-43DD-A839-A095B33290F0}" presName="sibTrans" presStyleLbl="sibTrans1D1" presStyleIdx="0" presStyleCnt="8"/>
      <dgm:spPr/>
      <dgm:t>
        <a:bodyPr/>
        <a:lstStyle/>
        <a:p>
          <a:endParaRPr lang="en-IN"/>
        </a:p>
      </dgm:t>
    </dgm:pt>
    <dgm:pt modelId="{6D7741B6-819A-46A3-82A5-DE75120F950E}" type="pres">
      <dgm:prSet presAssocID="{683FBB12-F552-4671-913E-06E7E06DD4F5}" presName="node" presStyleLbl="node1" presStyleIdx="1" presStyleCnt="8">
        <dgm:presLayoutVars>
          <dgm:bulletEnabled val="1"/>
        </dgm:presLayoutVars>
      </dgm:prSet>
      <dgm:spPr/>
      <dgm:t>
        <a:bodyPr/>
        <a:lstStyle/>
        <a:p>
          <a:endParaRPr lang="en-IN"/>
        </a:p>
      </dgm:t>
    </dgm:pt>
    <dgm:pt modelId="{70851511-BCCC-436A-92F3-088348806C4B}" type="pres">
      <dgm:prSet presAssocID="{683FBB12-F552-4671-913E-06E7E06DD4F5}" presName="spNode" presStyleCnt="0"/>
      <dgm:spPr/>
      <dgm:t>
        <a:bodyPr/>
        <a:lstStyle/>
        <a:p>
          <a:endParaRPr lang="en-IN"/>
        </a:p>
      </dgm:t>
    </dgm:pt>
    <dgm:pt modelId="{286A9028-C541-42AD-82BC-5213FBF83011}" type="pres">
      <dgm:prSet presAssocID="{9C14DE87-E110-4FEA-BD86-9BF3D4A24023}" presName="sibTrans" presStyleLbl="sibTrans1D1" presStyleIdx="1" presStyleCnt="8"/>
      <dgm:spPr/>
      <dgm:t>
        <a:bodyPr/>
        <a:lstStyle/>
        <a:p>
          <a:endParaRPr lang="en-IN"/>
        </a:p>
      </dgm:t>
    </dgm:pt>
    <dgm:pt modelId="{2E78F5BF-F65F-406C-8D99-56A1FA6FBA6C}" type="pres">
      <dgm:prSet presAssocID="{368EE055-8776-4650-B854-D0CBA0686F92}" presName="node" presStyleLbl="node1" presStyleIdx="2" presStyleCnt="8">
        <dgm:presLayoutVars>
          <dgm:bulletEnabled val="1"/>
        </dgm:presLayoutVars>
      </dgm:prSet>
      <dgm:spPr/>
      <dgm:t>
        <a:bodyPr/>
        <a:lstStyle/>
        <a:p>
          <a:endParaRPr lang="en-IN"/>
        </a:p>
      </dgm:t>
    </dgm:pt>
    <dgm:pt modelId="{0DDEB9CC-C221-474E-A832-35CC56F2D35C}" type="pres">
      <dgm:prSet presAssocID="{368EE055-8776-4650-B854-D0CBA0686F92}" presName="spNode" presStyleCnt="0"/>
      <dgm:spPr/>
      <dgm:t>
        <a:bodyPr/>
        <a:lstStyle/>
        <a:p>
          <a:endParaRPr lang="en-IN"/>
        </a:p>
      </dgm:t>
    </dgm:pt>
    <dgm:pt modelId="{BBE61AAB-23E3-4125-B778-3526EDB2E4AB}" type="pres">
      <dgm:prSet presAssocID="{EFCDBE4F-6A6F-4ED9-98D1-6852EE7B4D63}" presName="sibTrans" presStyleLbl="sibTrans1D1" presStyleIdx="2" presStyleCnt="8"/>
      <dgm:spPr/>
      <dgm:t>
        <a:bodyPr/>
        <a:lstStyle/>
        <a:p>
          <a:endParaRPr lang="en-IN"/>
        </a:p>
      </dgm:t>
    </dgm:pt>
    <dgm:pt modelId="{8B6BF982-1EDE-41B4-8CD2-072EBB3DFAEE}" type="pres">
      <dgm:prSet presAssocID="{FE790153-994F-45A7-8953-EE8B51C8412A}" presName="node" presStyleLbl="node1" presStyleIdx="3" presStyleCnt="8">
        <dgm:presLayoutVars>
          <dgm:bulletEnabled val="1"/>
        </dgm:presLayoutVars>
      </dgm:prSet>
      <dgm:spPr/>
      <dgm:t>
        <a:bodyPr/>
        <a:lstStyle/>
        <a:p>
          <a:endParaRPr lang="en-IN"/>
        </a:p>
      </dgm:t>
    </dgm:pt>
    <dgm:pt modelId="{8B0D8F09-FDF1-4580-ADFB-C6CF24D54D81}" type="pres">
      <dgm:prSet presAssocID="{FE790153-994F-45A7-8953-EE8B51C8412A}" presName="spNode" presStyleCnt="0"/>
      <dgm:spPr/>
      <dgm:t>
        <a:bodyPr/>
        <a:lstStyle/>
        <a:p>
          <a:endParaRPr lang="en-IN"/>
        </a:p>
      </dgm:t>
    </dgm:pt>
    <dgm:pt modelId="{25D67A16-6949-4DCF-9CC0-28122A678481}" type="pres">
      <dgm:prSet presAssocID="{6DA87BF8-26F4-4204-BDB5-AC7DB8335DCC}" presName="sibTrans" presStyleLbl="sibTrans1D1" presStyleIdx="3" presStyleCnt="8"/>
      <dgm:spPr/>
      <dgm:t>
        <a:bodyPr/>
        <a:lstStyle/>
        <a:p>
          <a:endParaRPr lang="en-IN"/>
        </a:p>
      </dgm:t>
    </dgm:pt>
    <dgm:pt modelId="{801E6E36-5D71-471A-A46B-909F6BBF3A27}" type="pres">
      <dgm:prSet presAssocID="{7C633495-21FE-443A-90FC-D6B53B84E1FA}" presName="node" presStyleLbl="node1" presStyleIdx="4" presStyleCnt="8">
        <dgm:presLayoutVars>
          <dgm:bulletEnabled val="1"/>
        </dgm:presLayoutVars>
      </dgm:prSet>
      <dgm:spPr/>
      <dgm:t>
        <a:bodyPr/>
        <a:lstStyle/>
        <a:p>
          <a:endParaRPr lang="en-IN"/>
        </a:p>
      </dgm:t>
    </dgm:pt>
    <dgm:pt modelId="{384B30A0-FDF1-47C5-BAD5-3812BB02E595}" type="pres">
      <dgm:prSet presAssocID="{7C633495-21FE-443A-90FC-D6B53B84E1FA}" presName="spNode" presStyleCnt="0"/>
      <dgm:spPr/>
      <dgm:t>
        <a:bodyPr/>
        <a:lstStyle/>
        <a:p>
          <a:endParaRPr lang="en-IN"/>
        </a:p>
      </dgm:t>
    </dgm:pt>
    <dgm:pt modelId="{0F71E6BA-433D-4DEB-8F5B-01D526FC909C}" type="pres">
      <dgm:prSet presAssocID="{6ABF6DE2-1005-407F-B283-26172BFC6C45}" presName="sibTrans" presStyleLbl="sibTrans1D1" presStyleIdx="4" presStyleCnt="8"/>
      <dgm:spPr/>
      <dgm:t>
        <a:bodyPr/>
        <a:lstStyle/>
        <a:p>
          <a:endParaRPr lang="en-IN"/>
        </a:p>
      </dgm:t>
    </dgm:pt>
    <dgm:pt modelId="{04746D29-A235-43A6-83E1-7CF43D6BEC6B}" type="pres">
      <dgm:prSet presAssocID="{EAD9C2E8-0A11-46C6-9DAC-0BC571EF6D77}" presName="node" presStyleLbl="node1" presStyleIdx="5" presStyleCnt="8">
        <dgm:presLayoutVars>
          <dgm:bulletEnabled val="1"/>
        </dgm:presLayoutVars>
      </dgm:prSet>
      <dgm:spPr/>
      <dgm:t>
        <a:bodyPr/>
        <a:lstStyle/>
        <a:p>
          <a:endParaRPr lang="en-IN"/>
        </a:p>
      </dgm:t>
    </dgm:pt>
    <dgm:pt modelId="{C798BDDA-DCEF-4727-BB97-17718B4EBAEC}" type="pres">
      <dgm:prSet presAssocID="{EAD9C2E8-0A11-46C6-9DAC-0BC571EF6D77}" presName="spNode" presStyleCnt="0"/>
      <dgm:spPr/>
      <dgm:t>
        <a:bodyPr/>
        <a:lstStyle/>
        <a:p>
          <a:endParaRPr lang="en-IN"/>
        </a:p>
      </dgm:t>
    </dgm:pt>
    <dgm:pt modelId="{9BFB1DE4-44FD-42B2-85BA-65779209A09F}" type="pres">
      <dgm:prSet presAssocID="{3DBA2D07-BF79-44A0-9E93-5C2648431DCC}" presName="sibTrans" presStyleLbl="sibTrans1D1" presStyleIdx="5" presStyleCnt="8"/>
      <dgm:spPr/>
      <dgm:t>
        <a:bodyPr/>
        <a:lstStyle/>
        <a:p>
          <a:endParaRPr lang="en-IN"/>
        </a:p>
      </dgm:t>
    </dgm:pt>
    <dgm:pt modelId="{55BAEA0F-0351-4CAF-928F-F631F096C4CC}" type="pres">
      <dgm:prSet presAssocID="{5DD00540-0C1C-47D9-B6D4-11E6F6DB163B}" presName="node" presStyleLbl="node1" presStyleIdx="6" presStyleCnt="8">
        <dgm:presLayoutVars>
          <dgm:bulletEnabled val="1"/>
        </dgm:presLayoutVars>
      </dgm:prSet>
      <dgm:spPr/>
      <dgm:t>
        <a:bodyPr/>
        <a:lstStyle/>
        <a:p>
          <a:endParaRPr lang="en-IN"/>
        </a:p>
      </dgm:t>
    </dgm:pt>
    <dgm:pt modelId="{5A420F7F-C7C9-44EE-A64C-12552E5DF7E0}" type="pres">
      <dgm:prSet presAssocID="{5DD00540-0C1C-47D9-B6D4-11E6F6DB163B}" presName="spNode" presStyleCnt="0"/>
      <dgm:spPr/>
      <dgm:t>
        <a:bodyPr/>
        <a:lstStyle/>
        <a:p>
          <a:endParaRPr lang="en-IN"/>
        </a:p>
      </dgm:t>
    </dgm:pt>
    <dgm:pt modelId="{BE91FB9E-FCA6-4F77-A491-4182032935A9}" type="pres">
      <dgm:prSet presAssocID="{16E54351-3712-4808-894D-D6EEBF8B2AD0}" presName="sibTrans" presStyleLbl="sibTrans1D1" presStyleIdx="6" presStyleCnt="8"/>
      <dgm:spPr/>
      <dgm:t>
        <a:bodyPr/>
        <a:lstStyle/>
        <a:p>
          <a:endParaRPr lang="en-IN"/>
        </a:p>
      </dgm:t>
    </dgm:pt>
    <dgm:pt modelId="{A8CE4F45-2365-4F43-8A9B-5A30D5F0B855}" type="pres">
      <dgm:prSet presAssocID="{A237F76E-AB24-4AF1-B09A-5624DB307A7B}" presName="node" presStyleLbl="node1" presStyleIdx="7" presStyleCnt="8" custScaleX="99966" custScaleY="98037">
        <dgm:presLayoutVars>
          <dgm:bulletEnabled val="1"/>
        </dgm:presLayoutVars>
      </dgm:prSet>
      <dgm:spPr/>
      <dgm:t>
        <a:bodyPr/>
        <a:lstStyle/>
        <a:p>
          <a:endParaRPr lang="en-IN"/>
        </a:p>
      </dgm:t>
    </dgm:pt>
    <dgm:pt modelId="{BCAB9C1B-F2D2-47A4-8E25-9A0EBE838A61}" type="pres">
      <dgm:prSet presAssocID="{A237F76E-AB24-4AF1-B09A-5624DB307A7B}" presName="spNode" presStyleCnt="0"/>
      <dgm:spPr/>
      <dgm:t>
        <a:bodyPr/>
        <a:lstStyle/>
        <a:p>
          <a:endParaRPr lang="en-IN"/>
        </a:p>
      </dgm:t>
    </dgm:pt>
    <dgm:pt modelId="{63009571-0CFC-433B-AF08-60A986964157}" type="pres">
      <dgm:prSet presAssocID="{FFD0B80C-326F-4CA3-A32C-D06953AD2932}" presName="sibTrans" presStyleLbl="sibTrans1D1" presStyleIdx="7" presStyleCnt="8"/>
      <dgm:spPr/>
      <dgm:t>
        <a:bodyPr/>
        <a:lstStyle/>
        <a:p>
          <a:endParaRPr lang="en-IN"/>
        </a:p>
      </dgm:t>
    </dgm:pt>
  </dgm:ptLst>
  <dgm:cxnLst>
    <dgm:cxn modelId="{C04F4F8D-04EC-4DB8-849A-20F544113C79}" type="presOf" srcId="{683FBB12-F552-4671-913E-06E7E06DD4F5}" destId="{6D7741B6-819A-46A3-82A5-DE75120F950E}" srcOrd="0" destOrd="0" presId="urn:microsoft.com/office/officeart/2005/8/layout/cycle5"/>
    <dgm:cxn modelId="{B2B6BF14-1226-4508-96EC-7E997F4D42F8}" srcId="{DED5B210-100F-4472-B8DE-F8D1D0E0E1EA}" destId="{5DD00540-0C1C-47D9-B6D4-11E6F6DB163B}" srcOrd="6" destOrd="0" parTransId="{3C7D42CC-7E75-4529-9534-70A8FDB544C9}" sibTransId="{16E54351-3712-4808-894D-D6EEBF8B2AD0}"/>
    <dgm:cxn modelId="{1E2F885E-B564-4DF0-9109-8C1F1BBC4EFA}" srcId="{DED5B210-100F-4472-B8DE-F8D1D0E0E1EA}" destId="{A237F76E-AB24-4AF1-B09A-5624DB307A7B}" srcOrd="7" destOrd="0" parTransId="{B6457961-DD7C-430E-9F13-1297BA0C3896}" sibTransId="{FFD0B80C-326F-4CA3-A32C-D06953AD2932}"/>
    <dgm:cxn modelId="{76B33439-6B97-4194-8E9D-2BEB437D3B56}" type="presOf" srcId="{EFCDBE4F-6A6F-4ED9-98D1-6852EE7B4D63}" destId="{BBE61AAB-23E3-4125-B778-3526EDB2E4AB}" srcOrd="0" destOrd="0" presId="urn:microsoft.com/office/officeart/2005/8/layout/cycle5"/>
    <dgm:cxn modelId="{CC0A3623-D75E-4FB2-BC0F-F2B69F40C046}" srcId="{DED5B210-100F-4472-B8DE-F8D1D0E0E1EA}" destId="{EAD9C2E8-0A11-46C6-9DAC-0BC571EF6D77}" srcOrd="5" destOrd="0" parTransId="{1F4B7C1B-4A7F-4BC4-9FFA-A5A7A1BA6CF5}" sibTransId="{3DBA2D07-BF79-44A0-9E93-5C2648431DCC}"/>
    <dgm:cxn modelId="{2B4B8FAC-7003-4459-AA97-48B7D1614162}" type="presOf" srcId="{6ABF6DE2-1005-407F-B283-26172BFC6C45}" destId="{0F71E6BA-433D-4DEB-8F5B-01D526FC909C}" srcOrd="0" destOrd="0" presId="urn:microsoft.com/office/officeart/2005/8/layout/cycle5"/>
    <dgm:cxn modelId="{DAB60149-61CE-49D5-93DF-DFF2BE5E3029}" type="presOf" srcId="{7C633495-21FE-443A-90FC-D6B53B84E1FA}" destId="{801E6E36-5D71-471A-A46B-909F6BBF3A27}" srcOrd="0" destOrd="0" presId="urn:microsoft.com/office/officeart/2005/8/layout/cycle5"/>
    <dgm:cxn modelId="{31ED6439-D9BE-4780-A42F-29290747CC4C}" type="presOf" srcId="{1F5AC928-E19E-4B1E-A801-E867E4FD4121}" destId="{3FC5A6DC-1F50-4698-BADE-FFA8C9359DDA}" srcOrd="0" destOrd="0" presId="urn:microsoft.com/office/officeart/2005/8/layout/cycle5"/>
    <dgm:cxn modelId="{EE1539BC-66E2-4C37-9383-50FCD5B3A2D6}" type="presOf" srcId="{DED5B210-100F-4472-B8DE-F8D1D0E0E1EA}" destId="{02A9CA25-A190-480A-899F-1E2D15ABA6B2}" srcOrd="0" destOrd="0" presId="urn:microsoft.com/office/officeart/2005/8/layout/cycle5"/>
    <dgm:cxn modelId="{B932253B-81BE-45A6-BC28-61ACC1AB0EF5}" type="presOf" srcId="{FFD0B80C-326F-4CA3-A32C-D06953AD2932}" destId="{63009571-0CFC-433B-AF08-60A986964157}" srcOrd="0" destOrd="0" presId="urn:microsoft.com/office/officeart/2005/8/layout/cycle5"/>
    <dgm:cxn modelId="{6277AAF4-0C45-4974-A1CD-9954A73C4B29}" type="presOf" srcId="{9C14DE87-E110-4FEA-BD86-9BF3D4A24023}" destId="{286A9028-C541-42AD-82BC-5213FBF83011}" srcOrd="0" destOrd="0" presId="urn:microsoft.com/office/officeart/2005/8/layout/cycle5"/>
    <dgm:cxn modelId="{D12AAE72-851E-458C-8E24-D865B9CABF24}" type="presOf" srcId="{A237F76E-AB24-4AF1-B09A-5624DB307A7B}" destId="{A8CE4F45-2365-4F43-8A9B-5A30D5F0B855}" srcOrd="0" destOrd="0" presId="urn:microsoft.com/office/officeart/2005/8/layout/cycle5"/>
    <dgm:cxn modelId="{79A57FC6-C354-4931-A432-0A351A872662}" srcId="{DED5B210-100F-4472-B8DE-F8D1D0E0E1EA}" destId="{1F5AC928-E19E-4B1E-A801-E867E4FD4121}" srcOrd="0" destOrd="0" parTransId="{4868DF58-3A22-4F60-B21F-2EE238006926}" sibTransId="{2E2ADFBF-F1C6-43DD-A839-A095B33290F0}"/>
    <dgm:cxn modelId="{66C655AC-600D-4E77-8230-1F5C8F76804E}" type="presOf" srcId="{5DD00540-0C1C-47D9-B6D4-11E6F6DB163B}" destId="{55BAEA0F-0351-4CAF-928F-F631F096C4CC}" srcOrd="0" destOrd="0" presId="urn:microsoft.com/office/officeart/2005/8/layout/cycle5"/>
    <dgm:cxn modelId="{3DFDF07A-B8F6-482C-B325-3CFD42E183EB}" srcId="{DED5B210-100F-4472-B8DE-F8D1D0E0E1EA}" destId="{368EE055-8776-4650-B854-D0CBA0686F92}" srcOrd="2" destOrd="0" parTransId="{E5FFED63-E538-43A0-87F1-E7B3852B9ED3}" sibTransId="{EFCDBE4F-6A6F-4ED9-98D1-6852EE7B4D63}"/>
    <dgm:cxn modelId="{4DF9BFF9-9B91-48B0-9C52-6569C16A8077}" srcId="{DED5B210-100F-4472-B8DE-F8D1D0E0E1EA}" destId="{683FBB12-F552-4671-913E-06E7E06DD4F5}" srcOrd="1" destOrd="0" parTransId="{F2818A6C-73E4-4A30-BC28-A5702BBA4C83}" sibTransId="{9C14DE87-E110-4FEA-BD86-9BF3D4A24023}"/>
    <dgm:cxn modelId="{1CF09256-D3A6-4907-85E1-073D5E96DC06}" type="presOf" srcId="{3DBA2D07-BF79-44A0-9E93-5C2648431DCC}" destId="{9BFB1DE4-44FD-42B2-85BA-65779209A09F}" srcOrd="0" destOrd="0" presId="urn:microsoft.com/office/officeart/2005/8/layout/cycle5"/>
    <dgm:cxn modelId="{5F2C63E7-979C-4109-966D-4F9529285DC9}" type="presOf" srcId="{2E2ADFBF-F1C6-43DD-A839-A095B33290F0}" destId="{23F3BF2D-452F-4C54-9528-8B5A24AF3442}" srcOrd="0" destOrd="0" presId="urn:microsoft.com/office/officeart/2005/8/layout/cycle5"/>
    <dgm:cxn modelId="{3B64E2B2-1F06-40F5-8635-2FA132E32DC6}" type="presOf" srcId="{EAD9C2E8-0A11-46C6-9DAC-0BC571EF6D77}" destId="{04746D29-A235-43A6-83E1-7CF43D6BEC6B}" srcOrd="0" destOrd="0" presId="urn:microsoft.com/office/officeart/2005/8/layout/cycle5"/>
    <dgm:cxn modelId="{D90806B9-3920-44AF-BA9D-B2D60C49ED34}" srcId="{DED5B210-100F-4472-B8DE-F8D1D0E0E1EA}" destId="{FE790153-994F-45A7-8953-EE8B51C8412A}" srcOrd="3" destOrd="0" parTransId="{15A6D3B2-81CF-4C80-99C4-FE3F5718456F}" sibTransId="{6DA87BF8-26F4-4204-BDB5-AC7DB8335DCC}"/>
    <dgm:cxn modelId="{3B1AE921-63D7-417B-93C1-5059A31C944C}" type="presOf" srcId="{368EE055-8776-4650-B854-D0CBA0686F92}" destId="{2E78F5BF-F65F-406C-8D99-56A1FA6FBA6C}" srcOrd="0" destOrd="0" presId="urn:microsoft.com/office/officeart/2005/8/layout/cycle5"/>
    <dgm:cxn modelId="{FD510EEC-5E08-45F3-9A23-C85951F83AC8}" type="presOf" srcId="{16E54351-3712-4808-894D-D6EEBF8B2AD0}" destId="{BE91FB9E-FCA6-4F77-A491-4182032935A9}" srcOrd="0" destOrd="0" presId="urn:microsoft.com/office/officeart/2005/8/layout/cycle5"/>
    <dgm:cxn modelId="{BAA30CC8-03A4-44F5-8224-1383CE45C9B1}" srcId="{DED5B210-100F-4472-B8DE-F8D1D0E0E1EA}" destId="{7C633495-21FE-443A-90FC-D6B53B84E1FA}" srcOrd="4" destOrd="0" parTransId="{01B51DA4-C600-4F6E-B2BA-D696FAA84819}" sibTransId="{6ABF6DE2-1005-407F-B283-26172BFC6C45}"/>
    <dgm:cxn modelId="{F6331977-82BB-4A57-B909-5CF628E76D11}" type="presOf" srcId="{FE790153-994F-45A7-8953-EE8B51C8412A}" destId="{8B6BF982-1EDE-41B4-8CD2-072EBB3DFAEE}" srcOrd="0" destOrd="0" presId="urn:microsoft.com/office/officeart/2005/8/layout/cycle5"/>
    <dgm:cxn modelId="{3F6980B6-8C0C-4BC5-A783-2926542ADB04}" type="presOf" srcId="{6DA87BF8-26F4-4204-BDB5-AC7DB8335DCC}" destId="{25D67A16-6949-4DCF-9CC0-28122A678481}" srcOrd="0" destOrd="0" presId="urn:microsoft.com/office/officeart/2005/8/layout/cycle5"/>
    <dgm:cxn modelId="{CCF3EA12-82C1-4069-B6D1-034638D25DA4}" type="presParOf" srcId="{02A9CA25-A190-480A-899F-1E2D15ABA6B2}" destId="{3FC5A6DC-1F50-4698-BADE-FFA8C9359DDA}" srcOrd="0" destOrd="0" presId="urn:microsoft.com/office/officeart/2005/8/layout/cycle5"/>
    <dgm:cxn modelId="{824AD7AB-6858-49C9-8064-5D37ECF91E55}" type="presParOf" srcId="{02A9CA25-A190-480A-899F-1E2D15ABA6B2}" destId="{3C2713EF-49F5-41BC-9DD5-D8D025D5F663}" srcOrd="1" destOrd="0" presId="urn:microsoft.com/office/officeart/2005/8/layout/cycle5"/>
    <dgm:cxn modelId="{652FA600-45A9-46C2-9E47-B19FFC0466D7}" type="presParOf" srcId="{02A9CA25-A190-480A-899F-1E2D15ABA6B2}" destId="{23F3BF2D-452F-4C54-9528-8B5A24AF3442}" srcOrd="2" destOrd="0" presId="urn:microsoft.com/office/officeart/2005/8/layout/cycle5"/>
    <dgm:cxn modelId="{C77756B3-459C-45A2-ABBC-765032F98E52}" type="presParOf" srcId="{02A9CA25-A190-480A-899F-1E2D15ABA6B2}" destId="{6D7741B6-819A-46A3-82A5-DE75120F950E}" srcOrd="3" destOrd="0" presId="urn:microsoft.com/office/officeart/2005/8/layout/cycle5"/>
    <dgm:cxn modelId="{92CC95D2-5E97-421D-9FAA-2AEB6A1F59DF}" type="presParOf" srcId="{02A9CA25-A190-480A-899F-1E2D15ABA6B2}" destId="{70851511-BCCC-436A-92F3-088348806C4B}" srcOrd="4" destOrd="0" presId="urn:microsoft.com/office/officeart/2005/8/layout/cycle5"/>
    <dgm:cxn modelId="{61E29C6F-FD80-4F4F-A7F6-8EC118096C4E}" type="presParOf" srcId="{02A9CA25-A190-480A-899F-1E2D15ABA6B2}" destId="{286A9028-C541-42AD-82BC-5213FBF83011}" srcOrd="5" destOrd="0" presId="urn:microsoft.com/office/officeart/2005/8/layout/cycle5"/>
    <dgm:cxn modelId="{03A2C0D8-5138-4135-8CE2-0D25A5C0E08B}" type="presParOf" srcId="{02A9CA25-A190-480A-899F-1E2D15ABA6B2}" destId="{2E78F5BF-F65F-406C-8D99-56A1FA6FBA6C}" srcOrd="6" destOrd="0" presId="urn:microsoft.com/office/officeart/2005/8/layout/cycle5"/>
    <dgm:cxn modelId="{4C8B9ABF-8BD6-46D1-901E-01C0449A1D97}" type="presParOf" srcId="{02A9CA25-A190-480A-899F-1E2D15ABA6B2}" destId="{0DDEB9CC-C221-474E-A832-35CC56F2D35C}" srcOrd="7" destOrd="0" presId="urn:microsoft.com/office/officeart/2005/8/layout/cycle5"/>
    <dgm:cxn modelId="{6980B62B-882F-4397-BF71-CBD429D06E8A}" type="presParOf" srcId="{02A9CA25-A190-480A-899F-1E2D15ABA6B2}" destId="{BBE61AAB-23E3-4125-B778-3526EDB2E4AB}" srcOrd="8" destOrd="0" presId="urn:microsoft.com/office/officeart/2005/8/layout/cycle5"/>
    <dgm:cxn modelId="{4B09D4F2-2077-498B-A05D-373DF7679AFB}" type="presParOf" srcId="{02A9CA25-A190-480A-899F-1E2D15ABA6B2}" destId="{8B6BF982-1EDE-41B4-8CD2-072EBB3DFAEE}" srcOrd="9" destOrd="0" presId="urn:microsoft.com/office/officeart/2005/8/layout/cycle5"/>
    <dgm:cxn modelId="{642ACF56-526F-45CE-A8BF-D78B4118F204}" type="presParOf" srcId="{02A9CA25-A190-480A-899F-1E2D15ABA6B2}" destId="{8B0D8F09-FDF1-4580-ADFB-C6CF24D54D81}" srcOrd="10" destOrd="0" presId="urn:microsoft.com/office/officeart/2005/8/layout/cycle5"/>
    <dgm:cxn modelId="{A61757BE-5E1F-4337-8477-E33EADF78071}" type="presParOf" srcId="{02A9CA25-A190-480A-899F-1E2D15ABA6B2}" destId="{25D67A16-6949-4DCF-9CC0-28122A678481}" srcOrd="11" destOrd="0" presId="urn:microsoft.com/office/officeart/2005/8/layout/cycle5"/>
    <dgm:cxn modelId="{E136BB88-35D8-46B4-B45E-7EA613D62901}" type="presParOf" srcId="{02A9CA25-A190-480A-899F-1E2D15ABA6B2}" destId="{801E6E36-5D71-471A-A46B-909F6BBF3A27}" srcOrd="12" destOrd="0" presId="urn:microsoft.com/office/officeart/2005/8/layout/cycle5"/>
    <dgm:cxn modelId="{DD543EFC-33EE-4CB1-8DFC-3023C4439747}" type="presParOf" srcId="{02A9CA25-A190-480A-899F-1E2D15ABA6B2}" destId="{384B30A0-FDF1-47C5-BAD5-3812BB02E595}" srcOrd="13" destOrd="0" presId="urn:microsoft.com/office/officeart/2005/8/layout/cycle5"/>
    <dgm:cxn modelId="{8D8D8437-29C6-44B2-AF79-8D085899C61E}" type="presParOf" srcId="{02A9CA25-A190-480A-899F-1E2D15ABA6B2}" destId="{0F71E6BA-433D-4DEB-8F5B-01D526FC909C}" srcOrd="14" destOrd="0" presId="urn:microsoft.com/office/officeart/2005/8/layout/cycle5"/>
    <dgm:cxn modelId="{A15A5C77-3D9C-41C1-8853-687A3C89D622}" type="presParOf" srcId="{02A9CA25-A190-480A-899F-1E2D15ABA6B2}" destId="{04746D29-A235-43A6-83E1-7CF43D6BEC6B}" srcOrd="15" destOrd="0" presId="urn:microsoft.com/office/officeart/2005/8/layout/cycle5"/>
    <dgm:cxn modelId="{5EF5AA5A-64B2-4860-BF75-9F262B02A87A}" type="presParOf" srcId="{02A9CA25-A190-480A-899F-1E2D15ABA6B2}" destId="{C798BDDA-DCEF-4727-BB97-17718B4EBAEC}" srcOrd="16" destOrd="0" presId="urn:microsoft.com/office/officeart/2005/8/layout/cycle5"/>
    <dgm:cxn modelId="{EE4F3DAB-FF8F-4FDD-9DE1-A87DCD6ACE9A}" type="presParOf" srcId="{02A9CA25-A190-480A-899F-1E2D15ABA6B2}" destId="{9BFB1DE4-44FD-42B2-85BA-65779209A09F}" srcOrd="17" destOrd="0" presId="urn:microsoft.com/office/officeart/2005/8/layout/cycle5"/>
    <dgm:cxn modelId="{B3169A3B-3650-4BF0-AC0F-CB51056EA6F0}" type="presParOf" srcId="{02A9CA25-A190-480A-899F-1E2D15ABA6B2}" destId="{55BAEA0F-0351-4CAF-928F-F631F096C4CC}" srcOrd="18" destOrd="0" presId="urn:microsoft.com/office/officeart/2005/8/layout/cycle5"/>
    <dgm:cxn modelId="{43BD3816-BFE6-4646-A736-AF40AE0F772C}" type="presParOf" srcId="{02A9CA25-A190-480A-899F-1E2D15ABA6B2}" destId="{5A420F7F-C7C9-44EE-A64C-12552E5DF7E0}" srcOrd="19" destOrd="0" presId="urn:microsoft.com/office/officeart/2005/8/layout/cycle5"/>
    <dgm:cxn modelId="{F0871C51-A69E-40D6-BB9C-6D6E21B8EA38}" type="presParOf" srcId="{02A9CA25-A190-480A-899F-1E2D15ABA6B2}" destId="{BE91FB9E-FCA6-4F77-A491-4182032935A9}" srcOrd="20" destOrd="0" presId="urn:microsoft.com/office/officeart/2005/8/layout/cycle5"/>
    <dgm:cxn modelId="{7C5A0E11-0A24-4F5F-96AA-7DA780B6E5E8}" type="presParOf" srcId="{02A9CA25-A190-480A-899F-1E2D15ABA6B2}" destId="{A8CE4F45-2365-4F43-8A9B-5A30D5F0B855}" srcOrd="21" destOrd="0" presId="urn:microsoft.com/office/officeart/2005/8/layout/cycle5"/>
    <dgm:cxn modelId="{E86CC605-1E3F-46F6-824D-4DF3928F2F5D}" type="presParOf" srcId="{02A9CA25-A190-480A-899F-1E2D15ABA6B2}" destId="{BCAB9C1B-F2D2-47A4-8E25-9A0EBE838A61}" srcOrd="22" destOrd="0" presId="urn:microsoft.com/office/officeart/2005/8/layout/cycle5"/>
    <dgm:cxn modelId="{72BE4B2B-F0D3-4F6C-9298-0165234A5822}" type="presParOf" srcId="{02A9CA25-A190-480A-899F-1E2D15ABA6B2}" destId="{63009571-0CFC-433B-AF08-60A986964157}" srcOrd="23" destOrd="0" presId="urn:microsoft.com/office/officeart/2005/8/layout/cycle5"/>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ata2.xml><?xml version="1.0" encoding="utf-8"?>
<dgm:dataModel xmlns:dgm="http://schemas.openxmlformats.org/drawingml/2006/diagram" xmlns:a="http://schemas.openxmlformats.org/drawingml/2006/main">
  <dgm:ptLst>
    <dgm:pt modelId="{E67ADE04-E6B4-40C3-81F6-EC61FD805A5B}" type="doc">
      <dgm:prSet loTypeId="urn:microsoft.com/office/officeart/2005/8/layout/cycle2" loCatId="cycle" qsTypeId="urn:microsoft.com/office/officeart/2005/8/quickstyle/simple1" qsCatId="simple" csTypeId="urn:microsoft.com/office/officeart/2005/8/colors/accent2_2" csCatId="accent2" phldr="1"/>
      <dgm:spPr/>
      <dgm:t>
        <a:bodyPr/>
        <a:lstStyle/>
        <a:p>
          <a:endParaRPr lang="en-US"/>
        </a:p>
      </dgm:t>
    </dgm:pt>
    <dgm:pt modelId="{F0F5CFF3-2133-47EA-A10D-999CEBA5A9B4}">
      <dgm:prSet phldrT="[Text]"/>
      <dgm:spPr/>
      <dgm:t>
        <a:bodyPr/>
        <a:lstStyle/>
        <a:p>
          <a:r>
            <a:rPr lang="en-US" dirty="0"/>
            <a:t>1</a:t>
          </a:r>
        </a:p>
      </dgm:t>
    </dgm:pt>
    <dgm:pt modelId="{42D39530-B886-4EEB-9319-48DC7C06471A}" type="parTrans" cxnId="{748A1BA6-866C-4C26-B140-0B1ECEB38E01}">
      <dgm:prSet/>
      <dgm:spPr/>
      <dgm:t>
        <a:bodyPr/>
        <a:lstStyle/>
        <a:p>
          <a:endParaRPr lang="en-US"/>
        </a:p>
      </dgm:t>
    </dgm:pt>
    <dgm:pt modelId="{F8209BF3-F497-48F1-B731-E2BD9922A4CC}" type="sibTrans" cxnId="{748A1BA6-866C-4C26-B140-0B1ECEB38E01}">
      <dgm:prSet custT="1"/>
      <dgm:spPr/>
      <dgm:t>
        <a:bodyPr/>
        <a:lstStyle/>
        <a:p>
          <a:endParaRPr lang="en-US" sz="900"/>
        </a:p>
      </dgm:t>
    </dgm:pt>
    <dgm:pt modelId="{F60C55F5-D6CE-4976-826C-58469DD6F0B9}">
      <dgm:prSet phldrT="[Text]"/>
      <dgm:spPr/>
      <dgm:t>
        <a:bodyPr/>
        <a:lstStyle/>
        <a:p>
          <a:r>
            <a:rPr lang="en-US" dirty="0"/>
            <a:t>5</a:t>
          </a:r>
        </a:p>
      </dgm:t>
    </dgm:pt>
    <dgm:pt modelId="{CDFD1861-44DC-476A-84D5-D20C4A70370B}" type="parTrans" cxnId="{FB96FDC2-90B7-4A10-8EE5-1072E3415644}">
      <dgm:prSet/>
      <dgm:spPr/>
      <dgm:t>
        <a:bodyPr/>
        <a:lstStyle/>
        <a:p>
          <a:endParaRPr lang="en-US"/>
        </a:p>
      </dgm:t>
    </dgm:pt>
    <dgm:pt modelId="{12D59CCD-D9B5-46E0-B327-E2EA613572DD}" type="sibTrans" cxnId="{FB96FDC2-90B7-4A10-8EE5-1072E3415644}">
      <dgm:prSet custT="1"/>
      <dgm:spPr/>
      <dgm:t>
        <a:bodyPr/>
        <a:lstStyle/>
        <a:p>
          <a:endParaRPr lang="en-US" sz="900"/>
        </a:p>
      </dgm:t>
    </dgm:pt>
    <dgm:pt modelId="{60D44EFA-BDA0-4FA5-BABC-AA7FC7758FC5}">
      <dgm:prSet phldrT="[Text]"/>
      <dgm:spPr/>
      <dgm:t>
        <a:bodyPr/>
        <a:lstStyle/>
        <a:p>
          <a:r>
            <a:rPr lang="en-US" dirty="0"/>
            <a:t>6</a:t>
          </a:r>
        </a:p>
      </dgm:t>
    </dgm:pt>
    <dgm:pt modelId="{4A2DFA66-0C70-4EE2-8955-5B839C977C32}" type="parTrans" cxnId="{53D0E28A-3C61-4289-A938-8D9275303F16}">
      <dgm:prSet/>
      <dgm:spPr/>
      <dgm:t>
        <a:bodyPr/>
        <a:lstStyle/>
        <a:p>
          <a:endParaRPr lang="en-US"/>
        </a:p>
      </dgm:t>
    </dgm:pt>
    <dgm:pt modelId="{97203F47-3B5D-46FB-8603-8BCA5039636B}" type="sibTrans" cxnId="{53D0E28A-3C61-4289-A938-8D9275303F16}">
      <dgm:prSet custT="1"/>
      <dgm:spPr/>
      <dgm:t>
        <a:bodyPr/>
        <a:lstStyle/>
        <a:p>
          <a:endParaRPr lang="en-US" sz="900"/>
        </a:p>
      </dgm:t>
    </dgm:pt>
    <dgm:pt modelId="{889DF809-24C7-49D1-896F-DC32446B1B68}">
      <dgm:prSet phldrT="[Text]"/>
      <dgm:spPr/>
      <dgm:t>
        <a:bodyPr/>
        <a:lstStyle/>
        <a:p>
          <a:r>
            <a:rPr lang="en-US" dirty="0"/>
            <a:t>3</a:t>
          </a:r>
        </a:p>
      </dgm:t>
    </dgm:pt>
    <dgm:pt modelId="{9A024BA1-42ED-4CD5-A135-E5166E4E725B}" type="parTrans" cxnId="{A777D500-C8A5-48FE-B8CA-E36670D347BB}">
      <dgm:prSet/>
      <dgm:spPr/>
      <dgm:t>
        <a:bodyPr/>
        <a:lstStyle/>
        <a:p>
          <a:endParaRPr lang="en-US"/>
        </a:p>
      </dgm:t>
    </dgm:pt>
    <dgm:pt modelId="{F6A59164-D9E2-42AF-9456-5EDE76C6F2C6}" type="sibTrans" cxnId="{A777D500-C8A5-48FE-B8CA-E36670D347BB}">
      <dgm:prSet custT="1"/>
      <dgm:spPr/>
      <dgm:t>
        <a:bodyPr/>
        <a:lstStyle/>
        <a:p>
          <a:endParaRPr lang="en-US" sz="900"/>
        </a:p>
      </dgm:t>
    </dgm:pt>
    <dgm:pt modelId="{D9F467C4-A10D-4141-85BE-76C5BCB7C4BC}">
      <dgm:prSet phldrT="[Text]"/>
      <dgm:spPr/>
      <dgm:t>
        <a:bodyPr/>
        <a:lstStyle/>
        <a:p>
          <a:r>
            <a:rPr lang="en-US" dirty="0"/>
            <a:t>7</a:t>
          </a:r>
        </a:p>
      </dgm:t>
    </dgm:pt>
    <dgm:pt modelId="{F2311CA8-2A34-4488-9FC6-7E3949457C91}" type="parTrans" cxnId="{ABA3957A-B9A0-493E-B708-183966B169AC}">
      <dgm:prSet/>
      <dgm:spPr/>
      <dgm:t>
        <a:bodyPr/>
        <a:lstStyle/>
        <a:p>
          <a:endParaRPr lang="en-US"/>
        </a:p>
      </dgm:t>
    </dgm:pt>
    <dgm:pt modelId="{769F1A32-2CFC-456C-8AAF-FA7D01DCBEFD}" type="sibTrans" cxnId="{ABA3957A-B9A0-493E-B708-183966B169AC}">
      <dgm:prSet custT="1"/>
      <dgm:spPr/>
      <dgm:t>
        <a:bodyPr/>
        <a:lstStyle/>
        <a:p>
          <a:endParaRPr lang="en-US" sz="100"/>
        </a:p>
      </dgm:t>
    </dgm:pt>
    <dgm:pt modelId="{AD20B547-BE77-4193-8CF4-8200E591C63D}">
      <dgm:prSet phldrT="[Text]"/>
      <dgm:spPr/>
      <dgm:t>
        <a:bodyPr/>
        <a:lstStyle/>
        <a:p>
          <a:r>
            <a:rPr lang="en-US" dirty="0"/>
            <a:t>0</a:t>
          </a:r>
        </a:p>
      </dgm:t>
    </dgm:pt>
    <dgm:pt modelId="{267E9F70-167A-4201-AACF-09DF3483FB05}" type="parTrans" cxnId="{613C3D96-7AFB-4A21-9932-FC984F45A1E0}">
      <dgm:prSet/>
      <dgm:spPr/>
      <dgm:t>
        <a:bodyPr/>
        <a:lstStyle/>
        <a:p>
          <a:endParaRPr lang="en-US"/>
        </a:p>
      </dgm:t>
    </dgm:pt>
    <dgm:pt modelId="{DBE4EA6C-8B63-429C-B269-FA2D4F29124F}" type="sibTrans" cxnId="{613C3D96-7AFB-4A21-9932-FC984F45A1E0}">
      <dgm:prSet custT="1"/>
      <dgm:spPr/>
      <dgm:t>
        <a:bodyPr/>
        <a:lstStyle/>
        <a:p>
          <a:endParaRPr lang="en-US" sz="100"/>
        </a:p>
      </dgm:t>
    </dgm:pt>
    <dgm:pt modelId="{31D4B0DA-F573-46A1-8F96-1653226731A5}">
      <dgm:prSet phldrT="[Text]"/>
      <dgm:spPr/>
      <dgm:t>
        <a:bodyPr/>
        <a:lstStyle/>
        <a:p>
          <a:r>
            <a:rPr lang="en-US" dirty="0"/>
            <a:t>4</a:t>
          </a:r>
        </a:p>
      </dgm:t>
    </dgm:pt>
    <dgm:pt modelId="{D9D19804-5CFA-438A-8555-C62B34F39193}" type="parTrans" cxnId="{361E2370-30A8-46B2-9EFC-3CEFA5E511CB}">
      <dgm:prSet/>
      <dgm:spPr/>
      <dgm:t>
        <a:bodyPr/>
        <a:lstStyle/>
        <a:p>
          <a:endParaRPr lang="en-US"/>
        </a:p>
      </dgm:t>
    </dgm:pt>
    <dgm:pt modelId="{990F1C14-FC55-43D1-97AD-AF7C2DBC27D8}" type="sibTrans" cxnId="{361E2370-30A8-46B2-9EFC-3CEFA5E511CB}">
      <dgm:prSet custT="1"/>
      <dgm:spPr/>
      <dgm:t>
        <a:bodyPr/>
        <a:lstStyle/>
        <a:p>
          <a:endParaRPr lang="en-US" sz="100"/>
        </a:p>
      </dgm:t>
    </dgm:pt>
    <dgm:pt modelId="{8F3F163F-4E47-448C-9AE4-867B2E5CD816}">
      <dgm:prSet phldrT="[Text]"/>
      <dgm:spPr/>
      <dgm:t>
        <a:bodyPr/>
        <a:lstStyle/>
        <a:p>
          <a:r>
            <a:rPr lang="en-US" dirty="0"/>
            <a:t>2</a:t>
          </a:r>
        </a:p>
      </dgm:t>
    </dgm:pt>
    <dgm:pt modelId="{C70ED8C1-963C-4199-9F4F-B0B964FAED45}" type="parTrans" cxnId="{BA5F3AEC-17E8-40C5-B6B8-FA7DD2272115}">
      <dgm:prSet/>
      <dgm:spPr/>
      <dgm:t>
        <a:bodyPr/>
        <a:lstStyle/>
        <a:p>
          <a:endParaRPr lang="en-US"/>
        </a:p>
      </dgm:t>
    </dgm:pt>
    <dgm:pt modelId="{8EE3A628-B380-4794-9F59-CF86D59813E1}" type="sibTrans" cxnId="{BA5F3AEC-17E8-40C5-B6B8-FA7DD2272115}">
      <dgm:prSet custT="1"/>
      <dgm:spPr/>
      <dgm:t>
        <a:bodyPr/>
        <a:lstStyle/>
        <a:p>
          <a:endParaRPr lang="en-US" sz="100"/>
        </a:p>
      </dgm:t>
    </dgm:pt>
    <dgm:pt modelId="{B2110A75-86CB-48C0-9931-6E263D0B869E}" type="pres">
      <dgm:prSet presAssocID="{E67ADE04-E6B4-40C3-81F6-EC61FD805A5B}" presName="cycle" presStyleCnt="0">
        <dgm:presLayoutVars>
          <dgm:dir/>
          <dgm:resizeHandles val="exact"/>
        </dgm:presLayoutVars>
      </dgm:prSet>
      <dgm:spPr/>
      <dgm:t>
        <a:bodyPr/>
        <a:lstStyle/>
        <a:p>
          <a:endParaRPr lang="en-IN"/>
        </a:p>
      </dgm:t>
    </dgm:pt>
    <dgm:pt modelId="{0167810C-B39E-49B6-AFE5-ABFB8D750795}" type="pres">
      <dgm:prSet presAssocID="{F0F5CFF3-2133-47EA-A10D-999CEBA5A9B4}" presName="node" presStyleLbl="node1" presStyleIdx="0" presStyleCnt="8">
        <dgm:presLayoutVars>
          <dgm:bulletEnabled val="1"/>
        </dgm:presLayoutVars>
      </dgm:prSet>
      <dgm:spPr/>
      <dgm:t>
        <a:bodyPr/>
        <a:lstStyle/>
        <a:p>
          <a:endParaRPr lang="en-IN"/>
        </a:p>
      </dgm:t>
    </dgm:pt>
    <dgm:pt modelId="{169C2DD3-43B8-44BE-95CF-476513A73FDD}" type="pres">
      <dgm:prSet presAssocID="{F8209BF3-F497-48F1-B731-E2BD9922A4CC}" presName="sibTrans" presStyleLbl="sibTrans2D1" presStyleIdx="0" presStyleCnt="8" custScaleX="1247" custScaleY="1247"/>
      <dgm:spPr/>
      <dgm:t>
        <a:bodyPr/>
        <a:lstStyle/>
        <a:p>
          <a:endParaRPr lang="en-IN"/>
        </a:p>
      </dgm:t>
    </dgm:pt>
    <dgm:pt modelId="{765E6C7F-0315-40C4-AFE9-B303A628789A}" type="pres">
      <dgm:prSet presAssocID="{F8209BF3-F497-48F1-B731-E2BD9922A4CC}" presName="connectorText" presStyleLbl="sibTrans2D1" presStyleIdx="0" presStyleCnt="8"/>
      <dgm:spPr/>
      <dgm:t>
        <a:bodyPr/>
        <a:lstStyle/>
        <a:p>
          <a:endParaRPr lang="en-IN"/>
        </a:p>
      </dgm:t>
    </dgm:pt>
    <dgm:pt modelId="{23DAF576-3583-42B2-9AF1-E0481465D64D}" type="pres">
      <dgm:prSet presAssocID="{F60C55F5-D6CE-4976-826C-58469DD6F0B9}" presName="node" presStyleLbl="node1" presStyleIdx="1" presStyleCnt="8">
        <dgm:presLayoutVars>
          <dgm:bulletEnabled val="1"/>
        </dgm:presLayoutVars>
      </dgm:prSet>
      <dgm:spPr/>
      <dgm:t>
        <a:bodyPr/>
        <a:lstStyle/>
        <a:p>
          <a:endParaRPr lang="en-IN"/>
        </a:p>
      </dgm:t>
    </dgm:pt>
    <dgm:pt modelId="{F8A8879A-1585-4743-9D2E-ED8D426EF465}" type="pres">
      <dgm:prSet presAssocID="{12D59CCD-D9B5-46E0-B327-E2EA613572DD}" presName="sibTrans" presStyleLbl="sibTrans2D1" presStyleIdx="1" presStyleCnt="8" custScaleX="1247" custScaleY="1247"/>
      <dgm:spPr/>
      <dgm:t>
        <a:bodyPr/>
        <a:lstStyle/>
        <a:p>
          <a:endParaRPr lang="en-IN"/>
        </a:p>
      </dgm:t>
    </dgm:pt>
    <dgm:pt modelId="{E20E9F32-EDAC-475B-BF96-06A5A54158BC}" type="pres">
      <dgm:prSet presAssocID="{12D59CCD-D9B5-46E0-B327-E2EA613572DD}" presName="connectorText" presStyleLbl="sibTrans2D1" presStyleIdx="1" presStyleCnt="8"/>
      <dgm:spPr/>
      <dgm:t>
        <a:bodyPr/>
        <a:lstStyle/>
        <a:p>
          <a:endParaRPr lang="en-IN"/>
        </a:p>
      </dgm:t>
    </dgm:pt>
    <dgm:pt modelId="{89663832-459D-4E7F-8E32-D4D0D2F89F17}" type="pres">
      <dgm:prSet presAssocID="{60D44EFA-BDA0-4FA5-BABC-AA7FC7758FC5}" presName="node" presStyleLbl="node1" presStyleIdx="2" presStyleCnt="8">
        <dgm:presLayoutVars>
          <dgm:bulletEnabled val="1"/>
        </dgm:presLayoutVars>
      </dgm:prSet>
      <dgm:spPr/>
      <dgm:t>
        <a:bodyPr/>
        <a:lstStyle/>
        <a:p>
          <a:endParaRPr lang="en-IN"/>
        </a:p>
      </dgm:t>
    </dgm:pt>
    <dgm:pt modelId="{9D6A8F8D-1137-4344-AA99-D71C7CF1C809}" type="pres">
      <dgm:prSet presAssocID="{97203F47-3B5D-46FB-8603-8BCA5039636B}" presName="sibTrans" presStyleLbl="sibTrans2D1" presStyleIdx="2" presStyleCnt="8" custScaleX="1247" custScaleY="1247"/>
      <dgm:spPr/>
      <dgm:t>
        <a:bodyPr/>
        <a:lstStyle/>
        <a:p>
          <a:endParaRPr lang="en-IN"/>
        </a:p>
      </dgm:t>
    </dgm:pt>
    <dgm:pt modelId="{15FDB152-B052-4B03-9297-313F9D514D60}" type="pres">
      <dgm:prSet presAssocID="{97203F47-3B5D-46FB-8603-8BCA5039636B}" presName="connectorText" presStyleLbl="sibTrans2D1" presStyleIdx="2" presStyleCnt="8"/>
      <dgm:spPr/>
      <dgm:t>
        <a:bodyPr/>
        <a:lstStyle/>
        <a:p>
          <a:endParaRPr lang="en-IN"/>
        </a:p>
      </dgm:t>
    </dgm:pt>
    <dgm:pt modelId="{B64EAF11-39AD-478A-9445-97FF85BE27EF}" type="pres">
      <dgm:prSet presAssocID="{889DF809-24C7-49D1-896F-DC32446B1B68}" presName="node" presStyleLbl="node1" presStyleIdx="3" presStyleCnt="8">
        <dgm:presLayoutVars>
          <dgm:bulletEnabled val="1"/>
        </dgm:presLayoutVars>
      </dgm:prSet>
      <dgm:spPr/>
      <dgm:t>
        <a:bodyPr/>
        <a:lstStyle/>
        <a:p>
          <a:endParaRPr lang="en-IN"/>
        </a:p>
      </dgm:t>
    </dgm:pt>
    <dgm:pt modelId="{39415C20-E6E3-4051-A3EF-2621EBF6F860}" type="pres">
      <dgm:prSet presAssocID="{F6A59164-D9E2-42AF-9456-5EDE76C6F2C6}" presName="sibTrans" presStyleLbl="sibTrans2D1" presStyleIdx="3" presStyleCnt="8" custScaleX="1247" custScaleY="1247"/>
      <dgm:spPr/>
      <dgm:t>
        <a:bodyPr/>
        <a:lstStyle/>
        <a:p>
          <a:endParaRPr lang="en-IN"/>
        </a:p>
      </dgm:t>
    </dgm:pt>
    <dgm:pt modelId="{7B71613C-BE5F-4D69-B624-4DB4F9489E74}" type="pres">
      <dgm:prSet presAssocID="{F6A59164-D9E2-42AF-9456-5EDE76C6F2C6}" presName="connectorText" presStyleLbl="sibTrans2D1" presStyleIdx="3" presStyleCnt="8"/>
      <dgm:spPr/>
      <dgm:t>
        <a:bodyPr/>
        <a:lstStyle/>
        <a:p>
          <a:endParaRPr lang="en-IN"/>
        </a:p>
      </dgm:t>
    </dgm:pt>
    <dgm:pt modelId="{FFED39B8-17BB-43B8-960B-0717F9CEE423}" type="pres">
      <dgm:prSet presAssocID="{D9F467C4-A10D-4141-85BE-76C5BCB7C4BC}" presName="node" presStyleLbl="node1" presStyleIdx="4" presStyleCnt="8">
        <dgm:presLayoutVars>
          <dgm:bulletEnabled val="1"/>
        </dgm:presLayoutVars>
      </dgm:prSet>
      <dgm:spPr/>
      <dgm:t>
        <a:bodyPr/>
        <a:lstStyle/>
        <a:p>
          <a:endParaRPr lang="en-IN"/>
        </a:p>
      </dgm:t>
    </dgm:pt>
    <dgm:pt modelId="{4F6397FE-9711-46DA-A151-9214037637C3}" type="pres">
      <dgm:prSet presAssocID="{769F1A32-2CFC-456C-8AAF-FA7D01DCBEFD}" presName="sibTrans" presStyleLbl="sibTrans2D1" presStyleIdx="4" presStyleCnt="8" custScaleX="775" custScaleY="775"/>
      <dgm:spPr/>
      <dgm:t>
        <a:bodyPr/>
        <a:lstStyle/>
        <a:p>
          <a:endParaRPr lang="en-IN"/>
        </a:p>
      </dgm:t>
    </dgm:pt>
    <dgm:pt modelId="{386DF915-FFD8-480F-AB82-209517EEDEB0}" type="pres">
      <dgm:prSet presAssocID="{769F1A32-2CFC-456C-8AAF-FA7D01DCBEFD}" presName="connectorText" presStyleLbl="sibTrans2D1" presStyleIdx="4" presStyleCnt="8"/>
      <dgm:spPr/>
      <dgm:t>
        <a:bodyPr/>
        <a:lstStyle/>
        <a:p>
          <a:endParaRPr lang="en-IN"/>
        </a:p>
      </dgm:t>
    </dgm:pt>
    <dgm:pt modelId="{666D4A3B-5F69-434D-AB49-BFABEDDC6BE7}" type="pres">
      <dgm:prSet presAssocID="{AD20B547-BE77-4193-8CF4-8200E591C63D}" presName="node" presStyleLbl="node1" presStyleIdx="5" presStyleCnt="8">
        <dgm:presLayoutVars>
          <dgm:bulletEnabled val="1"/>
        </dgm:presLayoutVars>
      </dgm:prSet>
      <dgm:spPr/>
      <dgm:t>
        <a:bodyPr/>
        <a:lstStyle/>
        <a:p>
          <a:endParaRPr lang="en-IN"/>
        </a:p>
      </dgm:t>
    </dgm:pt>
    <dgm:pt modelId="{D260A765-0EF9-4E33-96D8-48EDFA32FF5A}" type="pres">
      <dgm:prSet presAssocID="{DBE4EA6C-8B63-429C-B269-FA2D4F29124F}" presName="sibTrans" presStyleLbl="sibTrans2D1" presStyleIdx="5" presStyleCnt="8" custScaleX="299" custScaleY="299"/>
      <dgm:spPr/>
      <dgm:t>
        <a:bodyPr/>
        <a:lstStyle/>
        <a:p>
          <a:endParaRPr lang="en-IN"/>
        </a:p>
      </dgm:t>
    </dgm:pt>
    <dgm:pt modelId="{023966D0-5731-44B6-9731-C879FFBB8053}" type="pres">
      <dgm:prSet presAssocID="{DBE4EA6C-8B63-429C-B269-FA2D4F29124F}" presName="connectorText" presStyleLbl="sibTrans2D1" presStyleIdx="5" presStyleCnt="8"/>
      <dgm:spPr/>
      <dgm:t>
        <a:bodyPr/>
        <a:lstStyle/>
        <a:p>
          <a:endParaRPr lang="en-IN"/>
        </a:p>
      </dgm:t>
    </dgm:pt>
    <dgm:pt modelId="{4DE8EA62-96B7-4104-A7B6-A79B44633A78}" type="pres">
      <dgm:prSet presAssocID="{31D4B0DA-F573-46A1-8F96-1653226731A5}" presName="node" presStyleLbl="node1" presStyleIdx="6" presStyleCnt="8">
        <dgm:presLayoutVars>
          <dgm:bulletEnabled val="1"/>
        </dgm:presLayoutVars>
      </dgm:prSet>
      <dgm:spPr/>
      <dgm:t>
        <a:bodyPr/>
        <a:lstStyle/>
        <a:p>
          <a:endParaRPr lang="en-IN"/>
        </a:p>
      </dgm:t>
    </dgm:pt>
    <dgm:pt modelId="{404A4605-2222-43A9-B06D-A3CD42BABB0B}" type="pres">
      <dgm:prSet presAssocID="{990F1C14-FC55-43D1-97AD-AF7C2DBC27D8}" presName="sibTrans" presStyleLbl="sibTrans2D1" presStyleIdx="6" presStyleCnt="8" custScaleX="299" custScaleY="299"/>
      <dgm:spPr/>
      <dgm:t>
        <a:bodyPr/>
        <a:lstStyle/>
        <a:p>
          <a:endParaRPr lang="en-IN"/>
        </a:p>
      </dgm:t>
    </dgm:pt>
    <dgm:pt modelId="{CB43E37C-5E7E-4C18-B3B0-A4E93D67E22F}" type="pres">
      <dgm:prSet presAssocID="{990F1C14-FC55-43D1-97AD-AF7C2DBC27D8}" presName="connectorText" presStyleLbl="sibTrans2D1" presStyleIdx="6" presStyleCnt="8"/>
      <dgm:spPr/>
      <dgm:t>
        <a:bodyPr/>
        <a:lstStyle/>
        <a:p>
          <a:endParaRPr lang="en-IN"/>
        </a:p>
      </dgm:t>
    </dgm:pt>
    <dgm:pt modelId="{733FD20A-E8F5-498D-B8C1-40BF2BBB946E}" type="pres">
      <dgm:prSet presAssocID="{8F3F163F-4E47-448C-9AE4-867B2E5CD816}" presName="node" presStyleLbl="node1" presStyleIdx="7" presStyleCnt="8">
        <dgm:presLayoutVars>
          <dgm:bulletEnabled val="1"/>
        </dgm:presLayoutVars>
      </dgm:prSet>
      <dgm:spPr/>
      <dgm:t>
        <a:bodyPr/>
        <a:lstStyle/>
        <a:p>
          <a:endParaRPr lang="en-IN"/>
        </a:p>
      </dgm:t>
    </dgm:pt>
    <dgm:pt modelId="{8E60590D-9230-4410-8898-9E8E33BAF0FA}" type="pres">
      <dgm:prSet presAssocID="{8EE3A628-B380-4794-9F59-CF86D59813E1}" presName="sibTrans" presStyleLbl="sibTrans2D1" presStyleIdx="7" presStyleCnt="8" custScaleX="299" custScaleY="299"/>
      <dgm:spPr/>
      <dgm:t>
        <a:bodyPr/>
        <a:lstStyle/>
        <a:p>
          <a:endParaRPr lang="en-IN"/>
        </a:p>
      </dgm:t>
    </dgm:pt>
    <dgm:pt modelId="{6CA9012B-2F3F-4A3D-96BD-7928CE2235A4}" type="pres">
      <dgm:prSet presAssocID="{8EE3A628-B380-4794-9F59-CF86D59813E1}" presName="connectorText" presStyleLbl="sibTrans2D1" presStyleIdx="7" presStyleCnt="8"/>
      <dgm:spPr/>
      <dgm:t>
        <a:bodyPr/>
        <a:lstStyle/>
        <a:p>
          <a:endParaRPr lang="en-IN"/>
        </a:p>
      </dgm:t>
    </dgm:pt>
  </dgm:ptLst>
  <dgm:cxnLst>
    <dgm:cxn modelId="{1E17D1D5-E905-4BAC-A17B-9078294E88CC}" type="presOf" srcId="{F6A59164-D9E2-42AF-9456-5EDE76C6F2C6}" destId="{39415C20-E6E3-4051-A3EF-2621EBF6F860}" srcOrd="0" destOrd="0" presId="urn:microsoft.com/office/officeart/2005/8/layout/cycle2"/>
    <dgm:cxn modelId="{361E2370-30A8-46B2-9EFC-3CEFA5E511CB}" srcId="{E67ADE04-E6B4-40C3-81F6-EC61FD805A5B}" destId="{31D4B0DA-F573-46A1-8F96-1653226731A5}" srcOrd="6" destOrd="0" parTransId="{D9D19804-5CFA-438A-8555-C62B34F39193}" sibTransId="{990F1C14-FC55-43D1-97AD-AF7C2DBC27D8}"/>
    <dgm:cxn modelId="{B40D5A4D-0F9A-4240-9DCB-3839268AFAB7}" type="presOf" srcId="{769F1A32-2CFC-456C-8AAF-FA7D01DCBEFD}" destId="{386DF915-FFD8-480F-AB82-209517EEDEB0}" srcOrd="1" destOrd="0" presId="urn:microsoft.com/office/officeart/2005/8/layout/cycle2"/>
    <dgm:cxn modelId="{E0E6B4B2-C542-4991-8CC3-6239B3DEFAC9}" type="presOf" srcId="{12D59CCD-D9B5-46E0-B327-E2EA613572DD}" destId="{F8A8879A-1585-4743-9D2E-ED8D426EF465}" srcOrd="0" destOrd="0" presId="urn:microsoft.com/office/officeart/2005/8/layout/cycle2"/>
    <dgm:cxn modelId="{7C38FC44-C2CF-41C3-9CC5-624E98D539EE}" type="presOf" srcId="{DBE4EA6C-8B63-429C-B269-FA2D4F29124F}" destId="{D260A765-0EF9-4E33-96D8-48EDFA32FF5A}" srcOrd="0" destOrd="0" presId="urn:microsoft.com/office/officeart/2005/8/layout/cycle2"/>
    <dgm:cxn modelId="{748A1BA6-866C-4C26-B140-0B1ECEB38E01}" srcId="{E67ADE04-E6B4-40C3-81F6-EC61FD805A5B}" destId="{F0F5CFF3-2133-47EA-A10D-999CEBA5A9B4}" srcOrd="0" destOrd="0" parTransId="{42D39530-B886-4EEB-9319-48DC7C06471A}" sibTransId="{F8209BF3-F497-48F1-B731-E2BD9922A4CC}"/>
    <dgm:cxn modelId="{812C6CBC-9E70-43CC-A31E-C4656AF729B1}" type="presOf" srcId="{DBE4EA6C-8B63-429C-B269-FA2D4F29124F}" destId="{023966D0-5731-44B6-9731-C879FFBB8053}" srcOrd="1" destOrd="0" presId="urn:microsoft.com/office/officeart/2005/8/layout/cycle2"/>
    <dgm:cxn modelId="{FB96FDC2-90B7-4A10-8EE5-1072E3415644}" srcId="{E67ADE04-E6B4-40C3-81F6-EC61FD805A5B}" destId="{F60C55F5-D6CE-4976-826C-58469DD6F0B9}" srcOrd="1" destOrd="0" parTransId="{CDFD1861-44DC-476A-84D5-D20C4A70370B}" sibTransId="{12D59CCD-D9B5-46E0-B327-E2EA613572DD}"/>
    <dgm:cxn modelId="{5964803F-1995-4C32-990D-92F50B5BB6CA}" type="presOf" srcId="{97203F47-3B5D-46FB-8603-8BCA5039636B}" destId="{9D6A8F8D-1137-4344-AA99-D71C7CF1C809}" srcOrd="0" destOrd="0" presId="urn:microsoft.com/office/officeart/2005/8/layout/cycle2"/>
    <dgm:cxn modelId="{BA5F3AEC-17E8-40C5-B6B8-FA7DD2272115}" srcId="{E67ADE04-E6B4-40C3-81F6-EC61FD805A5B}" destId="{8F3F163F-4E47-448C-9AE4-867B2E5CD816}" srcOrd="7" destOrd="0" parTransId="{C70ED8C1-963C-4199-9F4F-B0B964FAED45}" sibTransId="{8EE3A628-B380-4794-9F59-CF86D59813E1}"/>
    <dgm:cxn modelId="{DAC885A5-B930-490B-B688-80FAD06C7693}" type="presOf" srcId="{60D44EFA-BDA0-4FA5-BABC-AA7FC7758FC5}" destId="{89663832-459D-4E7F-8E32-D4D0D2F89F17}" srcOrd="0" destOrd="0" presId="urn:microsoft.com/office/officeart/2005/8/layout/cycle2"/>
    <dgm:cxn modelId="{53D0E28A-3C61-4289-A938-8D9275303F16}" srcId="{E67ADE04-E6B4-40C3-81F6-EC61FD805A5B}" destId="{60D44EFA-BDA0-4FA5-BABC-AA7FC7758FC5}" srcOrd="2" destOrd="0" parTransId="{4A2DFA66-0C70-4EE2-8955-5B839C977C32}" sibTransId="{97203F47-3B5D-46FB-8603-8BCA5039636B}"/>
    <dgm:cxn modelId="{DE6A7AC0-1953-46C8-8A20-454574102642}" type="presOf" srcId="{F6A59164-D9E2-42AF-9456-5EDE76C6F2C6}" destId="{7B71613C-BE5F-4D69-B624-4DB4F9489E74}" srcOrd="1" destOrd="0" presId="urn:microsoft.com/office/officeart/2005/8/layout/cycle2"/>
    <dgm:cxn modelId="{5168DB9F-65C8-401F-869F-5B5DB573E380}" type="presOf" srcId="{8EE3A628-B380-4794-9F59-CF86D59813E1}" destId="{6CA9012B-2F3F-4A3D-96BD-7928CE2235A4}" srcOrd="1" destOrd="0" presId="urn:microsoft.com/office/officeart/2005/8/layout/cycle2"/>
    <dgm:cxn modelId="{CBB6EDF0-B70E-4DCE-9EAF-86BEBE99639B}" type="presOf" srcId="{12D59CCD-D9B5-46E0-B327-E2EA613572DD}" destId="{E20E9F32-EDAC-475B-BF96-06A5A54158BC}" srcOrd="1" destOrd="0" presId="urn:microsoft.com/office/officeart/2005/8/layout/cycle2"/>
    <dgm:cxn modelId="{A777D500-C8A5-48FE-B8CA-E36670D347BB}" srcId="{E67ADE04-E6B4-40C3-81F6-EC61FD805A5B}" destId="{889DF809-24C7-49D1-896F-DC32446B1B68}" srcOrd="3" destOrd="0" parTransId="{9A024BA1-42ED-4CD5-A135-E5166E4E725B}" sibTransId="{F6A59164-D9E2-42AF-9456-5EDE76C6F2C6}"/>
    <dgm:cxn modelId="{D44E9B96-4F32-4A62-97E0-6275EB3DE1F0}" type="presOf" srcId="{990F1C14-FC55-43D1-97AD-AF7C2DBC27D8}" destId="{CB43E37C-5E7E-4C18-B3B0-A4E93D67E22F}" srcOrd="1" destOrd="0" presId="urn:microsoft.com/office/officeart/2005/8/layout/cycle2"/>
    <dgm:cxn modelId="{8CBCF1E5-014C-4E53-A69A-C8B6ACA8BF57}" type="presOf" srcId="{97203F47-3B5D-46FB-8603-8BCA5039636B}" destId="{15FDB152-B052-4B03-9297-313F9D514D60}" srcOrd="1" destOrd="0" presId="urn:microsoft.com/office/officeart/2005/8/layout/cycle2"/>
    <dgm:cxn modelId="{2B81FE07-D462-408A-98E1-8F720FBE4645}" type="presOf" srcId="{F8209BF3-F497-48F1-B731-E2BD9922A4CC}" destId="{169C2DD3-43B8-44BE-95CF-476513A73FDD}" srcOrd="0" destOrd="0" presId="urn:microsoft.com/office/officeart/2005/8/layout/cycle2"/>
    <dgm:cxn modelId="{ABA3957A-B9A0-493E-B708-183966B169AC}" srcId="{E67ADE04-E6B4-40C3-81F6-EC61FD805A5B}" destId="{D9F467C4-A10D-4141-85BE-76C5BCB7C4BC}" srcOrd="4" destOrd="0" parTransId="{F2311CA8-2A34-4488-9FC6-7E3949457C91}" sibTransId="{769F1A32-2CFC-456C-8AAF-FA7D01DCBEFD}"/>
    <dgm:cxn modelId="{45FA8123-9E0A-44D9-BBA3-1CEA072D2DFC}" type="presOf" srcId="{F8209BF3-F497-48F1-B731-E2BD9922A4CC}" destId="{765E6C7F-0315-40C4-AFE9-B303A628789A}" srcOrd="1" destOrd="0" presId="urn:microsoft.com/office/officeart/2005/8/layout/cycle2"/>
    <dgm:cxn modelId="{31AAD67B-3F79-4579-AC03-7F7E7DFC5C32}" type="presOf" srcId="{769F1A32-2CFC-456C-8AAF-FA7D01DCBEFD}" destId="{4F6397FE-9711-46DA-A151-9214037637C3}" srcOrd="0" destOrd="0" presId="urn:microsoft.com/office/officeart/2005/8/layout/cycle2"/>
    <dgm:cxn modelId="{BAD99F54-F058-4F4E-ADD3-64334BCF7ED0}" type="presOf" srcId="{E67ADE04-E6B4-40C3-81F6-EC61FD805A5B}" destId="{B2110A75-86CB-48C0-9931-6E263D0B869E}" srcOrd="0" destOrd="0" presId="urn:microsoft.com/office/officeart/2005/8/layout/cycle2"/>
    <dgm:cxn modelId="{16860C79-747F-4C21-A8EA-63BCD9BBD42E}" type="presOf" srcId="{F0F5CFF3-2133-47EA-A10D-999CEBA5A9B4}" destId="{0167810C-B39E-49B6-AFE5-ABFB8D750795}" srcOrd="0" destOrd="0" presId="urn:microsoft.com/office/officeart/2005/8/layout/cycle2"/>
    <dgm:cxn modelId="{D5AC468B-45E1-4BC0-814B-6E99E5FAFD06}" type="presOf" srcId="{8F3F163F-4E47-448C-9AE4-867B2E5CD816}" destId="{733FD20A-E8F5-498D-B8C1-40BF2BBB946E}" srcOrd="0" destOrd="0" presId="urn:microsoft.com/office/officeart/2005/8/layout/cycle2"/>
    <dgm:cxn modelId="{194BBA1F-19CE-4556-91E1-9DB024FF02B0}" type="presOf" srcId="{990F1C14-FC55-43D1-97AD-AF7C2DBC27D8}" destId="{404A4605-2222-43A9-B06D-A3CD42BABB0B}" srcOrd="0" destOrd="0" presId="urn:microsoft.com/office/officeart/2005/8/layout/cycle2"/>
    <dgm:cxn modelId="{614200BC-8735-4256-BB2F-C35A9ADCF791}" type="presOf" srcId="{F60C55F5-D6CE-4976-826C-58469DD6F0B9}" destId="{23DAF576-3583-42B2-9AF1-E0481465D64D}" srcOrd="0" destOrd="0" presId="urn:microsoft.com/office/officeart/2005/8/layout/cycle2"/>
    <dgm:cxn modelId="{37CAE18B-2900-4F6F-B5DE-C86EE4D71313}" type="presOf" srcId="{D9F467C4-A10D-4141-85BE-76C5BCB7C4BC}" destId="{FFED39B8-17BB-43B8-960B-0717F9CEE423}" srcOrd="0" destOrd="0" presId="urn:microsoft.com/office/officeart/2005/8/layout/cycle2"/>
    <dgm:cxn modelId="{F4E1D396-F0F6-4638-A003-7898278D3889}" type="presOf" srcId="{31D4B0DA-F573-46A1-8F96-1653226731A5}" destId="{4DE8EA62-96B7-4104-A7B6-A79B44633A78}" srcOrd="0" destOrd="0" presId="urn:microsoft.com/office/officeart/2005/8/layout/cycle2"/>
    <dgm:cxn modelId="{EC1A42CD-6FD0-4C17-AE21-B582A16479A3}" type="presOf" srcId="{AD20B547-BE77-4193-8CF4-8200E591C63D}" destId="{666D4A3B-5F69-434D-AB49-BFABEDDC6BE7}" srcOrd="0" destOrd="0" presId="urn:microsoft.com/office/officeart/2005/8/layout/cycle2"/>
    <dgm:cxn modelId="{613C3D96-7AFB-4A21-9932-FC984F45A1E0}" srcId="{E67ADE04-E6B4-40C3-81F6-EC61FD805A5B}" destId="{AD20B547-BE77-4193-8CF4-8200E591C63D}" srcOrd="5" destOrd="0" parTransId="{267E9F70-167A-4201-AACF-09DF3483FB05}" sibTransId="{DBE4EA6C-8B63-429C-B269-FA2D4F29124F}"/>
    <dgm:cxn modelId="{8E63E470-3835-42B6-8F48-6BAD3DFF5F09}" type="presOf" srcId="{8EE3A628-B380-4794-9F59-CF86D59813E1}" destId="{8E60590D-9230-4410-8898-9E8E33BAF0FA}" srcOrd="0" destOrd="0" presId="urn:microsoft.com/office/officeart/2005/8/layout/cycle2"/>
    <dgm:cxn modelId="{E1EF31EC-C061-42E3-A8C6-9123C3E0C555}" type="presOf" srcId="{889DF809-24C7-49D1-896F-DC32446B1B68}" destId="{B64EAF11-39AD-478A-9445-97FF85BE27EF}" srcOrd="0" destOrd="0" presId="urn:microsoft.com/office/officeart/2005/8/layout/cycle2"/>
    <dgm:cxn modelId="{07CD1856-739C-4A38-A925-9A62DD151BF8}" type="presParOf" srcId="{B2110A75-86CB-48C0-9931-6E263D0B869E}" destId="{0167810C-B39E-49B6-AFE5-ABFB8D750795}" srcOrd="0" destOrd="0" presId="urn:microsoft.com/office/officeart/2005/8/layout/cycle2"/>
    <dgm:cxn modelId="{17FC09C5-D0AC-4EDB-805C-6B7C956F3754}" type="presParOf" srcId="{B2110A75-86CB-48C0-9931-6E263D0B869E}" destId="{169C2DD3-43B8-44BE-95CF-476513A73FDD}" srcOrd="1" destOrd="0" presId="urn:microsoft.com/office/officeart/2005/8/layout/cycle2"/>
    <dgm:cxn modelId="{920F68A3-F868-4BE9-B174-BCFECBBA3459}" type="presParOf" srcId="{169C2DD3-43B8-44BE-95CF-476513A73FDD}" destId="{765E6C7F-0315-40C4-AFE9-B303A628789A}" srcOrd="0" destOrd="0" presId="urn:microsoft.com/office/officeart/2005/8/layout/cycle2"/>
    <dgm:cxn modelId="{929FC626-2304-4F34-8592-D471CE4C3920}" type="presParOf" srcId="{B2110A75-86CB-48C0-9931-6E263D0B869E}" destId="{23DAF576-3583-42B2-9AF1-E0481465D64D}" srcOrd="2" destOrd="0" presId="urn:microsoft.com/office/officeart/2005/8/layout/cycle2"/>
    <dgm:cxn modelId="{E209994D-B99F-4FEC-B4DC-4D07E9FB83B2}" type="presParOf" srcId="{B2110A75-86CB-48C0-9931-6E263D0B869E}" destId="{F8A8879A-1585-4743-9D2E-ED8D426EF465}" srcOrd="3" destOrd="0" presId="urn:microsoft.com/office/officeart/2005/8/layout/cycle2"/>
    <dgm:cxn modelId="{327E2222-07A2-4674-BBB3-CB1C3C206D30}" type="presParOf" srcId="{F8A8879A-1585-4743-9D2E-ED8D426EF465}" destId="{E20E9F32-EDAC-475B-BF96-06A5A54158BC}" srcOrd="0" destOrd="0" presId="urn:microsoft.com/office/officeart/2005/8/layout/cycle2"/>
    <dgm:cxn modelId="{55EEA696-3E10-4DF9-9A02-6BDA46A190FD}" type="presParOf" srcId="{B2110A75-86CB-48C0-9931-6E263D0B869E}" destId="{89663832-459D-4E7F-8E32-D4D0D2F89F17}" srcOrd="4" destOrd="0" presId="urn:microsoft.com/office/officeart/2005/8/layout/cycle2"/>
    <dgm:cxn modelId="{9ABA41B1-0B95-4049-AD70-7A6DDCC748B2}" type="presParOf" srcId="{B2110A75-86CB-48C0-9931-6E263D0B869E}" destId="{9D6A8F8D-1137-4344-AA99-D71C7CF1C809}" srcOrd="5" destOrd="0" presId="urn:microsoft.com/office/officeart/2005/8/layout/cycle2"/>
    <dgm:cxn modelId="{4B8C78DC-CFD1-4EC2-B9BA-EB57E755268D}" type="presParOf" srcId="{9D6A8F8D-1137-4344-AA99-D71C7CF1C809}" destId="{15FDB152-B052-4B03-9297-313F9D514D60}" srcOrd="0" destOrd="0" presId="urn:microsoft.com/office/officeart/2005/8/layout/cycle2"/>
    <dgm:cxn modelId="{6CF11643-9438-496E-A011-7D132276B2FB}" type="presParOf" srcId="{B2110A75-86CB-48C0-9931-6E263D0B869E}" destId="{B64EAF11-39AD-478A-9445-97FF85BE27EF}" srcOrd="6" destOrd="0" presId="urn:microsoft.com/office/officeart/2005/8/layout/cycle2"/>
    <dgm:cxn modelId="{8B42AAE0-ECA6-43E1-923E-DFED6D8C946A}" type="presParOf" srcId="{B2110A75-86CB-48C0-9931-6E263D0B869E}" destId="{39415C20-E6E3-4051-A3EF-2621EBF6F860}" srcOrd="7" destOrd="0" presId="urn:microsoft.com/office/officeart/2005/8/layout/cycle2"/>
    <dgm:cxn modelId="{C852FE9F-1266-48B5-8085-2802271855E0}" type="presParOf" srcId="{39415C20-E6E3-4051-A3EF-2621EBF6F860}" destId="{7B71613C-BE5F-4D69-B624-4DB4F9489E74}" srcOrd="0" destOrd="0" presId="urn:microsoft.com/office/officeart/2005/8/layout/cycle2"/>
    <dgm:cxn modelId="{13FB1467-41EF-4B2F-ABFF-E6BFBE515F56}" type="presParOf" srcId="{B2110A75-86CB-48C0-9931-6E263D0B869E}" destId="{FFED39B8-17BB-43B8-960B-0717F9CEE423}" srcOrd="8" destOrd="0" presId="urn:microsoft.com/office/officeart/2005/8/layout/cycle2"/>
    <dgm:cxn modelId="{228969DF-E39E-40FB-A74C-7282E2A73434}" type="presParOf" srcId="{B2110A75-86CB-48C0-9931-6E263D0B869E}" destId="{4F6397FE-9711-46DA-A151-9214037637C3}" srcOrd="9" destOrd="0" presId="urn:microsoft.com/office/officeart/2005/8/layout/cycle2"/>
    <dgm:cxn modelId="{E73253AD-4CA2-4CAC-88F3-81684ABE8441}" type="presParOf" srcId="{4F6397FE-9711-46DA-A151-9214037637C3}" destId="{386DF915-FFD8-480F-AB82-209517EEDEB0}" srcOrd="0" destOrd="0" presId="urn:microsoft.com/office/officeart/2005/8/layout/cycle2"/>
    <dgm:cxn modelId="{45EB1395-0278-4058-BCAB-9570DC4D6E1C}" type="presParOf" srcId="{B2110A75-86CB-48C0-9931-6E263D0B869E}" destId="{666D4A3B-5F69-434D-AB49-BFABEDDC6BE7}" srcOrd="10" destOrd="0" presId="urn:microsoft.com/office/officeart/2005/8/layout/cycle2"/>
    <dgm:cxn modelId="{58CF8781-87F3-4A21-8276-41EBDE5AA64F}" type="presParOf" srcId="{B2110A75-86CB-48C0-9931-6E263D0B869E}" destId="{D260A765-0EF9-4E33-96D8-48EDFA32FF5A}" srcOrd="11" destOrd="0" presId="urn:microsoft.com/office/officeart/2005/8/layout/cycle2"/>
    <dgm:cxn modelId="{8B653130-D483-4D91-8D25-6A516A0BB5AD}" type="presParOf" srcId="{D260A765-0EF9-4E33-96D8-48EDFA32FF5A}" destId="{023966D0-5731-44B6-9731-C879FFBB8053}" srcOrd="0" destOrd="0" presId="urn:microsoft.com/office/officeart/2005/8/layout/cycle2"/>
    <dgm:cxn modelId="{B48619F9-4100-4C15-85A4-DF0654DB2945}" type="presParOf" srcId="{B2110A75-86CB-48C0-9931-6E263D0B869E}" destId="{4DE8EA62-96B7-4104-A7B6-A79B44633A78}" srcOrd="12" destOrd="0" presId="urn:microsoft.com/office/officeart/2005/8/layout/cycle2"/>
    <dgm:cxn modelId="{D63AF7C2-B27F-463B-A235-86940A95C648}" type="presParOf" srcId="{B2110A75-86CB-48C0-9931-6E263D0B869E}" destId="{404A4605-2222-43A9-B06D-A3CD42BABB0B}" srcOrd="13" destOrd="0" presId="urn:microsoft.com/office/officeart/2005/8/layout/cycle2"/>
    <dgm:cxn modelId="{25D1C194-24DE-43D9-9BAD-5831E0B6BA99}" type="presParOf" srcId="{404A4605-2222-43A9-B06D-A3CD42BABB0B}" destId="{CB43E37C-5E7E-4C18-B3B0-A4E93D67E22F}" srcOrd="0" destOrd="0" presId="urn:microsoft.com/office/officeart/2005/8/layout/cycle2"/>
    <dgm:cxn modelId="{7B5FDD8A-E44A-4F7D-A636-A878D172CC00}" type="presParOf" srcId="{B2110A75-86CB-48C0-9931-6E263D0B869E}" destId="{733FD20A-E8F5-498D-B8C1-40BF2BBB946E}" srcOrd="14" destOrd="0" presId="urn:microsoft.com/office/officeart/2005/8/layout/cycle2"/>
    <dgm:cxn modelId="{E4438832-614B-49A5-86E2-359C15C8C592}" type="presParOf" srcId="{B2110A75-86CB-48C0-9931-6E263D0B869E}" destId="{8E60590D-9230-4410-8898-9E8E33BAF0FA}" srcOrd="15" destOrd="0" presId="urn:microsoft.com/office/officeart/2005/8/layout/cycle2"/>
    <dgm:cxn modelId="{748AAF1C-C1D8-4C53-A47D-234584699E0B}" type="presParOf" srcId="{8E60590D-9230-4410-8898-9E8E33BAF0FA}" destId="{6CA9012B-2F3F-4A3D-96BD-7928CE2235A4}" srcOrd="0" destOrd="0" presId="urn:microsoft.com/office/officeart/2005/8/layout/cycle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4260FFB-EB70-4F8C-B54A-6AAF0A02A743}" type="doc">
      <dgm:prSet loTypeId="urn:microsoft.com/office/officeart/2005/8/layout/cycle2" loCatId="cycle" qsTypeId="urn:microsoft.com/office/officeart/2005/8/quickstyle/simple1" qsCatId="simple" csTypeId="urn:microsoft.com/office/officeart/2005/8/colors/accent2_2" csCatId="accent2" phldr="1"/>
      <dgm:spPr/>
      <dgm:t>
        <a:bodyPr/>
        <a:lstStyle/>
        <a:p>
          <a:endParaRPr lang="en-US"/>
        </a:p>
      </dgm:t>
    </dgm:pt>
    <dgm:pt modelId="{51F784A7-52F5-4A98-919D-31DD7AC03080}">
      <dgm:prSet phldrT="[Text]" custT="1"/>
      <dgm:spPr/>
      <dgm:t>
        <a:bodyPr/>
        <a:lstStyle/>
        <a:p>
          <a:r>
            <a:rPr lang="en-US" sz="4000" b="1" dirty="0">
              <a:solidFill>
                <a:schemeClr val="tx1"/>
              </a:solidFill>
            </a:rPr>
            <a:t>1</a:t>
          </a:r>
        </a:p>
      </dgm:t>
    </dgm:pt>
    <dgm:pt modelId="{C7F940F8-0AC8-45D0-BCE8-1C4152EA5519}" type="parTrans" cxnId="{279A3890-E550-443E-816D-39FA76B3D9E6}">
      <dgm:prSet/>
      <dgm:spPr/>
      <dgm:t>
        <a:bodyPr/>
        <a:lstStyle/>
        <a:p>
          <a:endParaRPr lang="en-US"/>
        </a:p>
      </dgm:t>
    </dgm:pt>
    <dgm:pt modelId="{CC06F3E2-6DDC-47A8-8902-219E80FCB4E2}" type="sibTrans" cxnId="{279A3890-E550-443E-816D-39FA76B3D9E6}">
      <dgm:prSet/>
      <dgm:spPr>
        <a:solidFill>
          <a:schemeClr val="accent6">
            <a:lumMod val="40000"/>
            <a:lumOff val="60000"/>
          </a:schemeClr>
        </a:solidFill>
      </dgm:spPr>
      <dgm:t>
        <a:bodyPr/>
        <a:lstStyle/>
        <a:p>
          <a:endParaRPr lang="en-US"/>
        </a:p>
      </dgm:t>
    </dgm:pt>
    <dgm:pt modelId="{6BBBF36B-6C92-40EC-A152-067C327B6F5F}">
      <dgm:prSet phldrT="[Text]" custT="1"/>
      <dgm:spPr/>
      <dgm:t>
        <a:bodyPr/>
        <a:lstStyle/>
        <a:p>
          <a:r>
            <a:rPr lang="en-US" sz="4000" b="1" dirty="0">
              <a:solidFill>
                <a:schemeClr val="tx1"/>
              </a:solidFill>
            </a:rPr>
            <a:t>2</a:t>
          </a:r>
        </a:p>
      </dgm:t>
    </dgm:pt>
    <dgm:pt modelId="{EB6A7285-2804-4988-94C6-1CA7B48BB725}" type="parTrans" cxnId="{413CAAC9-0311-4869-BC61-000371C32057}">
      <dgm:prSet/>
      <dgm:spPr/>
      <dgm:t>
        <a:bodyPr/>
        <a:lstStyle/>
        <a:p>
          <a:endParaRPr lang="en-US"/>
        </a:p>
      </dgm:t>
    </dgm:pt>
    <dgm:pt modelId="{7FD0B070-C25C-457C-920E-24DF99D79D1A}" type="sibTrans" cxnId="{413CAAC9-0311-4869-BC61-000371C32057}">
      <dgm:prSet/>
      <dgm:spPr>
        <a:solidFill>
          <a:schemeClr val="accent6">
            <a:lumMod val="40000"/>
            <a:lumOff val="60000"/>
          </a:schemeClr>
        </a:solidFill>
      </dgm:spPr>
      <dgm:t>
        <a:bodyPr/>
        <a:lstStyle/>
        <a:p>
          <a:endParaRPr lang="en-US"/>
        </a:p>
      </dgm:t>
    </dgm:pt>
    <dgm:pt modelId="{73D98584-41E1-4842-A2C0-E765D5BDE764}">
      <dgm:prSet phldrT="[Text]" custT="1"/>
      <dgm:spPr/>
      <dgm:t>
        <a:bodyPr/>
        <a:lstStyle/>
        <a:p>
          <a:r>
            <a:rPr lang="en-US" sz="4000" b="1" dirty="0">
              <a:solidFill>
                <a:schemeClr val="tx1"/>
              </a:solidFill>
            </a:rPr>
            <a:t>3</a:t>
          </a:r>
        </a:p>
      </dgm:t>
    </dgm:pt>
    <dgm:pt modelId="{3C7355FE-0F18-45F3-8DA4-3F28FC4E8986}" type="parTrans" cxnId="{68C80973-5214-4DF8-A886-D4E19B5AF1CA}">
      <dgm:prSet/>
      <dgm:spPr/>
      <dgm:t>
        <a:bodyPr/>
        <a:lstStyle/>
        <a:p>
          <a:endParaRPr lang="en-US"/>
        </a:p>
      </dgm:t>
    </dgm:pt>
    <dgm:pt modelId="{89B30E5D-C0AE-4943-868F-F7E560072109}" type="sibTrans" cxnId="{68C80973-5214-4DF8-A886-D4E19B5AF1CA}">
      <dgm:prSet/>
      <dgm:spPr>
        <a:solidFill>
          <a:schemeClr val="accent6">
            <a:lumMod val="40000"/>
            <a:lumOff val="60000"/>
          </a:schemeClr>
        </a:solidFill>
      </dgm:spPr>
      <dgm:t>
        <a:bodyPr/>
        <a:lstStyle/>
        <a:p>
          <a:endParaRPr lang="en-US"/>
        </a:p>
      </dgm:t>
    </dgm:pt>
    <dgm:pt modelId="{9AC65053-1C7F-4E73-A2FF-361D2099CD1B}">
      <dgm:prSet phldrT="[Text]" custT="1"/>
      <dgm:spPr/>
      <dgm:t>
        <a:bodyPr/>
        <a:lstStyle/>
        <a:p>
          <a:r>
            <a:rPr lang="en-US" sz="4000" b="1" dirty="0">
              <a:solidFill>
                <a:schemeClr val="tx1"/>
              </a:solidFill>
            </a:rPr>
            <a:t>4</a:t>
          </a:r>
        </a:p>
      </dgm:t>
    </dgm:pt>
    <dgm:pt modelId="{41413135-D0DE-4060-9090-B2881FED73F2}" type="parTrans" cxnId="{208BF430-645C-4394-AE53-28497E72C727}">
      <dgm:prSet/>
      <dgm:spPr/>
      <dgm:t>
        <a:bodyPr/>
        <a:lstStyle/>
        <a:p>
          <a:endParaRPr lang="en-US"/>
        </a:p>
      </dgm:t>
    </dgm:pt>
    <dgm:pt modelId="{50D02B25-D07A-4586-BB56-209426F76348}" type="sibTrans" cxnId="{208BF430-645C-4394-AE53-28497E72C727}">
      <dgm:prSet/>
      <dgm:spPr>
        <a:solidFill>
          <a:schemeClr val="accent6">
            <a:lumMod val="40000"/>
            <a:lumOff val="60000"/>
          </a:schemeClr>
        </a:solidFill>
      </dgm:spPr>
      <dgm:t>
        <a:bodyPr/>
        <a:lstStyle/>
        <a:p>
          <a:endParaRPr lang="en-US"/>
        </a:p>
      </dgm:t>
    </dgm:pt>
    <dgm:pt modelId="{50B48F38-E64B-4CE8-9148-33AC566D69FD}">
      <dgm:prSet phldrT="[Text]" custT="1"/>
      <dgm:spPr/>
      <dgm:t>
        <a:bodyPr/>
        <a:lstStyle/>
        <a:p>
          <a:r>
            <a:rPr lang="en-US" sz="4000" b="1" dirty="0">
              <a:solidFill>
                <a:schemeClr val="tx1"/>
              </a:solidFill>
            </a:rPr>
            <a:t>5</a:t>
          </a:r>
        </a:p>
      </dgm:t>
    </dgm:pt>
    <dgm:pt modelId="{881ACCF6-4179-4836-9F5F-67A64A694169}" type="parTrans" cxnId="{F67D468A-3457-4A91-99C2-E3E4BC9A9271}">
      <dgm:prSet/>
      <dgm:spPr/>
      <dgm:t>
        <a:bodyPr/>
        <a:lstStyle/>
        <a:p>
          <a:endParaRPr lang="en-US"/>
        </a:p>
      </dgm:t>
    </dgm:pt>
    <dgm:pt modelId="{FD977D83-8ED3-4FC3-9A4F-605279D7E3EF}" type="sibTrans" cxnId="{F67D468A-3457-4A91-99C2-E3E4BC9A9271}">
      <dgm:prSet/>
      <dgm:spPr>
        <a:solidFill>
          <a:schemeClr val="accent6">
            <a:lumMod val="40000"/>
            <a:lumOff val="60000"/>
          </a:schemeClr>
        </a:solidFill>
      </dgm:spPr>
      <dgm:t>
        <a:bodyPr/>
        <a:lstStyle/>
        <a:p>
          <a:endParaRPr lang="en-US"/>
        </a:p>
      </dgm:t>
    </dgm:pt>
    <dgm:pt modelId="{D9C6BD13-53D5-4285-A5CB-BE04676959C1}">
      <dgm:prSet phldrT="[Text]" custT="1"/>
      <dgm:spPr/>
      <dgm:t>
        <a:bodyPr/>
        <a:lstStyle/>
        <a:p>
          <a:r>
            <a:rPr lang="en-US" sz="4000" b="1" dirty="0">
              <a:solidFill>
                <a:schemeClr val="tx1"/>
              </a:solidFill>
            </a:rPr>
            <a:t>6</a:t>
          </a:r>
        </a:p>
      </dgm:t>
    </dgm:pt>
    <dgm:pt modelId="{C77F3A3C-550D-45A0-8917-D29718DB5FB5}" type="parTrans" cxnId="{ADB2900D-07E4-424C-A3E1-089C880D754B}">
      <dgm:prSet/>
      <dgm:spPr/>
      <dgm:t>
        <a:bodyPr/>
        <a:lstStyle/>
        <a:p>
          <a:endParaRPr lang="en-US"/>
        </a:p>
      </dgm:t>
    </dgm:pt>
    <dgm:pt modelId="{13B4F9D7-C48E-4C7D-A8B6-0B7AA3ECC680}" type="sibTrans" cxnId="{ADB2900D-07E4-424C-A3E1-089C880D754B}">
      <dgm:prSet/>
      <dgm:spPr>
        <a:solidFill>
          <a:schemeClr val="accent6">
            <a:lumMod val="40000"/>
            <a:lumOff val="60000"/>
          </a:schemeClr>
        </a:solidFill>
      </dgm:spPr>
      <dgm:t>
        <a:bodyPr/>
        <a:lstStyle/>
        <a:p>
          <a:endParaRPr lang="en-US"/>
        </a:p>
      </dgm:t>
    </dgm:pt>
    <dgm:pt modelId="{99EC9F86-966F-4568-9534-911017870094}">
      <dgm:prSet phldrT="[Text]" custT="1"/>
      <dgm:spPr/>
      <dgm:t>
        <a:bodyPr/>
        <a:lstStyle/>
        <a:p>
          <a:r>
            <a:rPr lang="en-US" sz="4000" b="1" dirty="0">
              <a:solidFill>
                <a:schemeClr val="tx1"/>
              </a:solidFill>
            </a:rPr>
            <a:t>7</a:t>
          </a:r>
        </a:p>
      </dgm:t>
    </dgm:pt>
    <dgm:pt modelId="{BBA6E25A-7710-42F2-8779-77CCC8714A58}" type="parTrans" cxnId="{2390FE76-E7AF-480A-8A00-342DA8326CEB}">
      <dgm:prSet/>
      <dgm:spPr/>
      <dgm:t>
        <a:bodyPr/>
        <a:lstStyle/>
        <a:p>
          <a:endParaRPr lang="en-US"/>
        </a:p>
      </dgm:t>
    </dgm:pt>
    <dgm:pt modelId="{25DFF457-EEB9-4FAD-B793-5C52E40D9936}" type="sibTrans" cxnId="{2390FE76-E7AF-480A-8A00-342DA8326CEB}">
      <dgm:prSet/>
      <dgm:spPr>
        <a:solidFill>
          <a:schemeClr val="accent6">
            <a:lumMod val="40000"/>
            <a:lumOff val="60000"/>
          </a:schemeClr>
        </a:solidFill>
      </dgm:spPr>
      <dgm:t>
        <a:bodyPr/>
        <a:lstStyle/>
        <a:p>
          <a:endParaRPr lang="en-US"/>
        </a:p>
      </dgm:t>
    </dgm:pt>
    <dgm:pt modelId="{8C50BBAE-0800-439C-864F-50BFFD4ACADB}">
      <dgm:prSet phldrT="[Text]" custT="1"/>
      <dgm:spPr/>
      <dgm:t>
        <a:bodyPr/>
        <a:lstStyle/>
        <a:p>
          <a:r>
            <a:rPr lang="en-US" sz="4000" b="1" dirty="0">
              <a:solidFill>
                <a:schemeClr val="tx1"/>
              </a:solidFill>
            </a:rPr>
            <a:t>0</a:t>
          </a:r>
        </a:p>
      </dgm:t>
    </dgm:pt>
    <dgm:pt modelId="{6C12DA0E-A872-4C38-9DA0-C46D060D12DF}" type="parTrans" cxnId="{DA9EA787-3AE7-4E15-9699-DD15443B76FC}">
      <dgm:prSet/>
      <dgm:spPr/>
      <dgm:t>
        <a:bodyPr/>
        <a:lstStyle/>
        <a:p>
          <a:endParaRPr lang="en-US"/>
        </a:p>
      </dgm:t>
    </dgm:pt>
    <dgm:pt modelId="{69EC2DA7-E010-45B5-B61A-1807893FC22E}" type="sibTrans" cxnId="{DA9EA787-3AE7-4E15-9699-DD15443B76FC}">
      <dgm:prSet/>
      <dgm:spPr>
        <a:solidFill>
          <a:schemeClr val="accent6">
            <a:lumMod val="40000"/>
            <a:lumOff val="60000"/>
          </a:schemeClr>
        </a:solidFill>
      </dgm:spPr>
      <dgm:t>
        <a:bodyPr/>
        <a:lstStyle/>
        <a:p>
          <a:endParaRPr lang="en-US"/>
        </a:p>
      </dgm:t>
    </dgm:pt>
    <dgm:pt modelId="{64475F6A-1F04-428D-A62E-C9977CFE435F}" type="pres">
      <dgm:prSet presAssocID="{94260FFB-EB70-4F8C-B54A-6AAF0A02A743}" presName="cycle" presStyleCnt="0">
        <dgm:presLayoutVars>
          <dgm:dir/>
          <dgm:resizeHandles val="exact"/>
        </dgm:presLayoutVars>
      </dgm:prSet>
      <dgm:spPr/>
      <dgm:t>
        <a:bodyPr/>
        <a:lstStyle/>
        <a:p>
          <a:endParaRPr lang="en-IN"/>
        </a:p>
      </dgm:t>
    </dgm:pt>
    <dgm:pt modelId="{602B3231-99A4-4221-8474-7DAC9B33ECFD}" type="pres">
      <dgm:prSet presAssocID="{51F784A7-52F5-4A98-919D-31DD7AC03080}" presName="node" presStyleLbl="node1" presStyleIdx="0" presStyleCnt="8">
        <dgm:presLayoutVars>
          <dgm:bulletEnabled val="1"/>
        </dgm:presLayoutVars>
      </dgm:prSet>
      <dgm:spPr/>
      <dgm:t>
        <a:bodyPr/>
        <a:lstStyle/>
        <a:p>
          <a:endParaRPr lang="en-IN"/>
        </a:p>
      </dgm:t>
    </dgm:pt>
    <dgm:pt modelId="{BB5AB858-BF4D-460C-A651-829E0F143004}" type="pres">
      <dgm:prSet presAssocID="{CC06F3E2-6DDC-47A8-8902-219E80FCB4E2}" presName="sibTrans" presStyleLbl="sibTrans2D1" presStyleIdx="0" presStyleCnt="8" custScaleX="186080" custScaleY="127990" custLinFactNeighborX="24774" custLinFactNeighborY="0"/>
      <dgm:spPr/>
      <dgm:t>
        <a:bodyPr/>
        <a:lstStyle/>
        <a:p>
          <a:endParaRPr lang="en-IN"/>
        </a:p>
      </dgm:t>
    </dgm:pt>
    <dgm:pt modelId="{5BDD9A32-365A-4D82-ACB7-84638431A9D8}" type="pres">
      <dgm:prSet presAssocID="{CC06F3E2-6DDC-47A8-8902-219E80FCB4E2}" presName="connectorText" presStyleLbl="sibTrans2D1" presStyleIdx="0" presStyleCnt="8"/>
      <dgm:spPr/>
      <dgm:t>
        <a:bodyPr/>
        <a:lstStyle/>
        <a:p>
          <a:endParaRPr lang="en-IN"/>
        </a:p>
      </dgm:t>
    </dgm:pt>
    <dgm:pt modelId="{47778F55-5FA8-46F6-8FAC-7340309D9FC4}" type="pres">
      <dgm:prSet presAssocID="{6BBBF36B-6C92-40EC-A152-067C327B6F5F}" presName="node" presStyleLbl="node1" presStyleIdx="1" presStyleCnt="8">
        <dgm:presLayoutVars>
          <dgm:bulletEnabled val="1"/>
        </dgm:presLayoutVars>
      </dgm:prSet>
      <dgm:spPr/>
      <dgm:t>
        <a:bodyPr/>
        <a:lstStyle/>
        <a:p>
          <a:endParaRPr lang="en-IN"/>
        </a:p>
      </dgm:t>
    </dgm:pt>
    <dgm:pt modelId="{B3D0EE29-DD02-491D-A689-A2534AFF3BEC}" type="pres">
      <dgm:prSet presAssocID="{7FD0B070-C25C-457C-920E-24DF99D79D1A}" presName="sibTrans" presStyleLbl="sibTrans2D1" presStyleIdx="1" presStyleCnt="8" custScaleX="219250" custScaleY="136019"/>
      <dgm:spPr/>
      <dgm:t>
        <a:bodyPr/>
        <a:lstStyle/>
        <a:p>
          <a:endParaRPr lang="en-IN"/>
        </a:p>
      </dgm:t>
    </dgm:pt>
    <dgm:pt modelId="{A8666A15-EFD4-4FF4-8B62-B14A73EBDAED}" type="pres">
      <dgm:prSet presAssocID="{7FD0B070-C25C-457C-920E-24DF99D79D1A}" presName="connectorText" presStyleLbl="sibTrans2D1" presStyleIdx="1" presStyleCnt="8"/>
      <dgm:spPr/>
      <dgm:t>
        <a:bodyPr/>
        <a:lstStyle/>
        <a:p>
          <a:endParaRPr lang="en-IN"/>
        </a:p>
      </dgm:t>
    </dgm:pt>
    <dgm:pt modelId="{826DA095-2B71-4FE6-9FAB-17B44A09ACBD}" type="pres">
      <dgm:prSet presAssocID="{73D98584-41E1-4842-A2C0-E765D5BDE764}" presName="node" presStyleLbl="node1" presStyleIdx="2" presStyleCnt="8">
        <dgm:presLayoutVars>
          <dgm:bulletEnabled val="1"/>
        </dgm:presLayoutVars>
      </dgm:prSet>
      <dgm:spPr/>
      <dgm:t>
        <a:bodyPr/>
        <a:lstStyle/>
        <a:p>
          <a:endParaRPr lang="en-IN"/>
        </a:p>
      </dgm:t>
    </dgm:pt>
    <dgm:pt modelId="{CAC2A881-EDCD-43BF-A975-2BC590898B46}" type="pres">
      <dgm:prSet presAssocID="{89B30E5D-C0AE-4943-868F-F7E560072109}" presName="sibTrans" presStyleLbl="sibTrans2D1" presStyleIdx="2" presStyleCnt="8" custScaleX="217296" custScaleY="111575"/>
      <dgm:spPr/>
      <dgm:t>
        <a:bodyPr/>
        <a:lstStyle/>
        <a:p>
          <a:endParaRPr lang="en-IN"/>
        </a:p>
      </dgm:t>
    </dgm:pt>
    <dgm:pt modelId="{C775059B-AEA8-4122-9831-6C1B5B5D3AF1}" type="pres">
      <dgm:prSet presAssocID="{89B30E5D-C0AE-4943-868F-F7E560072109}" presName="connectorText" presStyleLbl="sibTrans2D1" presStyleIdx="2" presStyleCnt="8"/>
      <dgm:spPr/>
      <dgm:t>
        <a:bodyPr/>
        <a:lstStyle/>
        <a:p>
          <a:endParaRPr lang="en-IN"/>
        </a:p>
      </dgm:t>
    </dgm:pt>
    <dgm:pt modelId="{1BA491E3-B061-479D-8C62-903D6938CFA6}" type="pres">
      <dgm:prSet presAssocID="{9AC65053-1C7F-4E73-A2FF-361D2099CD1B}" presName="node" presStyleLbl="node1" presStyleIdx="3" presStyleCnt="8">
        <dgm:presLayoutVars>
          <dgm:bulletEnabled val="1"/>
        </dgm:presLayoutVars>
      </dgm:prSet>
      <dgm:spPr/>
      <dgm:t>
        <a:bodyPr/>
        <a:lstStyle/>
        <a:p>
          <a:endParaRPr lang="en-IN"/>
        </a:p>
      </dgm:t>
    </dgm:pt>
    <dgm:pt modelId="{DEED91AB-3C6F-4495-B7CD-776D9210E5A9}" type="pres">
      <dgm:prSet presAssocID="{50D02B25-D07A-4586-BB56-209426F76348}" presName="sibTrans" presStyleLbl="sibTrans2D1" presStyleIdx="3" presStyleCnt="8" custScaleX="236069" custScaleY="162110" custLinFactNeighborX="-27958" custLinFactNeighborY="-2150"/>
      <dgm:spPr/>
      <dgm:t>
        <a:bodyPr/>
        <a:lstStyle/>
        <a:p>
          <a:endParaRPr lang="en-IN"/>
        </a:p>
      </dgm:t>
    </dgm:pt>
    <dgm:pt modelId="{8A9AFFA2-FD19-46AF-BA95-FA021DF99CEC}" type="pres">
      <dgm:prSet presAssocID="{50D02B25-D07A-4586-BB56-209426F76348}" presName="connectorText" presStyleLbl="sibTrans2D1" presStyleIdx="3" presStyleCnt="8"/>
      <dgm:spPr/>
      <dgm:t>
        <a:bodyPr/>
        <a:lstStyle/>
        <a:p>
          <a:endParaRPr lang="en-IN"/>
        </a:p>
      </dgm:t>
    </dgm:pt>
    <dgm:pt modelId="{B60FAA7E-73A1-4D37-9398-8514BA9C9DE3}" type="pres">
      <dgm:prSet presAssocID="{50B48F38-E64B-4CE8-9148-33AC566D69FD}" presName="node" presStyleLbl="node1" presStyleIdx="4" presStyleCnt="8">
        <dgm:presLayoutVars>
          <dgm:bulletEnabled val="1"/>
        </dgm:presLayoutVars>
      </dgm:prSet>
      <dgm:spPr/>
      <dgm:t>
        <a:bodyPr/>
        <a:lstStyle/>
        <a:p>
          <a:endParaRPr lang="en-IN"/>
        </a:p>
      </dgm:t>
    </dgm:pt>
    <dgm:pt modelId="{DE622B03-26DB-4D27-832B-B1FD8737A08C}" type="pres">
      <dgm:prSet presAssocID="{FD977D83-8ED3-4FC3-9A4F-605279D7E3EF}" presName="sibTrans" presStyleLbl="sibTrans2D1" presStyleIdx="4" presStyleCnt="8" custScaleX="190002" custScaleY="164506"/>
      <dgm:spPr/>
      <dgm:t>
        <a:bodyPr/>
        <a:lstStyle/>
        <a:p>
          <a:endParaRPr lang="en-IN"/>
        </a:p>
      </dgm:t>
    </dgm:pt>
    <dgm:pt modelId="{92E4C4E4-6CB6-41D1-89E1-942008F58C07}" type="pres">
      <dgm:prSet presAssocID="{FD977D83-8ED3-4FC3-9A4F-605279D7E3EF}" presName="connectorText" presStyleLbl="sibTrans2D1" presStyleIdx="4" presStyleCnt="8"/>
      <dgm:spPr/>
      <dgm:t>
        <a:bodyPr/>
        <a:lstStyle/>
        <a:p>
          <a:endParaRPr lang="en-IN"/>
        </a:p>
      </dgm:t>
    </dgm:pt>
    <dgm:pt modelId="{7D10D53B-B473-48FD-9377-F58245365F8C}" type="pres">
      <dgm:prSet presAssocID="{D9C6BD13-53D5-4285-A5CB-BE04676959C1}" presName="node" presStyleLbl="node1" presStyleIdx="5" presStyleCnt="8">
        <dgm:presLayoutVars>
          <dgm:bulletEnabled val="1"/>
        </dgm:presLayoutVars>
      </dgm:prSet>
      <dgm:spPr/>
      <dgm:t>
        <a:bodyPr/>
        <a:lstStyle/>
        <a:p>
          <a:endParaRPr lang="en-IN"/>
        </a:p>
      </dgm:t>
    </dgm:pt>
    <dgm:pt modelId="{F6A2138F-5062-45DC-9B18-166194705BD5}" type="pres">
      <dgm:prSet presAssocID="{13B4F9D7-C48E-4C7D-A8B6-0B7AA3ECC680}" presName="sibTrans" presStyleLbl="sibTrans2D1" presStyleIdx="5" presStyleCnt="8" custScaleX="181135" custScaleY="191501"/>
      <dgm:spPr/>
      <dgm:t>
        <a:bodyPr/>
        <a:lstStyle/>
        <a:p>
          <a:endParaRPr lang="en-IN"/>
        </a:p>
      </dgm:t>
    </dgm:pt>
    <dgm:pt modelId="{0B49997D-A6D3-462A-B827-0F0E0487F679}" type="pres">
      <dgm:prSet presAssocID="{13B4F9D7-C48E-4C7D-A8B6-0B7AA3ECC680}" presName="connectorText" presStyleLbl="sibTrans2D1" presStyleIdx="5" presStyleCnt="8"/>
      <dgm:spPr/>
      <dgm:t>
        <a:bodyPr/>
        <a:lstStyle/>
        <a:p>
          <a:endParaRPr lang="en-IN"/>
        </a:p>
      </dgm:t>
    </dgm:pt>
    <dgm:pt modelId="{8637FA6F-DBD9-4B79-9435-29F00CF75FAB}" type="pres">
      <dgm:prSet presAssocID="{99EC9F86-966F-4568-9534-911017870094}" presName="node" presStyleLbl="node1" presStyleIdx="6" presStyleCnt="8">
        <dgm:presLayoutVars>
          <dgm:bulletEnabled val="1"/>
        </dgm:presLayoutVars>
      </dgm:prSet>
      <dgm:spPr/>
      <dgm:t>
        <a:bodyPr/>
        <a:lstStyle/>
        <a:p>
          <a:endParaRPr lang="en-IN"/>
        </a:p>
      </dgm:t>
    </dgm:pt>
    <dgm:pt modelId="{C14698ED-59EC-4B10-82E9-1CCAB1812213}" type="pres">
      <dgm:prSet presAssocID="{25DFF457-EEB9-4FAD-B793-5C52E40D9936}" presName="sibTrans" presStyleLbl="sibTrans2D1" presStyleIdx="6" presStyleCnt="8" custScaleX="228490" custScaleY="148386"/>
      <dgm:spPr/>
      <dgm:t>
        <a:bodyPr/>
        <a:lstStyle/>
        <a:p>
          <a:endParaRPr lang="en-IN"/>
        </a:p>
      </dgm:t>
    </dgm:pt>
    <dgm:pt modelId="{7E4902DA-F9C4-43C5-B213-07DC0B5F8B56}" type="pres">
      <dgm:prSet presAssocID="{25DFF457-EEB9-4FAD-B793-5C52E40D9936}" presName="connectorText" presStyleLbl="sibTrans2D1" presStyleIdx="6" presStyleCnt="8"/>
      <dgm:spPr/>
      <dgm:t>
        <a:bodyPr/>
        <a:lstStyle/>
        <a:p>
          <a:endParaRPr lang="en-IN"/>
        </a:p>
      </dgm:t>
    </dgm:pt>
    <dgm:pt modelId="{3BB13E3B-B980-402F-BAF2-677DE610D4E5}" type="pres">
      <dgm:prSet presAssocID="{8C50BBAE-0800-439C-864F-50BFFD4ACADB}" presName="node" presStyleLbl="node1" presStyleIdx="7" presStyleCnt="8">
        <dgm:presLayoutVars>
          <dgm:bulletEnabled val="1"/>
        </dgm:presLayoutVars>
      </dgm:prSet>
      <dgm:spPr/>
      <dgm:t>
        <a:bodyPr/>
        <a:lstStyle/>
        <a:p>
          <a:endParaRPr lang="en-IN"/>
        </a:p>
      </dgm:t>
    </dgm:pt>
    <dgm:pt modelId="{19EFCE70-D4EB-47B8-B05E-DA7447C68746}" type="pres">
      <dgm:prSet presAssocID="{69EC2DA7-E010-45B5-B61A-1807893FC22E}" presName="sibTrans" presStyleLbl="sibTrans2D1" presStyleIdx="7" presStyleCnt="8" custScaleX="155181" custScaleY="214384"/>
      <dgm:spPr/>
      <dgm:t>
        <a:bodyPr/>
        <a:lstStyle/>
        <a:p>
          <a:endParaRPr lang="en-IN"/>
        </a:p>
      </dgm:t>
    </dgm:pt>
    <dgm:pt modelId="{65A59C2D-8B6E-4A75-B26A-B858A03D481D}" type="pres">
      <dgm:prSet presAssocID="{69EC2DA7-E010-45B5-B61A-1807893FC22E}" presName="connectorText" presStyleLbl="sibTrans2D1" presStyleIdx="7" presStyleCnt="8"/>
      <dgm:spPr/>
      <dgm:t>
        <a:bodyPr/>
        <a:lstStyle/>
        <a:p>
          <a:endParaRPr lang="en-IN"/>
        </a:p>
      </dgm:t>
    </dgm:pt>
  </dgm:ptLst>
  <dgm:cxnLst>
    <dgm:cxn modelId="{EEFB5A26-1277-487F-9A75-ED3CDCD4FAA0}" type="presOf" srcId="{51F784A7-52F5-4A98-919D-31DD7AC03080}" destId="{602B3231-99A4-4221-8474-7DAC9B33ECFD}" srcOrd="0" destOrd="0" presId="urn:microsoft.com/office/officeart/2005/8/layout/cycle2"/>
    <dgm:cxn modelId="{43E324D4-E58E-4FDE-AAFB-A0DBB573EA22}" type="presOf" srcId="{D9C6BD13-53D5-4285-A5CB-BE04676959C1}" destId="{7D10D53B-B473-48FD-9377-F58245365F8C}" srcOrd="0" destOrd="0" presId="urn:microsoft.com/office/officeart/2005/8/layout/cycle2"/>
    <dgm:cxn modelId="{7FC194FF-1B74-410B-AADB-E452E907F79E}" type="presOf" srcId="{50D02B25-D07A-4586-BB56-209426F76348}" destId="{8A9AFFA2-FD19-46AF-BA95-FA021DF99CEC}" srcOrd="1" destOrd="0" presId="urn:microsoft.com/office/officeart/2005/8/layout/cycle2"/>
    <dgm:cxn modelId="{2390FE76-E7AF-480A-8A00-342DA8326CEB}" srcId="{94260FFB-EB70-4F8C-B54A-6AAF0A02A743}" destId="{99EC9F86-966F-4568-9534-911017870094}" srcOrd="6" destOrd="0" parTransId="{BBA6E25A-7710-42F2-8779-77CCC8714A58}" sibTransId="{25DFF457-EEB9-4FAD-B793-5C52E40D9936}"/>
    <dgm:cxn modelId="{2F646D2B-0367-438B-9D0F-855F1EC091B6}" type="presOf" srcId="{89B30E5D-C0AE-4943-868F-F7E560072109}" destId="{CAC2A881-EDCD-43BF-A975-2BC590898B46}" srcOrd="0" destOrd="0" presId="urn:microsoft.com/office/officeart/2005/8/layout/cycle2"/>
    <dgm:cxn modelId="{ADB2900D-07E4-424C-A3E1-089C880D754B}" srcId="{94260FFB-EB70-4F8C-B54A-6AAF0A02A743}" destId="{D9C6BD13-53D5-4285-A5CB-BE04676959C1}" srcOrd="5" destOrd="0" parTransId="{C77F3A3C-550D-45A0-8917-D29718DB5FB5}" sibTransId="{13B4F9D7-C48E-4C7D-A8B6-0B7AA3ECC680}"/>
    <dgm:cxn modelId="{612E8D77-1D1D-4FC2-BFB9-4B563E68D666}" type="presOf" srcId="{99EC9F86-966F-4568-9534-911017870094}" destId="{8637FA6F-DBD9-4B79-9435-29F00CF75FAB}" srcOrd="0" destOrd="0" presId="urn:microsoft.com/office/officeart/2005/8/layout/cycle2"/>
    <dgm:cxn modelId="{FD0FB252-D639-4C94-807B-FCEDD519AD6D}" type="presOf" srcId="{50D02B25-D07A-4586-BB56-209426F76348}" destId="{DEED91AB-3C6F-4495-B7CD-776D9210E5A9}" srcOrd="0" destOrd="0" presId="urn:microsoft.com/office/officeart/2005/8/layout/cycle2"/>
    <dgm:cxn modelId="{279A3890-E550-443E-816D-39FA76B3D9E6}" srcId="{94260FFB-EB70-4F8C-B54A-6AAF0A02A743}" destId="{51F784A7-52F5-4A98-919D-31DD7AC03080}" srcOrd="0" destOrd="0" parTransId="{C7F940F8-0AC8-45D0-BCE8-1C4152EA5519}" sibTransId="{CC06F3E2-6DDC-47A8-8902-219E80FCB4E2}"/>
    <dgm:cxn modelId="{ED3FFD3B-993D-4425-9ABE-B90DD606C207}" type="presOf" srcId="{69EC2DA7-E010-45B5-B61A-1807893FC22E}" destId="{19EFCE70-D4EB-47B8-B05E-DA7447C68746}" srcOrd="0" destOrd="0" presId="urn:microsoft.com/office/officeart/2005/8/layout/cycle2"/>
    <dgm:cxn modelId="{947120A3-6B3B-4FF8-B5D8-0B4417C8F0A1}" type="presOf" srcId="{13B4F9D7-C48E-4C7D-A8B6-0B7AA3ECC680}" destId="{0B49997D-A6D3-462A-B827-0F0E0487F679}" srcOrd="1" destOrd="0" presId="urn:microsoft.com/office/officeart/2005/8/layout/cycle2"/>
    <dgm:cxn modelId="{4A713F02-6F16-4567-ACB1-90134B58757E}" type="presOf" srcId="{25DFF457-EEB9-4FAD-B793-5C52E40D9936}" destId="{7E4902DA-F9C4-43C5-B213-07DC0B5F8B56}" srcOrd="1" destOrd="0" presId="urn:microsoft.com/office/officeart/2005/8/layout/cycle2"/>
    <dgm:cxn modelId="{413CAAC9-0311-4869-BC61-000371C32057}" srcId="{94260FFB-EB70-4F8C-B54A-6AAF0A02A743}" destId="{6BBBF36B-6C92-40EC-A152-067C327B6F5F}" srcOrd="1" destOrd="0" parTransId="{EB6A7285-2804-4988-94C6-1CA7B48BB725}" sibTransId="{7FD0B070-C25C-457C-920E-24DF99D79D1A}"/>
    <dgm:cxn modelId="{ED0C7523-13CC-407C-9AFB-C1A3CADDD3DF}" type="presOf" srcId="{89B30E5D-C0AE-4943-868F-F7E560072109}" destId="{C775059B-AEA8-4122-9831-6C1B5B5D3AF1}" srcOrd="1" destOrd="0" presId="urn:microsoft.com/office/officeart/2005/8/layout/cycle2"/>
    <dgm:cxn modelId="{208BF430-645C-4394-AE53-28497E72C727}" srcId="{94260FFB-EB70-4F8C-B54A-6AAF0A02A743}" destId="{9AC65053-1C7F-4E73-A2FF-361D2099CD1B}" srcOrd="3" destOrd="0" parTransId="{41413135-D0DE-4060-9090-B2881FED73F2}" sibTransId="{50D02B25-D07A-4586-BB56-209426F76348}"/>
    <dgm:cxn modelId="{68C80973-5214-4DF8-A886-D4E19B5AF1CA}" srcId="{94260FFB-EB70-4F8C-B54A-6AAF0A02A743}" destId="{73D98584-41E1-4842-A2C0-E765D5BDE764}" srcOrd="2" destOrd="0" parTransId="{3C7355FE-0F18-45F3-8DA4-3F28FC4E8986}" sibTransId="{89B30E5D-C0AE-4943-868F-F7E560072109}"/>
    <dgm:cxn modelId="{CF4B666C-8198-44C3-936D-7151A7CF6A87}" type="presOf" srcId="{7FD0B070-C25C-457C-920E-24DF99D79D1A}" destId="{B3D0EE29-DD02-491D-A689-A2534AFF3BEC}" srcOrd="0" destOrd="0" presId="urn:microsoft.com/office/officeart/2005/8/layout/cycle2"/>
    <dgm:cxn modelId="{DEB98E63-9BF3-4EFF-A6E1-2A02E7DA05EF}" type="presOf" srcId="{7FD0B070-C25C-457C-920E-24DF99D79D1A}" destId="{A8666A15-EFD4-4FF4-8B62-B14A73EBDAED}" srcOrd="1" destOrd="0" presId="urn:microsoft.com/office/officeart/2005/8/layout/cycle2"/>
    <dgm:cxn modelId="{F67D468A-3457-4A91-99C2-E3E4BC9A9271}" srcId="{94260FFB-EB70-4F8C-B54A-6AAF0A02A743}" destId="{50B48F38-E64B-4CE8-9148-33AC566D69FD}" srcOrd="4" destOrd="0" parTransId="{881ACCF6-4179-4836-9F5F-67A64A694169}" sibTransId="{FD977D83-8ED3-4FC3-9A4F-605279D7E3EF}"/>
    <dgm:cxn modelId="{6BF19CB4-59D9-43FF-A96A-A5083FC874C0}" type="presOf" srcId="{FD977D83-8ED3-4FC3-9A4F-605279D7E3EF}" destId="{DE622B03-26DB-4D27-832B-B1FD8737A08C}" srcOrd="0" destOrd="0" presId="urn:microsoft.com/office/officeart/2005/8/layout/cycle2"/>
    <dgm:cxn modelId="{57586A30-C364-4B9E-8610-CBFD5284165C}" type="presOf" srcId="{94260FFB-EB70-4F8C-B54A-6AAF0A02A743}" destId="{64475F6A-1F04-428D-A62E-C9977CFE435F}" srcOrd="0" destOrd="0" presId="urn:microsoft.com/office/officeart/2005/8/layout/cycle2"/>
    <dgm:cxn modelId="{10F7CCB9-DBEA-4DCD-9BE8-772BC66D9EEF}" type="presOf" srcId="{8C50BBAE-0800-439C-864F-50BFFD4ACADB}" destId="{3BB13E3B-B980-402F-BAF2-677DE610D4E5}" srcOrd="0" destOrd="0" presId="urn:microsoft.com/office/officeart/2005/8/layout/cycle2"/>
    <dgm:cxn modelId="{0077850A-29C0-4CAD-8E39-968E19615F5F}" type="presOf" srcId="{CC06F3E2-6DDC-47A8-8902-219E80FCB4E2}" destId="{5BDD9A32-365A-4D82-ACB7-84638431A9D8}" srcOrd="1" destOrd="0" presId="urn:microsoft.com/office/officeart/2005/8/layout/cycle2"/>
    <dgm:cxn modelId="{EACED115-AD9D-4309-AFCF-0F3688AB4345}" type="presOf" srcId="{69EC2DA7-E010-45B5-B61A-1807893FC22E}" destId="{65A59C2D-8B6E-4A75-B26A-B858A03D481D}" srcOrd="1" destOrd="0" presId="urn:microsoft.com/office/officeart/2005/8/layout/cycle2"/>
    <dgm:cxn modelId="{6A03089B-9BEC-4CE7-8AC7-8FAB65707BCF}" type="presOf" srcId="{CC06F3E2-6DDC-47A8-8902-219E80FCB4E2}" destId="{BB5AB858-BF4D-460C-A651-829E0F143004}" srcOrd="0" destOrd="0" presId="urn:microsoft.com/office/officeart/2005/8/layout/cycle2"/>
    <dgm:cxn modelId="{C7D13B73-24D7-4852-982B-D1D541F09EB3}" type="presOf" srcId="{13B4F9D7-C48E-4C7D-A8B6-0B7AA3ECC680}" destId="{F6A2138F-5062-45DC-9B18-166194705BD5}" srcOrd="0" destOrd="0" presId="urn:microsoft.com/office/officeart/2005/8/layout/cycle2"/>
    <dgm:cxn modelId="{1DEBD129-CF12-43F3-B939-E013148CCED2}" type="presOf" srcId="{50B48F38-E64B-4CE8-9148-33AC566D69FD}" destId="{B60FAA7E-73A1-4D37-9398-8514BA9C9DE3}" srcOrd="0" destOrd="0" presId="urn:microsoft.com/office/officeart/2005/8/layout/cycle2"/>
    <dgm:cxn modelId="{DA9EA787-3AE7-4E15-9699-DD15443B76FC}" srcId="{94260FFB-EB70-4F8C-B54A-6AAF0A02A743}" destId="{8C50BBAE-0800-439C-864F-50BFFD4ACADB}" srcOrd="7" destOrd="0" parTransId="{6C12DA0E-A872-4C38-9DA0-C46D060D12DF}" sibTransId="{69EC2DA7-E010-45B5-B61A-1807893FC22E}"/>
    <dgm:cxn modelId="{CED2722B-87E4-438A-B649-C2CE61DE11C1}" type="presOf" srcId="{25DFF457-EEB9-4FAD-B793-5C52E40D9936}" destId="{C14698ED-59EC-4B10-82E9-1CCAB1812213}" srcOrd="0" destOrd="0" presId="urn:microsoft.com/office/officeart/2005/8/layout/cycle2"/>
    <dgm:cxn modelId="{487D7A87-D6F5-4F73-A6A6-AFB8BE419730}" type="presOf" srcId="{FD977D83-8ED3-4FC3-9A4F-605279D7E3EF}" destId="{92E4C4E4-6CB6-41D1-89E1-942008F58C07}" srcOrd="1" destOrd="0" presId="urn:microsoft.com/office/officeart/2005/8/layout/cycle2"/>
    <dgm:cxn modelId="{7B6AFFB2-04C8-4346-A2B9-BFE0D17B1189}" type="presOf" srcId="{9AC65053-1C7F-4E73-A2FF-361D2099CD1B}" destId="{1BA491E3-B061-479D-8C62-903D6938CFA6}" srcOrd="0" destOrd="0" presId="urn:microsoft.com/office/officeart/2005/8/layout/cycle2"/>
    <dgm:cxn modelId="{A016BCF4-86D1-49C4-A706-75117F6BE81A}" type="presOf" srcId="{6BBBF36B-6C92-40EC-A152-067C327B6F5F}" destId="{47778F55-5FA8-46F6-8FAC-7340309D9FC4}" srcOrd="0" destOrd="0" presId="urn:microsoft.com/office/officeart/2005/8/layout/cycle2"/>
    <dgm:cxn modelId="{9F9D05AD-841B-4433-89C7-ABF2E4698B13}" type="presOf" srcId="{73D98584-41E1-4842-A2C0-E765D5BDE764}" destId="{826DA095-2B71-4FE6-9FAB-17B44A09ACBD}" srcOrd="0" destOrd="0" presId="urn:microsoft.com/office/officeart/2005/8/layout/cycle2"/>
    <dgm:cxn modelId="{9159AAFE-EA3F-4BAA-81B6-9DCD02FFA1AC}" type="presParOf" srcId="{64475F6A-1F04-428D-A62E-C9977CFE435F}" destId="{602B3231-99A4-4221-8474-7DAC9B33ECFD}" srcOrd="0" destOrd="0" presId="urn:microsoft.com/office/officeart/2005/8/layout/cycle2"/>
    <dgm:cxn modelId="{73206AAD-0EAD-4820-8500-D3F57127845C}" type="presParOf" srcId="{64475F6A-1F04-428D-A62E-C9977CFE435F}" destId="{BB5AB858-BF4D-460C-A651-829E0F143004}" srcOrd="1" destOrd="0" presId="urn:microsoft.com/office/officeart/2005/8/layout/cycle2"/>
    <dgm:cxn modelId="{24008BF1-9FBA-43D6-85AC-5473D7DD810C}" type="presParOf" srcId="{BB5AB858-BF4D-460C-A651-829E0F143004}" destId="{5BDD9A32-365A-4D82-ACB7-84638431A9D8}" srcOrd="0" destOrd="0" presId="urn:microsoft.com/office/officeart/2005/8/layout/cycle2"/>
    <dgm:cxn modelId="{42390CB1-1D56-4F30-B4CE-C23B4A42B691}" type="presParOf" srcId="{64475F6A-1F04-428D-A62E-C9977CFE435F}" destId="{47778F55-5FA8-46F6-8FAC-7340309D9FC4}" srcOrd="2" destOrd="0" presId="urn:microsoft.com/office/officeart/2005/8/layout/cycle2"/>
    <dgm:cxn modelId="{A230E8F2-672D-488D-8938-2D5055DEEA24}" type="presParOf" srcId="{64475F6A-1F04-428D-A62E-C9977CFE435F}" destId="{B3D0EE29-DD02-491D-A689-A2534AFF3BEC}" srcOrd="3" destOrd="0" presId="urn:microsoft.com/office/officeart/2005/8/layout/cycle2"/>
    <dgm:cxn modelId="{49AE2C2A-6C34-44DF-9713-33EFE6A1C158}" type="presParOf" srcId="{B3D0EE29-DD02-491D-A689-A2534AFF3BEC}" destId="{A8666A15-EFD4-4FF4-8B62-B14A73EBDAED}" srcOrd="0" destOrd="0" presId="urn:microsoft.com/office/officeart/2005/8/layout/cycle2"/>
    <dgm:cxn modelId="{31217DF7-C0AF-45B6-9F5B-45E2ED65924E}" type="presParOf" srcId="{64475F6A-1F04-428D-A62E-C9977CFE435F}" destId="{826DA095-2B71-4FE6-9FAB-17B44A09ACBD}" srcOrd="4" destOrd="0" presId="urn:microsoft.com/office/officeart/2005/8/layout/cycle2"/>
    <dgm:cxn modelId="{7FCCC63D-FC80-481E-8BE2-78EE7A1422AF}" type="presParOf" srcId="{64475F6A-1F04-428D-A62E-C9977CFE435F}" destId="{CAC2A881-EDCD-43BF-A975-2BC590898B46}" srcOrd="5" destOrd="0" presId="urn:microsoft.com/office/officeart/2005/8/layout/cycle2"/>
    <dgm:cxn modelId="{FD905DF2-D070-489C-8AE0-1CD926F7047D}" type="presParOf" srcId="{CAC2A881-EDCD-43BF-A975-2BC590898B46}" destId="{C775059B-AEA8-4122-9831-6C1B5B5D3AF1}" srcOrd="0" destOrd="0" presId="urn:microsoft.com/office/officeart/2005/8/layout/cycle2"/>
    <dgm:cxn modelId="{2AD60A8C-B274-40C6-B15F-FC688715E429}" type="presParOf" srcId="{64475F6A-1F04-428D-A62E-C9977CFE435F}" destId="{1BA491E3-B061-479D-8C62-903D6938CFA6}" srcOrd="6" destOrd="0" presId="urn:microsoft.com/office/officeart/2005/8/layout/cycle2"/>
    <dgm:cxn modelId="{5826A769-AB5E-497D-84B3-CFD344FF954E}" type="presParOf" srcId="{64475F6A-1F04-428D-A62E-C9977CFE435F}" destId="{DEED91AB-3C6F-4495-B7CD-776D9210E5A9}" srcOrd="7" destOrd="0" presId="urn:microsoft.com/office/officeart/2005/8/layout/cycle2"/>
    <dgm:cxn modelId="{4ADF06AE-3E26-4798-852C-4AEA502262D0}" type="presParOf" srcId="{DEED91AB-3C6F-4495-B7CD-776D9210E5A9}" destId="{8A9AFFA2-FD19-46AF-BA95-FA021DF99CEC}" srcOrd="0" destOrd="0" presId="urn:microsoft.com/office/officeart/2005/8/layout/cycle2"/>
    <dgm:cxn modelId="{51318589-B49A-499A-BC7D-7F61245ADDB1}" type="presParOf" srcId="{64475F6A-1F04-428D-A62E-C9977CFE435F}" destId="{B60FAA7E-73A1-4D37-9398-8514BA9C9DE3}" srcOrd="8" destOrd="0" presId="urn:microsoft.com/office/officeart/2005/8/layout/cycle2"/>
    <dgm:cxn modelId="{536C5FBE-D4C0-44D0-813D-914A5E261407}" type="presParOf" srcId="{64475F6A-1F04-428D-A62E-C9977CFE435F}" destId="{DE622B03-26DB-4D27-832B-B1FD8737A08C}" srcOrd="9" destOrd="0" presId="urn:microsoft.com/office/officeart/2005/8/layout/cycle2"/>
    <dgm:cxn modelId="{D3C6DC9D-34FD-4D4D-A159-B1957403163A}" type="presParOf" srcId="{DE622B03-26DB-4D27-832B-B1FD8737A08C}" destId="{92E4C4E4-6CB6-41D1-89E1-942008F58C07}" srcOrd="0" destOrd="0" presId="urn:microsoft.com/office/officeart/2005/8/layout/cycle2"/>
    <dgm:cxn modelId="{4451FA79-E4C6-4A92-9400-856358555886}" type="presParOf" srcId="{64475F6A-1F04-428D-A62E-C9977CFE435F}" destId="{7D10D53B-B473-48FD-9377-F58245365F8C}" srcOrd="10" destOrd="0" presId="urn:microsoft.com/office/officeart/2005/8/layout/cycle2"/>
    <dgm:cxn modelId="{F114AEE2-A782-4D75-BDBB-5F7CDEBDB385}" type="presParOf" srcId="{64475F6A-1F04-428D-A62E-C9977CFE435F}" destId="{F6A2138F-5062-45DC-9B18-166194705BD5}" srcOrd="11" destOrd="0" presId="urn:microsoft.com/office/officeart/2005/8/layout/cycle2"/>
    <dgm:cxn modelId="{3DA7460F-CF34-4D9D-92D2-77155AEEE100}" type="presParOf" srcId="{F6A2138F-5062-45DC-9B18-166194705BD5}" destId="{0B49997D-A6D3-462A-B827-0F0E0487F679}" srcOrd="0" destOrd="0" presId="urn:microsoft.com/office/officeart/2005/8/layout/cycle2"/>
    <dgm:cxn modelId="{362676FB-CCD8-42C3-AB19-75B03B0461CC}" type="presParOf" srcId="{64475F6A-1F04-428D-A62E-C9977CFE435F}" destId="{8637FA6F-DBD9-4B79-9435-29F00CF75FAB}" srcOrd="12" destOrd="0" presId="urn:microsoft.com/office/officeart/2005/8/layout/cycle2"/>
    <dgm:cxn modelId="{74A213CF-5718-4BD7-9B56-CE56C917FAAF}" type="presParOf" srcId="{64475F6A-1F04-428D-A62E-C9977CFE435F}" destId="{C14698ED-59EC-4B10-82E9-1CCAB1812213}" srcOrd="13" destOrd="0" presId="urn:microsoft.com/office/officeart/2005/8/layout/cycle2"/>
    <dgm:cxn modelId="{825FD66F-E3BA-4F49-A8E8-EB4CEA616A44}" type="presParOf" srcId="{C14698ED-59EC-4B10-82E9-1CCAB1812213}" destId="{7E4902DA-F9C4-43C5-B213-07DC0B5F8B56}" srcOrd="0" destOrd="0" presId="urn:microsoft.com/office/officeart/2005/8/layout/cycle2"/>
    <dgm:cxn modelId="{3F62D8FC-5E1E-4BB4-B05D-3AB2ECB706CD}" type="presParOf" srcId="{64475F6A-1F04-428D-A62E-C9977CFE435F}" destId="{3BB13E3B-B980-402F-BAF2-677DE610D4E5}" srcOrd="14" destOrd="0" presId="urn:microsoft.com/office/officeart/2005/8/layout/cycle2"/>
    <dgm:cxn modelId="{1ED472D3-1F69-421F-946C-C36C7F75167B}" type="presParOf" srcId="{64475F6A-1F04-428D-A62E-C9977CFE435F}" destId="{19EFCE70-D4EB-47B8-B05E-DA7447C68746}" srcOrd="15" destOrd="0" presId="urn:microsoft.com/office/officeart/2005/8/layout/cycle2"/>
    <dgm:cxn modelId="{70A2CB8E-8FD6-4A9F-A518-D4320C4F44FB}" type="presParOf" srcId="{19EFCE70-D4EB-47B8-B05E-DA7447C68746}" destId="{65A59C2D-8B6E-4A75-B26A-B858A03D481D}" srcOrd="0" destOrd="0" presId="urn:microsoft.com/office/officeart/2005/8/layout/cycle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cycle5">
  <dgm:title val=""/>
  <dgm:desc val=""/>
  <dgm:catLst>
    <dgm:cat type="cycle" pri="3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fact="-1"/>
          <dgm:constr type="diam" for="ch"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connDist"/>
                <dgm:constr type="begPad" refType="connDist" fact="0.2"/>
                <dgm:constr type="endPad" refType="connDist" fact="0.2"/>
              </dgm:constrLst>
              <dgm:ruleLst/>
            </dgm:layoutNode>
          </dgm:forEach>
        </dgm:if>
        <dgm:else name="Name16"/>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20.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48E3F3-8B31-41D2-AA9B-9796555DB866}" type="datetimeFigureOut">
              <a:rPr lang="en-US" smtClean="0"/>
              <a:t>9/28/2021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79BDEF-6165-4E72-B1A6-6E8034CEC248}" type="slidenum">
              <a:rPr lang="en-US" smtClean="0"/>
              <a:t>‹#›</a:t>
            </a:fld>
            <a:endParaRPr lang="en-US"/>
          </a:p>
        </p:txBody>
      </p:sp>
    </p:spTree>
    <p:extLst>
      <p:ext uri="{BB962C8B-B14F-4D97-AF65-F5344CB8AC3E}">
        <p14:creationId xmlns:p14="http://schemas.microsoft.com/office/powerpoint/2010/main" val="1766013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79BDEF-6165-4E72-B1A6-6E8034CEC248}" type="slidenum">
              <a:rPr lang="en-US" smtClean="0"/>
              <a:t>1</a:t>
            </a:fld>
            <a:endParaRPr lang="en-US"/>
          </a:p>
        </p:txBody>
      </p:sp>
    </p:spTree>
    <p:extLst>
      <p:ext uri="{BB962C8B-B14F-4D97-AF65-F5344CB8AC3E}">
        <p14:creationId xmlns:p14="http://schemas.microsoft.com/office/powerpoint/2010/main" val="24200163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C79BDEF-6165-4E72-B1A6-6E8034CEC248}" type="slidenum">
              <a:rPr lang="en-US" smtClean="0"/>
              <a:t>12</a:t>
            </a:fld>
            <a:endParaRPr lang="en-US"/>
          </a:p>
        </p:txBody>
      </p:sp>
    </p:spTree>
    <p:extLst>
      <p:ext uri="{BB962C8B-B14F-4D97-AF65-F5344CB8AC3E}">
        <p14:creationId xmlns:p14="http://schemas.microsoft.com/office/powerpoint/2010/main" val="4965018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C79BDEF-6165-4E72-B1A6-6E8034CEC248}" type="slidenum">
              <a:rPr lang="en-US" smtClean="0"/>
              <a:t>30</a:t>
            </a:fld>
            <a:endParaRPr lang="en-US"/>
          </a:p>
        </p:txBody>
      </p:sp>
    </p:spTree>
    <p:extLst>
      <p:ext uri="{BB962C8B-B14F-4D97-AF65-F5344CB8AC3E}">
        <p14:creationId xmlns:p14="http://schemas.microsoft.com/office/powerpoint/2010/main" val="2842033432"/>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9.jpeg"/><Relationship Id="rId5" Type="http://schemas.openxmlformats.org/officeDocument/2006/relationships/image" Target="../media/image4.png"/><Relationship Id="rId10" Type="http://schemas.openxmlformats.org/officeDocument/2006/relationships/image" Target="../media/image8.png"/><Relationship Id="rId4" Type="http://schemas.openxmlformats.org/officeDocument/2006/relationships/image" Target="../media/image3.png"/><Relationship Id="rId9" Type="http://schemas.microsoft.com/office/2007/relationships/hdphoto" Target="../media/hdphoto1.wdp"/></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9.jpe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6.png"/><Relationship Id="rId4" Type="http://schemas.microsoft.com/office/2007/relationships/hdphoto" Target="../media/hdphoto2.wdp"/></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9.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20.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2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9.jpeg"/><Relationship Id="rId5" Type="http://schemas.openxmlformats.org/officeDocument/2006/relationships/image" Target="../media/image4.png"/><Relationship Id="rId10" Type="http://schemas.openxmlformats.org/officeDocument/2006/relationships/image" Target="../media/image12.jpeg"/><Relationship Id="rId4" Type="http://schemas.openxmlformats.org/officeDocument/2006/relationships/image" Target="../media/image3.png"/><Relationship Id="rId9" Type="http://schemas.microsoft.com/office/2007/relationships/hdphoto" Target="../media/hdphoto1.wdp"/></Relationships>
</file>

<file path=ppt/slideLayouts/_rels/slideLayout2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Default Colo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xmlns=""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xmlns=""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0">
                <a:srgbClr val="1D3064"/>
              </a:gs>
              <a:gs pos="50000">
                <a:srgbClr val="1D3064"/>
              </a:gs>
              <a:gs pos="100000">
                <a:schemeClr val="tx2"/>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7">
            <a:extLst>
              <a:ext uri="{FF2B5EF4-FFF2-40B4-BE49-F238E27FC236}">
                <a16:creationId xmlns:a16="http://schemas.microsoft.com/office/drawing/2014/main" xmlns=""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avLst/>
            </a:prstTxWarp>
          </a:bodyPr>
          <a:lstStyle/>
          <a:p>
            <a:endParaRPr lang="en-US"/>
          </a:p>
        </p:txBody>
      </p:sp>
      <p:pic>
        <p:nvPicPr>
          <p:cNvPr id="32" name="Picture 31">
            <a:extLst>
              <a:ext uri="{FF2B5EF4-FFF2-40B4-BE49-F238E27FC236}">
                <a16:creationId xmlns:a16="http://schemas.microsoft.com/office/drawing/2014/main" xmlns=""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xmlns=""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xmlns=""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xmlns=""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xmlns=""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xmlns=""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xmlns=""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xmlns=""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xmlns=""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xmlns=""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0">
                      <a:srgbClr val="1D3064"/>
                    </a:gs>
                    <a:gs pos="100000">
                      <a:schemeClr val="tx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xmlns=""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xmlns=""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xmlns=""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a:extLst>
              <a:ext uri="{FF2B5EF4-FFF2-40B4-BE49-F238E27FC236}">
                <a16:creationId xmlns:a16="http://schemas.microsoft.com/office/drawing/2014/main" xmlns="" id="{E0042908-6588-4C7A-9615-8D5899E8A9FA}"/>
              </a:ext>
            </a:extLst>
          </p:cNvPr>
          <p:cNvPicPr>
            <a:picLocks noChangeAspect="1"/>
          </p:cNvPicPr>
          <p:nvPr userDrawn="1"/>
        </p:nvPicPr>
        <p:blipFill rotWithShape="1">
          <a:blip r:embed="rId10">
            <a:extLst>
              <a:ext uri="{28A0092B-C50C-407E-A947-70E740481C1C}">
                <a14:useLocalDpi xmlns:a14="http://schemas.microsoft.com/office/drawing/2010/main" val="0"/>
              </a:ext>
            </a:extLst>
          </a:blip>
          <a:srcRect l="144383" t="-16142" r="-144383" b="22103"/>
          <a:stretch/>
        </p:blipFill>
        <p:spPr>
          <a:xfrm>
            <a:off x="1834747" y="3985791"/>
            <a:ext cx="3075940" cy="2892592"/>
          </a:xfrm>
          <a:prstGeom prst="rect">
            <a:avLst/>
          </a:prstGeom>
        </p:spPr>
      </p:pic>
      <p:pic>
        <p:nvPicPr>
          <p:cNvPr id="36" name="Picture 35" descr="User icon Royalty Free Vector Image - VectorStock">
            <a:extLst>
              <a:ext uri="{FF2B5EF4-FFF2-40B4-BE49-F238E27FC236}">
                <a16:creationId xmlns:a16="http://schemas.microsoft.com/office/drawing/2014/main" xmlns="" id="{3C805A05-DDF6-4BA6-8EDB-D97128A43BFF}"/>
              </a:ext>
            </a:extLst>
          </p:cNvPr>
          <p:cNvPicPr>
            <a:picLocks noChangeAspect="1" noChangeArrowheads="1"/>
          </p:cNvPicPr>
          <p:nvPr userDrawn="1"/>
        </p:nvPicPr>
        <p:blipFill>
          <a:blip r:embed="rId11"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7" name="Picture Placeholder 36">
            <a:extLst>
              <a:ext uri="{FF2B5EF4-FFF2-40B4-BE49-F238E27FC236}">
                <a16:creationId xmlns:a16="http://schemas.microsoft.com/office/drawing/2014/main" xmlns="" id="{C4AACC20-C1A0-45ED-8640-28D84A9F84E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570593266"/>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 Default Colo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xmlns=""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xmlns=""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0">
                <a:srgbClr val="1D3064"/>
              </a:gs>
              <a:gs pos="50000">
                <a:srgbClr val="1D3064"/>
              </a:gs>
              <a:gs pos="100000">
                <a:schemeClr val="tx2"/>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7">
            <a:extLst>
              <a:ext uri="{FF2B5EF4-FFF2-40B4-BE49-F238E27FC236}">
                <a16:creationId xmlns:a16="http://schemas.microsoft.com/office/drawing/2014/main" xmlns=""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solidFill>
              <a:schemeClr val="tx2"/>
            </a:solidFill>
          </a:ln>
        </p:spPr>
        <p:txBody>
          <a:bodyPr vert="horz" wrap="square" lIns="91440" tIns="45720" rIns="91440" bIns="45720" numCol="1" anchor="t" anchorCtr="0" compatLnSpc="1">
            <a:prstTxWarp prst="textNoShape">
              <a:avLst/>
            </a:prstTxWarp>
          </a:bodyPr>
          <a:lstStyle/>
          <a:p>
            <a:endParaRPr lang="en-US"/>
          </a:p>
        </p:txBody>
      </p:sp>
      <p:pic>
        <p:nvPicPr>
          <p:cNvPr id="32" name="Picture 31">
            <a:extLst>
              <a:ext uri="{FF2B5EF4-FFF2-40B4-BE49-F238E27FC236}">
                <a16:creationId xmlns:a16="http://schemas.microsoft.com/office/drawing/2014/main" xmlns=""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xmlns=""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26" name="Picture 25">
            <a:extLst>
              <a:ext uri="{FF2B5EF4-FFF2-40B4-BE49-F238E27FC236}">
                <a16:creationId xmlns:a16="http://schemas.microsoft.com/office/drawing/2014/main" xmlns="" id="{9812EDA6-C656-492A-A9CA-44B03C63913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xmlns="" id="{627AEF91-6492-4B0C-A844-2296473B58D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xmlns="" id="{828AA7FF-D902-41DB-A12A-45135201E8C2}"/>
              </a:ext>
            </a:extLst>
          </p:cNvPr>
          <p:cNvSpPr>
            <a:spLocks noGrp="1"/>
          </p:cNvSpPr>
          <p:nvPr userDrawn="1">
            <p:ph type="body" sz="quarter" idx="1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endParaRPr lang="en-US" dirty="0"/>
          </a:p>
        </p:txBody>
      </p:sp>
      <p:sp>
        <p:nvSpPr>
          <p:cNvPr id="29" name="Text Placeholder 2">
            <a:extLst>
              <a:ext uri="{FF2B5EF4-FFF2-40B4-BE49-F238E27FC236}">
                <a16:creationId xmlns:a16="http://schemas.microsoft.com/office/drawing/2014/main" xmlns="" id="{F1EDDD62-43C6-4DEE-BBD9-CD0004E7EB03}"/>
              </a:ext>
            </a:extLst>
          </p:cNvPr>
          <p:cNvSpPr>
            <a:spLocks noGrp="1"/>
          </p:cNvSpPr>
          <p:nvPr userDrawn="1">
            <p:ph type="body" sz="quarter" idx="12"/>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endParaRPr lang="en-US" dirty="0"/>
          </a:p>
        </p:txBody>
      </p:sp>
      <p:sp>
        <p:nvSpPr>
          <p:cNvPr id="40" name="Text Placeholder 2">
            <a:extLst>
              <a:ext uri="{FF2B5EF4-FFF2-40B4-BE49-F238E27FC236}">
                <a16:creationId xmlns:a16="http://schemas.microsoft.com/office/drawing/2014/main" xmlns="" id="{A2C7AAB1-B948-41DB-961F-028BB57DF573}"/>
              </a:ext>
            </a:extLst>
          </p:cNvPr>
          <p:cNvSpPr>
            <a:spLocks noGrp="1"/>
          </p:cNvSpPr>
          <p:nvPr>
            <p:ph type="body" sz="quarter" idx="13"/>
          </p:nvPr>
        </p:nvSpPr>
        <p:spPr>
          <a:xfrm>
            <a:off x="1828969" y="5563895"/>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endParaRPr lang="en-US" dirty="0"/>
          </a:p>
        </p:txBody>
      </p:sp>
      <p:sp>
        <p:nvSpPr>
          <p:cNvPr id="53" name="Text Placeholder 2">
            <a:extLst>
              <a:ext uri="{FF2B5EF4-FFF2-40B4-BE49-F238E27FC236}">
                <a16:creationId xmlns:a16="http://schemas.microsoft.com/office/drawing/2014/main" xmlns="" id="{C96060B2-EF39-4FB2-9CFA-77C6391DCF8F}"/>
              </a:ext>
            </a:extLst>
          </p:cNvPr>
          <p:cNvSpPr>
            <a:spLocks noGrp="1"/>
          </p:cNvSpPr>
          <p:nvPr>
            <p:ph type="body" sz="quarter" idx="14"/>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0">
                      <a:srgbClr val="1D3064"/>
                    </a:gs>
                    <a:gs pos="100000">
                      <a:schemeClr val="tx2"/>
                    </a:gs>
                  </a:gsLst>
                  <a:lin ang="0" scaled="1"/>
                  <a:tileRect/>
                </a:gradFill>
                <a:effectLst/>
                <a:latin typeface="+mn-lt"/>
                <a:ea typeface="+mn-ea"/>
                <a:cs typeface="+mn-cs"/>
              </a:defRPr>
            </a:lvl1pPr>
          </a:lstStyle>
          <a:p>
            <a:pPr lvl="0"/>
            <a:endParaRPr lang="en-US" dirty="0"/>
          </a:p>
        </p:txBody>
      </p:sp>
      <p:pic>
        <p:nvPicPr>
          <p:cNvPr id="54" name="Picture 53">
            <a:extLst>
              <a:ext uri="{FF2B5EF4-FFF2-40B4-BE49-F238E27FC236}">
                <a16:creationId xmlns:a16="http://schemas.microsoft.com/office/drawing/2014/main" xmlns="" id="{1917B14A-5130-41DB-8F00-6C6611C994DF}"/>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sp>
        <p:nvSpPr>
          <p:cNvPr id="24" name="Text Placeholder 2">
            <a:extLst>
              <a:ext uri="{FF2B5EF4-FFF2-40B4-BE49-F238E27FC236}">
                <a16:creationId xmlns:a16="http://schemas.microsoft.com/office/drawing/2014/main" xmlns=""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6" name="Picture 35" descr="User icon Royalty Free Vector Image - VectorStock">
            <a:extLst>
              <a:ext uri="{FF2B5EF4-FFF2-40B4-BE49-F238E27FC236}">
                <a16:creationId xmlns:a16="http://schemas.microsoft.com/office/drawing/2014/main" xmlns="" id="{3C805A05-DDF6-4BA6-8EDB-D97128A43BFF}"/>
              </a:ext>
            </a:extLst>
          </p:cNvPr>
          <p:cNvPicPr>
            <a:picLocks noChangeAspect="1" noChangeArrowheads="1"/>
          </p:cNvPicPr>
          <p:nvPr userDrawn="1"/>
        </p:nvPicPr>
        <p:blipFill>
          <a:blip r:embed="rId7"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7" name="Picture Placeholder 36">
            <a:extLst>
              <a:ext uri="{FF2B5EF4-FFF2-40B4-BE49-F238E27FC236}">
                <a16:creationId xmlns:a16="http://schemas.microsoft.com/office/drawing/2014/main" xmlns="" id="{C4AACC20-C1A0-45ED-8640-28D84A9F84E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dirty="0"/>
          </a:p>
        </p:txBody>
      </p:sp>
      <p:sp>
        <p:nvSpPr>
          <p:cNvPr id="30" name="Hexagon 29">
            <a:extLst>
              <a:ext uri="{FF2B5EF4-FFF2-40B4-BE49-F238E27FC236}">
                <a16:creationId xmlns:a16="http://schemas.microsoft.com/office/drawing/2014/main" xmlns="" id="{43663646-67F9-47C4-84E3-B4EEDA5FB900}"/>
              </a:ext>
            </a:extLst>
          </p:cNvPr>
          <p:cNvSpPr/>
          <p:nvPr userDrawn="1"/>
        </p:nvSpPr>
        <p:spPr>
          <a:xfrm rot="5400000">
            <a:off x="4309292" y="1717040"/>
            <a:ext cx="3461658" cy="2984188"/>
          </a:xfrm>
          <a:prstGeom prst="hexagon">
            <a:avLst/>
          </a:prstGeom>
          <a:solidFill>
            <a:schemeClr val="bg1">
              <a:lumMod val="95000"/>
            </a:schemeClr>
          </a:solidFill>
          <a:ln w="57150">
            <a:solidFill>
              <a:schemeClr val="tx2"/>
            </a:solidFill>
            <a:prstDash val="lgDash"/>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sp>
        <p:nvSpPr>
          <p:cNvPr id="31" name="TextBox 30">
            <a:extLst>
              <a:ext uri="{FF2B5EF4-FFF2-40B4-BE49-F238E27FC236}">
                <a16:creationId xmlns:a16="http://schemas.microsoft.com/office/drawing/2014/main" xmlns="" id="{760958F6-32DB-4A2F-BFC3-1FBEA359C54B}"/>
              </a:ext>
            </a:extLst>
          </p:cNvPr>
          <p:cNvSpPr txBox="1"/>
          <p:nvPr userDrawn="1"/>
        </p:nvSpPr>
        <p:spPr>
          <a:xfrm>
            <a:off x="5014038" y="2239638"/>
            <a:ext cx="2052165" cy="1938992"/>
          </a:xfrm>
          <a:prstGeom prst="rect">
            <a:avLst/>
          </a:prstGeom>
          <a:noFill/>
        </p:spPr>
        <p:txBody>
          <a:bodyPr wrap="none" rtlCol="0">
            <a:spAutoFit/>
          </a:bodyPr>
          <a:lstStyle/>
          <a:p>
            <a:pPr algn="ctr"/>
            <a:r>
              <a:rPr lang="en-US" sz="6000" b="1" i="1" dirty="0"/>
              <a:t>Thank</a:t>
            </a:r>
          </a:p>
          <a:p>
            <a:pPr algn="ctr"/>
            <a:r>
              <a:rPr lang="en-US" sz="6000" b="1" i="1" dirty="0"/>
              <a:t>You</a:t>
            </a:r>
          </a:p>
        </p:txBody>
      </p:sp>
      <p:sp>
        <p:nvSpPr>
          <p:cNvPr id="34" name="Rectangle 33">
            <a:extLst>
              <a:ext uri="{FF2B5EF4-FFF2-40B4-BE49-F238E27FC236}">
                <a16:creationId xmlns:a16="http://schemas.microsoft.com/office/drawing/2014/main" xmlns="" id="{66C323F2-F0D8-4EB7-83AE-DFAA81BC49DE}"/>
              </a:ext>
            </a:extLst>
          </p:cNvPr>
          <p:cNvSpPr/>
          <p:nvPr userDrawn="1"/>
        </p:nvSpPr>
        <p:spPr>
          <a:xfrm rot="10800000">
            <a:off x="7678346" y="2221532"/>
            <a:ext cx="4513654" cy="1951692"/>
          </a:xfrm>
          <a:prstGeom prst="rect">
            <a:avLst/>
          </a:prstGeom>
          <a:gradFill>
            <a:gsLst>
              <a:gs pos="0">
                <a:srgbClr val="1D3064"/>
              </a:gs>
              <a:gs pos="50000">
                <a:srgbClr val="1D3064"/>
              </a:gs>
              <a:gs pos="100000">
                <a:schemeClr val="tx2"/>
              </a:gs>
            </a:gsLst>
            <a:lin ang="10800000" scaled="1"/>
          </a:gra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xmlns="" id="{212D27AE-1148-4B42-8B61-FEBB2397EFD9}"/>
              </a:ext>
            </a:extLst>
          </p:cNvPr>
          <p:cNvSpPr/>
          <p:nvPr userDrawn="1"/>
        </p:nvSpPr>
        <p:spPr>
          <a:xfrm>
            <a:off x="0" y="2221532"/>
            <a:ext cx="4402106" cy="1951692"/>
          </a:xfrm>
          <a:prstGeom prst="rect">
            <a:avLst/>
          </a:prstGeom>
          <a:gradFill>
            <a:gsLst>
              <a:gs pos="0">
                <a:srgbClr val="1D3064"/>
              </a:gs>
              <a:gs pos="50000">
                <a:srgbClr val="1D3064"/>
              </a:gs>
              <a:gs pos="100000">
                <a:schemeClr val="tx2"/>
              </a:gs>
            </a:gsLst>
            <a:lin ang="10800000" scaled="1"/>
          </a:gradFill>
          <a:ln>
            <a:solidFill>
              <a:schemeClr val="tx2"/>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412354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 Logo on TR">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xmlns="" id="{2967F7A9-F404-4412-B868-8EB67A41E2A4}"/>
              </a:ext>
            </a:extLst>
          </p:cNvPr>
          <p:cNvGrpSpPr/>
          <p:nvPr userDrawn="1"/>
        </p:nvGrpSpPr>
        <p:grpSpPr>
          <a:xfrm>
            <a:off x="9576895" y="861192"/>
            <a:ext cx="2554143" cy="587454"/>
            <a:chOff x="131177" y="5775962"/>
            <a:chExt cx="2530239" cy="581956"/>
          </a:xfrm>
        </p:grpSpPr>
        <p:pic>
          <p:nvPicPr>
            <p:cNvPr id="16" name="Picture 15">
              <a:extLst>
                <a:ext uri="{FF2B5EF4-FFF2-40B4-BE49-F238E27FC236}">
                  <a16:creationId xmlns:a16="http://schemas.microsoft.com/office/drawing/2014/main" xmlns="" id="{23F8D339-A0AA-4150-B7E8-C84E7F2AB7D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5" name="Rectangle 4">
              <a:extLst>
                <a:ext uri="{FF2B5EF4-FFF2-40B4-BE49-F238E27FC236}">
                  <a16:creationId xmlns:a16="http://schemas.microsoft.com/office/drawing/2014/main" xmlns="" id="{6112BAB0-1CB8-413D-970D-4F482F1A0EDB}"/>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xmlns=""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xmlns=""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t>
            </a:r>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Umesh H. </a:t>
            </a:r>
            <a:r>
              <a:rPr lang="en-US" dirty="0" err="1" smtClean="0">
                <a:solidFill>
                  <a:schemeClr val="tx1">
                    <a:lumMod val="90000"/>
                    <a:lumOff val="10000"/>
                  </a:schemeClr>
                </a:solidFill>
                <a:latin typeface="Roboto Condensed Light" panose="02000000000000000000" pitchFamily="2" charset="0"/>
                <a:ea typeface="Roboto Condensed Light" panose="02000000000000000000" pitchFamily="2" charset="0"/>
              </a:rPr>
              <a:t>Thoriya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3" name="Slide Number Placeholder 3">
            <a:extLst>
              <a:ext uri="{FF2B5EF4-FFF2-40B4-BE49-F238E27FC236}">
                <a16:creationId xmlns:a16="http://schemas.microsoft.com/office/drawing/2014/main" xmlns=""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xmlns=""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xmlns=""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xmlns=""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xmlns=""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xmlns="" id="{F86BF578-C91A-4942-95D5-11408C3CCACF}"/>
              </a:ext>
            </a:extLst>
          </p:cNvPr>
          <p:cNvCxnSpPr/>
          <p:nvPr userDrawn="1"/>
        </p:nvCxnSpPr>
        <p:spPr>
          <a:xfrm>
            <a:off x="-557933" y="6604000"/>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14" name="Footer Placeholder 2">
            <a:extLst>
              <a:ext uri="{FF2B5EF4-FFF2-40B4-BE49-F238E27FC236}">
                <a16:creationId xmlns:a16="http://schemas.microsoft.com/office/drawing/2014/main" xmlns="" id="{BF2BE79E-EA17-4AB9-8CB5-714A52A6B2F5}"/>
              </a:ext>
            </a:extLst>
          </p:cNvPr>
          <p:cNvSpPr txBox="1">
            <a:spLocks/>
          </p:cNvSpPr>
          <p:nvPr userDrawn="1"/>
        </p:nvSpPr>
        <p:spPr>
          <a:xfrm>
            <a:off x="4038599" y="6604000"/>
            <a:ext cx="3303105" cy="2540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#3170719 (DS)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a:t>
            </a:r>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4 </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a:t>
            </a:r>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Synchronization</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Tree>
    <p:extLst>
      <p:ext uri="{BB962C8B-B14F-4D97-AF65-F5344CB8AC3E}">
        <p14:creationId xmlns:p14="http://schemas.microsoft.com/office/powerpoint/2010/main" val="3466633316"/>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 Logo on BR">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xmlns="" id="{2967F7A9-F404-4412-B868-8EB67A41E2A4}"/>
              </a:ext>
            </a:extLst>
          </p:cNvPr>
          <p:cNvGrpSpPr/>
          <p:nvPr userDrawn="1"/>
        </p:nvGrpSpPr>
        <p:grpSpPr>
          <a:xfrm>
            <a:off x="9576895" y="5890392"/>
            <a:ext cx="2554143" cy="587454"/>
            <a:chOff x="131177" y="5775962"/>
            <a:chExt cx="2530239" cy="581956"/>
          </a:xfrm>
        </p:grpSpPr>
        <p:pic>
          <p:nvPicPr>
            <p:cNvPr id="16" name="Picture 15">
              <a:extLst>
                <a:ext uri="{FF2B5EF4-FFF2-40B4-BE49-F238E27FC236}">
                  <a16:creationId xmlns:a16="http://schemas.microsoft.com/office/drawing/2014/main" xmlns="" id="{23F8D339-A0AA-4150-B7E8-C84E7F2AB7D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5" name="Rectangle 4">
              <a:extLst>
                <a:ext uri="{FF2B5EF4-FFF2-40B4-BE49-F238E27FC236}">
                  <a16:creationId xmlns:a16="http://schemas.microsoft.com/office/drawing/2014/main" xmlns="" id="{6112BAB0-1CB8-413D-970D-4F482F1A0EDB}"/>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xmlns=""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xmlns=""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Prof. Umesh H. </a:t>
            </a:r>
            <a:r>
              <a:rPr lang="en-US" dirty="0" err="1" smtClean="0">
                <a:solidFill>
                  <a:schemeClr val="tx1">
                    <a:lumMod val="90000"/>
                    <a:lumOff val="10000"/>
                  </a:schemeClr>
                </a:solidFill>
                <a:latin typeface="Roboto Condensed Light" panose="02000000000000000000" pitchFamily="2" charset="0"/>
                <a:ea typeface="Roboto Condensed Light" panose="02000000000000000000" pitchFamily="2" charset="0"/>
              </a:rPr>
              <a:t>Thoriya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3" name="Slide Number Placeholder 3">
            <a:extLst>
              <a:ext uri="{FF2B5EF4-FFF2-40B4-BE49-F238E27FC236}">
                <a16:creationId xmlns:a16="http://schemas.microsoft.com/office/drawing/2014/main" xmlns=""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xmlns=""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xmlns=""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xmlns=""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ebdings" panose="05030102010509060703"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xmlns=""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xmlns=""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14" name="Footer Placeholder 2">
            <a:extLst>
              <a:ext uri="{FF2B5EF4-FFF2-40B4-BE49-F238E27FC236}">
                <a16:creationId xmlns:a16="http://schemas.microsoft.com/office/drawing/2014/main" xmlns="" id="{BF2BE79E-EA17-4AB9-8CB5-714A52A6B2F5}"/>
              </a:ext>
            </a:extLst>
          </p:cNvPr>
          <p:cNvSpPr txBox="1">
            <a:spLocks/>
          </p:cNvSpPr>
          <p:nvPr userDrawn="1"/>
        </p:nvSpPr>
        <p:spPr>
          <a:xfrm>
            <a:off x="4038599" y="6604000"/>
            <a:ext cx="3303105" cy="2540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#3170719 (DS)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a:t>
            </a:r>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4 </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a:t>
            </a:r>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Synchronization</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Tree>
    <p:extLst>
      <p:ext uri="{BB962C8B-B14F-4D97-AF65-F5344CB8AC3E}">
        <p14:creationId xmlns:p14="http://schemas.microsoft.com/office/powerpoint/2010/main" val="4202761244"/>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 Logo on BL">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xmlns="" id="{2967F7A9-F404-4412-B868-8EB67A41E2A4}"/>
              </a:ext>
            </a:extLst>
          </p:cNvPr>
          <p:cNvGrpSpPr/>
          <p:nvPr userDrawn="1"/>
        </p:nvGrpSpPr>
        <p:grpSpPr>
          <a:xfrm>
            <a:off x="128095" y="5890392"/>
            <a:ext cx="2554143" cy="587454"/>
            <a:chOff x="131177" y="5775962"/>
            <a:chExt cx="2530239" cy="581956"/>
          </a:xfrm>
        </p:grpSpPr>
        <p:pic>
          <p:nvPicPr>
            <p:cNvPr id="16" name="Picture 15">
              <a:extLst>
                <a:ext uri="{FF2B5EF4-FFF2-40B4-BE49-F238E27FC236}">
                  <a16:creationId xmlns:a16="http://schemas.microsoft.com/office/drawing/2014/main" xmlns="" id="{23F8D339-A0AA-4150-B7E8-C84E7F2AB7D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5" name="Rectangle 4">
              <a:extLst>
                <a:ext uri="{FF2B5EF4-FFF2-40B4-BE49-F238E27FC236}">
                  <a16:creationId xmlns:a16="http://schemas.microsoft.com/office/drawing/2014/main" xmlns="" id="{6112BAB0-1CB8-413D-970D-4F482F1A0EDB}"/>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xmlns=""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xmlns=""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Prof. Umesh H. </a:t>
            </a:r>
            <a:r>
              <a:rPr lang="en-US" dirty="0" err="1" smtClean="0">
                <a:solidFill>
                  <a:schemeClr val="tx1">
                    <a:lumMod val="90000"/>
                    <a:lumOff val="10000"/>
                  </a:schemeClr>
                </a:solidFill>
                <a:latin typeface="Roboto Condensed Light" panose="02000000000000000000" pitchFamily="2" charset="0"/>
                <a:ea typeface="Roboto Condensed Light" panose="02000000000000000000" pitchFamily="2" charset="0"/>
              </a:rPr>
              <a:t>Thoriya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3" name="Slide Number Placeholder 3">
            <a:extLst>
              <a:ext uri="{FF2B5EF4-FFF2-40B4-BE49-F238E27FC236}">
                <a16:creationId xmlns:a16="http://schemas.microsoft.com/office/drawing/2014/main" xmlns=""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xmlns=""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xmlns=""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xmlns=""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xmlns=""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xmlns="" id="{F86BF578-C91A-4942-95D5-11408C3CCACF}"/>
              </a:ext>
            </a:extLst>
          </p:cNvPr>
          <p:cNvCxnSpPr/>
          <p:nvPr userDrawn="1"/>
        </p:nvCxnSpPr>
        <p:spPr>
          <a:xfrm>
            <a:off x="0" y="6604000"/>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14" name="Footer Placeholder 2">
            <a:extLst>
              <a:ext uri="{FF2B5EF4-FFF2-40B4-BE49-F238E27FC236}">
                <a16:creationId xmlns:a16="http://schemas.microsoft.com/office/drawing/2014/main" xmlns="" id="{BF2BE79E-EA17-4AB9-8CB5-714A52A6B2F5}"/>
              </a:ext>
            </a:extLst>
          </p:cNvPr>
          <p:cNvSpPr txBox="1">
            <a:spLocks/>
          </p:cNvSpPr>
          <p:nvPr userDrawn="1"/>
        </p:nvSpPr>
        <p:spPr>
          <a:xfrm>
            <a:off x="4038599" y="6604000"/>
            <a:ext cx="3303105" cy="2540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#3170719 (DS)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a:t>
            </a:r>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4 </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a:t>
            </a:r>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Synchronization</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Tree>
    <p:extLst>
      <p:ext uri="{BB962C8B-B14F-4D97-AF65-F5344CB8AC3E}">
        <p14:creationId xmlns:p14="http://schemas.microsoft.com/office/powerpoint/2010/main" val="3468628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xmlns="" id="{07171932-FFF4-4D27-9425-8CB5D27A92F2}"/>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r="11581" b="21180"/>
          <a:stretch/>
        </p:blipFill>
        <p:spPr>
          <a:xfrm rot="16200000">
            <a:off x="9807099" y="606901"/>
            <a:ext cx="2991808" cy="1778000"/>
          </a:xfrm>
          <a:prstGeom prst="rect">
            <a:avLst/>
          </a:prstGeom>
        </p:spPr>
      </p:pic>
      <p:pic>
        <p:nvPicPr>
          <p:cNvPr id="12" name="Picture 11">
            <a:extLst>
              <a:ext uri="{FF2B5EF4-FFF2-40B4-BE49-F238E27FC236}">
                <a16:creationId xmlns:a16="http://schemas.microsoft.com/office/drawing/2014/main" xmlns="" id="{1639DF2A-5426-428D-B32D-78E9191D8A0C}"/>
              </a:ext>
            </a:extLst>
          </p:cNvPr>
          <p:cNvPicPr>
            <a:picLocks noChangeAspect="1"/>
          </p:cNvPicPr>
          <p:nvPr userDrawn="1"/>
        </p:nvPicPr>
        <p:blipFill rotWithShape="1">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l="79646" t="18062" r="2731" b="17724"/>
          <a:stretch/>
        </p:blipFill>
        <p:spPr>
          <a:xfrm>
            <a:off x="0" y="401568"/>
            <a:ext cx="543946" cy="772151"/>
          </a:xfrm>
          <a:prstGeom prst="rect">
            <a:avLst/>
          </a:prstGeom>
        </p:spPr>
      </p:pic>
      <p:sp>
        <p:nvSpPr>
          <p:cNvPr id="2" name="Title 1">
            <a:extLst>
              <a:ext uri="{FF2B5EF4-FFF2-40B4-BE49-F238E27FC236}">
                <a16:creationId xmlns:a16="http://schemas.microsoft.com/office/drawing/2014/main" xmlns="" id="{6B8C6168-C8A4-4660-9D38-045657B80D09}"/>
              </a:ext>
            </a:extLst>
          </p:cNvPr>
          <p:cNvSpPr>
            <a:spLocks noGrp="1"/>
          </p:cNvSpPr>
          <p:nvPr>
            <p:ph type="title" hasCustomPrompt="1"/>
          </p:nvPr>
        </p:nvSpPr>
        <p:spPr>
          <a:xfrm>
            <a:off x="831850" y="1709738"/>
            <a:ext cx="10515600" cy="2852737"/>
          </a:xfrm>
        </p:spPr>
        <p:txBody>
          <a:bodyPr anchor="b">
            <a:normAutofit/>
          </a:bodyPr>
          <a:lstStyle>
            <a:lvl1pPr>
              <a:defRPr lang="en-US" sz="6000" b="1" kern="1200" dirty="0">
                <a:gradFill flip="none" rotWithShape="1">
                  <a:gsLst>
                    <a:gs pos="0">
                      <a:srgbClr val="1D3064"/>
                    </a:gs>
                    <a:gs pos="100000">
                      <a:schemeClr val="tx2"/>
                    </a:gs>
                  </a:gsLst>
                  <a:lin ang="0" scaled="1"/>
                  <a:tileRect/>
                </a:gradFill>
                <a:effectLst/>
                <a:latin typeface="+mn-lt"/>
                <a:ea typeface="+mn-ea"/>
                <a:cs typeface="+mn-cs"/>
              </a:defRPr>
            </a:lvl1pPr>
          </a:lstStyle>
          <a:p>
            <a:r>
              <a:rPr lang="en-US" dirty="0"/>
              <a:t>Write here Section Title</a:t>
            </a:r>
          </a:p>
        </p:txBody>
      </p:sp>
      <p:sp>
        <p:nvSpPr>
          <p:cNvPr id="3" name="Text Placeholder 2">
            <a:extLst>
              <a:ext uri="{FF2B5EF4-FFF2-40B4-BE49-F238E27FC236}">
                <a16:creationId xmlns:a16="http://schemas.microsoft.com/office/drawing/2014/main" xmlns="" id="{566C89DA-344D-4448-822C-2826084EF127}"/>
              </a:ext>
            </a:extLst>
          </p:cNvPr>
          <p:cNvSpPr>
            <a:spLocks noGrp="1"/>
          </p:cNvSpPr>
          <p:nvPr>
            <p:ph type="body" idx="1" hasCustomPrompt="1"/>
          </p:nvPr>
        </p:nvSpPr>
        <p:spPr>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Write here Section Subtitle</a:t>
            </a:r>
          </a:p>
        </p:txBody>
      </p:sp>
      <p:sp>
        <p:nvSpPr>
          <p:cNvPr id="8" name="Freeform 17">
            <a:extLst>
              <a:ext uri="{FF2B5EF4-FFF2-40B4-BE49-F238E27FC236}">
                <a16:creationId xmlns:a16="http://schemas.microsoft.com/office/drawing/2014/main" xmlns="" id="{910DC0DC-3FC7-402D-8C9F-62D3ACC8DC86}"/>
              </a:ext>
            </a:extLst>
          </p:cNvPr>
          <p:cNvSpPr>
            <a:spLocks/>
          </p:cNvSpPr>
          <p:nvPr userDrawn="1"/>
        </p:nvSpPr>
        <p:spPr bwMode="auto">
          <a:xfrm>
            <a:off x="0" y="5905332"/>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9" name="Group 8">
            <a:extLst>
              <a:ext uri="{FF2B5EF4-FFF2-40B4-BE49-F238E27FC236}">
                <a16:creationId xmlns:a16="http://schemas.microsoft.com/office/drawing/2014/main" xmlns="" id="{2802A992-B18A-47D4-8497-02E7586DF58D}"/>
              </a:ext>
            </a:extLst>
          </p:cNvPr>
          <p:cNvGrpSpPr/>
          <p:nvPr userDrawn="1"/>
        </p:nvGrpSpPr>
        <p:grpSpPr>
          <a:xfrm>
            <a:off x="9437223" y="6087939"/>
            <a:ext cx="2554143" cy="587454"/>
            <a:chOff x="131177" y="5775962"/>
            <a:chExt cx="2530239" cy="581956"/>
          </a:xfrm>
        </p:grpSpPr>
        <p:pic>
          <p:nvPicPr>
            <p:cNvPr id="13" name="Picture 12">
              <a:extLst>
                <a:ext uri="{FF2B5EF4-FFF2-40B4-BE49-F238E27FC236}">
                  <a16:creationId xmlns:a16="http://schemas.microsoft.com/office/drawing/2014/main" xmlns="" id="{8DD61FEC-075B-4EDD-97CA-36E6F72630F4}"/>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14" name="Rectangle 13">
              <a:extLst>
                <a:ext uri="{FF2B5EF4-FFF2-40B4-BE49-F238E27FC236}">
                  <a16:creationId xmlns:a16="http://schemas.microsoft.com/office/drawing/2014/main" xmlns="" id="{CB550E12-AA95-4B1B-A8D2-ED01E515FC43}"/>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001692949"/>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ck - Logo on T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xmlns=""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xmlns=""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Prof. Umesh H. </a:t>
            </a:r>
            <a:r>
              <a:rPr lang="en-US" dirty="0" err="1" smtClean="0">
                <a:solidFill>
                  <a:schemeClr val="tx1">
                    <a:lumMod val="90000"/>
                    <a:lumOff val="10000"/>
                  </a:schemeClr>
                </a:solidFill>
                <a:latin typeface="Roboto Condensed Light" panose="02000000000000000000" pitchFamily="2" charset="0"/>
                <a:ea typeface="Roboto Condensed Light" panose="02000000000000000000" pitchFamily="2" charset="0"/>
              </a:rPr>
              <a:t>Thoriya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8" name="Slide Number Placeholder 3">
            <a:extLst>
              <a:ext uri="{FF2B5EF4-FFF2-40B4-BE49-F238E27FC236}">
                <a16:creationId xmlns:a16="http://schemas.microsoft.com/office/drawing/2014/main" xmlns=""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xmlns=""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xmlns="" id="{FE191CF5-3D57-422B-B2EB-FF235E30DB22}"/>
              </a:ext>
            </a:extLst>
          </p:cNvPr>
          <p:cNvGrpSpPr/>
          <p:nvPr userDrawn="1"/>
        </p:nvGrpSpPr>
        <p:grpSpPr>
          <a:xfrm>
            <a:off x="9576895" y="99192"/>
            <a:ext cx="2554143" cy="587454"/>
            <a:chOff x="131177" y="5775962"/>
            <a:chExt cx="2530239" cy="581956"/>
          </a:xfrm>
        </p:grpSpPr>
        <p:pic>
          <p:nvPicPr>
            <p:cNvPr id="12" name="Picture 11">
              <a:extLst>
                <a:ext uri="{FF2B5EF4-FFF2-40B4-BE49-F238E27FC236}">
                  <a16:creationId xmlns:a16="http://schemas.microsoft.com/office/drawing/2014/main" xmlns="" id="{C9B183D5-5DE8-48E7-85E7-60CE9D0FD2D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13" name="Rectangle 12">
              <a:extLst>
                <a:ext uri="{FF2B5EF4-FFF2-40B4-BE49-F238E27FC236}">
                  <a16:creationId xmlns:a16="http://schemas.microsoft.com/office/drawing/2014/main" xmlns="" id="{62445F4B-50F2-4CA0-A5C5-6D690A29F3F2}"/>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Footer Placeholder 2">
            <a:extLst>
              <a:ext uri="{FF2B5EF4-FFF2-40B4-BE49-F238E27FC236}">
                <a16:creationId xmlns:a16="http://schemas.microsoft.com/office/drawing/2014/main" xmlns="" id="{BF2BE79E-EA17-4AB9-8CB5-714A52A6B2F5}"/>
              </a:ext>
            </a:extLst>
          </p:cNvPr>
          <p:cNvSpPr txBox="1">
            <a:spLocks/>
          </p:cNvSpPr>
          <p:nvPr userDrawn="1"/>
        </p:nvSpPr>
        <p:spPr>
          <a:xfrm>
            <a:off x="4038599" y="6604000"/>
            <a:ext cx="3303105" cy="2540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#3170719 (DS)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a:t>
            </a:r>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4 </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a:t>
            </a:r>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Synchronization</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Tree>
    <p:extLst>
      <p:ext uri="{BB962C8B-B14F-4D97-AF65-F5344CB8AC3E}">
        <p14:creationId xmlns:p14="http://schemas.microsoft.com/office/powerpoint/2010/main" val="2971972502"/>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ck - Logo on B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xmlns=""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xmlns=""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Prof. Umesh H. </a:t>
            </a:r>
            <a:r>
              <a:rPr lang="en-US" dirty="0" err="1" smtClean="0">
                <a:solidFill>
                  <a:schemeClr val="tx1">
                    <a:lumMod val="90000"/>
                    <a:lumOff val="10000"/>
                  </a:schemeClr>
                </a:solidFill>
                <a:latin typeface="Roboto Condensed Light" panose="02000000000000000000" pitchFamily="2" charset="0"/>
                <a:ea typeface="Roboto Condensed Light" panose="02000000000000000000" pitchFamily="2" charset="0"/>
              </a:rPr>
              <a:t>Thoriya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8" name="Slide Number Placeholder 3">
            <a:extLst>
              <a:ext uri="{FF2B5EF4-FFF2-40B4-BE49-F238E27FC236}">
                <a16:creationId xmlns:a16="http://schemas.microsoft.com/office/drawing/2014/main" xmlns=""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xmlns=""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xmlns="" id="{913602D2-CAF0-4790-95E8-87990761ED0C}"/>
              </a:ext>
            </a:extLst>
          </p:cNvPr>
          <p:cNvGrpSpPr/>
          <p:nvPr userDrawn="1"/>
        </p:nvGrpSpPr>
        <p:grpSpPr>
          <a:xfrm>
            <a:off x="9576895" y="5890392"/>
            <a:ext cx="2554143" cy="587454"/>
            <a:chOff x="131177" y="5775962"/>
            <a:chExt cx="2530239" cy="581956"/>
          </a:xfrm>
        </p:grpSpPr>
        <p:pic>
          <p:nvPicPr>
            <p:cNvPr id="12" name="Picture 11">
              <a:extLst>
                <a:ext uri="{FF2B5EF4-FFF2-40B4-BE49-F238E27FC236}">
                  <a16:creationId xmlns:a16="http://schemas.microsoft.com/office/drawing/2014/main" xmlns="" id="{A378A2C8-EF9C-479C-ACF0-D9819B46DF5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13" name="Rectangle 12">
              <a:extLst>
                <a:ext uri="{FF2B5EF4-FFF2-40B4-BE49-F238E27FC236}">
                  <a16:creationId xmlns:a16="http://schemas.microsoft.com/office/drawing/2014/main" xmlns="" id="{61DE4F58-7D48-453D-89E1-B25767150977}"/>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Footer Placeholder 2">
            <a:extLst>
              <a:ext uri="{FF2B5EF4-FFF2-40B4-BE49-F238E27FC236}">
                <a16:creationId xmlns:a16="http://schemas.microsoft.com/office/drawing/2014/main" xmlns="" id="{BF2BE79E-EA17-4AB9-8CB5-714A52A6B2F5}"/>
              </a:ext>
            </a:extLst>
          </p:cNvPr>
          <p:cNvSpPr txBox="1">
            <a:spLocks/>
          </p:cNvSpPr>
          <p:nvPr userDrawn="1"/>
        </p:nvSpPr>
        <p:spPr>
          <a:xfrm>
            <a:off x="4038599" y="6604000"/>
            <a:ext cx="3303105" cy="2540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#3170719 (DS)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a:t>
            </a:r>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4 </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a:t>
            </a:r>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Synchronization</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Tree>
    <p:extLst>
      <p:ext uri="{BB962C8B-B14F-4D97-AF65-F5344CB8AC3E}">
        <p14:creationId xmlns:p14="http://schemas.microsoft.com/office/powerpoint/2010/main" val="32062478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lanck - Logo on BL">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xmlns=""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xmlns=""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Prof. Umesh H. </a:t>
            </a:r>
            <a:r>
              <a:rPr lang="en-US" dirty="0" err="1" smtClean="0">
                <a:solidFill>
                  <a:schemeClr val="tx1">
                    <a:lumMod val="90000"/>
                    <a:lumOff val="10000"/>
                  </a:schemeClr>
                </a:solidFill>
                <a:latin typeface="Roboto Condensed Light" panose="02000000000000000000" pitchFamily="2" charset="0"/>
                <a:ea typeface="Roboto Condensed Light" panose="02000000000000000000" pitchFamily="2" charset="0"/>
              </a:rPr>
              <a:t>Thoriya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8" name="Slide Number Placeholder 3">
            <a:extLst>
              <a:ext uri="{FF2B5EF4-FFF2-40B4-BE49-F238E27FC236}">
                <a16:creationId xmlns:a16="http://schemas.microsoft.com/office/drawing/2014/main" xmlns=""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xmlns=""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xmlns="" id="{15C60ED7-12D4-496E-AF73-0995BE8C12FD}"/>
              </a:ext>
            </a:extLst>
          </p:cNvPr>
          <p:cNvGrpSpPr/>
          <p:nvPr userDrawn="1"/>
        </p:nvGrpSpPr>
        <p:grpSpPr>
          <a:xfrm>
            <a:off x="128095" y="5890392"/>
            <a:ext cx="2554143" cy="587454"/>
            <a:chOff x="131177" y="5775962"/>
            <a:chExt cx="2530239" cy="581956"/>
          </a:xfrm>
        </p:grpSpPr>
        <p:pic>
          <p:nvPicPr>
            <p:cNvPr id="12" name="Picture 11">
              <a:extLst>
                <a:ext uri="{FF2B5EF4-FFF2-40B4-BE49-F238E27FC236}">
                  <a16:creationId xmlns:a16="http://schemas.microsoft.com/office/drawing/2014/main" xmlns="" id="{30CB04CE-0025-4B1F-B962-A759D179D84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13" name="Rectangle 12">
              <a:extLst>
                <a:ext uri="{FF2B5EF4-FFF2-40B4-BE49-F238E27FC236}">
                  <a16:creationId xmlns:a16="http://schemas.microsoft.com/office/drawing/2014/main" xmlns="" id="{43F480CB-A4AF-424E-90DB-5B677403441A}"/>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Footer Placeholder 2">
            <a:extLst>
              <a:ext uri="{FF2B5EF4-FFF2-40B4-BE49-F238E27FC236}">
                <a16:creationId xmlns:a16="http://schemas.microsoft.com/office/drawing/2014/main" xmlns="" id="{BF2BE79E-EA17-4AB9-8CB5-714A52A6B2F5}"/>
              </a:ext>
            </a:extLst>
          </p:cNvPr>
          <p:cNvSpPr txBox="1">
            <a:spLocks/>
          </p:cNvSpPr>
          <p:nvPr userDrawn="1"/>
        </p:nvSpPr>
        <p:spPr>
          <a:xfrm>
            <a:off x="4038599" y="6604000"/>
            <a:ext cx="3303105" cy="2540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#3170719 (DS)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a:t>
            </a:r>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4 </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a:t>
            </a:r>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Synchronization</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Tree>
    <p:extLst>
      <p:ext uri="{BB962C8B-B14F-4D97-AF65-F5344CB8AC3E}">
        <p14:creationId xmlns:p14="http://schemas.microsoft.com/office/powerpoint/2010/main" val="4243314523"/>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mplete Blanc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2311614"/>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omplete Blanck">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xmlns="" id="{9D71C1D1-D056-4C60-9F03-E6291617B71F}"/>
              </a:ext>
            </a:extLst>
          </p:cNvPr>
          <p:cNvSpPr txBox="1"/>
          <p:nvPr userDrawn="1"/>
        </p:nvSpPr>
        <p:spPr>
          <a:xfrm>
            <a:off x="375920" y="457200"/>
            <a:ext cx="4185761" cy="523220"/>
          </a:xfrm>
          <a:prstGeom prst="rect">
            <a:avLst/>
          </a:prstGeom>
          <a:noFill/>
        </p:spPr>
        <p:txBody>
          <a:bodyPr wrap="none" rtlCol="0">
            <a:spAutoFit/>
          </a:bodyPr>
          <a:lstStyle/>
          <a:p>
            <a:r>
              <a:rPr lang="en-US" sz="2800" dirty="0">
                <a:solidFill>
                  <a:srgbClr val="FF0000"/>
                </a:solidFill>
              </a:rPr>
              <a:t>How to Crop Circular Photo?</a:t>
            </a:r>
          </a:p>
        </p:txBody>
      </p:sp>
      <p:sp>
        <p:nvSpPr>
          <p:cNvPr id="11" name="Picture Placeholder 10">
            <a:extLst>
              <a:ext uri="{FF2B5EF4-FFF2-40B4-BE49-F238E27FC236}">
                <a16:creationId xmlns:a16="http://schemas.microsoft.com/office/drawing/2014/main" xmlns="" id="{E0451329-7800-417A-9D19-D93464C6306C}"/>
              </a:ext>
            </a:extLst>
          </p:cNvPr>
          <p:cNvSpPr>
            <a:spLocks noGrp="1"/>
          </p:cNvSpPr>
          <p:nvPr>
            <p:ph type="pic" sz="quarter" idx="10"/>
          </p:nvPr>
        </p:nvSpPr>
        <p:spPr>
          <a:xfrm>
            <a:off x="4013200" y="1808163"/>
            <a:ext cx="3890962" cy="3890962"/>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p:spPr>
        <p:txBody>
          <a:bodyPr wrap="square">
            <a:noAutofit/>
          </a:bodyPr>
          <a:lstStyle/>
          <a:p>
            <a:endParaRPr lang="en-US"/>
          </a:p>
        </p:txBody>
      </p:sp>
    </p:spTree>
    <p:extLst>
      <p:ext uri="{BB962C8B-B14F-4D97-AF65-F5344CB8AC3E}">
        <p14:creationId xmlns:p14="http://schemas.microsoft.com/office/powerpoint/2010/main" val="4003312012"/>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 Teal">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xmlns=""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xmlns=""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xmlns=""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xmlns=""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xmlns=""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xmlns=""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xmlns=""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xmlns=""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xmlns=""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xmlns=""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xmlns=""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xmlns=""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xmlns=""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4">
                        <a:lumMod val="50000"/>
                      </a:schemeClr>
                    </a:gs>
                    <a:gs pos="100000">
                      <a:srgbClr val="009788"/>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xmlns=""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xmlns=""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xmlns=""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descr="User icon Royalty Free Vector Image - VectorStock">
            <a:extLst>
              <a:ext uri="{FF2B5EF4-FFF2-40B4-BE49-F238E27FC236}">
                <a16:creationId xmlns:a16="http://schemas.microsoft.com/office/drawing/2014/main" xmlns="" id="{4A8E0F54-DC01-449D-B951-DC7CBAFD9546}"/>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21" name="Picture Placeholder 20">
            <a:extLst>
              <a:ext uri="{FF2B5EF4-FFF2-40B4-BE49-F238E27FC236}">
                <a16:creationId xmlns:a16="http://schemas.microsoft.com/office/drawing/2014/main" xmlns="" id="{65D60AFC-04BC-4FCA-A89D-6FCD04B6DC35}"/>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7088808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 Cya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xmlns=""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xmlns=""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xmlns=""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xmlns=""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xmlns=""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xmlns=""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xmlns=""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xmlns=""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xmlns=""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xmlns=""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xmlns=""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xmlns=""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xmlns=""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2">
                        <a:lumMod val="50000"/>
                      </a:schemeClr>
                    </a:gs>
                    <a:gs pos="100000">
                      <a:schemeClr val="accent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xmlns=""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xmlns=""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xmlns=""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0" name="Picture 29" descr="User icon Royalty Free Vector Image - VectorStock">
            <a:extLst>
              <a:ext uri="{FF2B5EF4-FFF2-40B4-BE49-F238E27FC236}">
                <a16:creationId xmlns:a16="http://schemas.microsoft.com/office/drawing/2014/main" xmlns="" id="{5F55812D-505A-4B1A-9EB5-16DCD08F2B82}"/>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4" name="Picture Placeholder 33">
            <a:extLst>
              <a:ext uri="{FF2B5EF4-FFF2-40B4-BE49-F238E27FC236}">
                <a16:creationId xmlns:a16="http://schemas.microsoft.com/office/drawing/2014/main" xmlns="" id="{0974588E-8956-4BF5-BF58-B7E42070A56A}"/>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7645704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lide - Light Gree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xmlns=""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xmlns=""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xmlns=""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xmlns=""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xmlns=""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xmlns=""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xmlns=""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xmlns=""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xmlns=""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xmlns=""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xmlns=""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xmlns=""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xmlns=""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3">
                        <a:lumMod val="50000"/>
                      </a:schemeClr>
                    </a:gs>
                    <a:gs pos="100000">
                      <a:schemeClr val="accent3"/>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xmlns=""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xmlns=""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xmlns=""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xmlns="" id="{AE6570A8-081D-45CE-A0DD-F78F5EDB0F9B}"/>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xmlns="" id="{0B000B32-CB56-440D-9FAE-7DE703A93A02}"/>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7850339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 Ambe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xmlns=""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xmlns=""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xmlns=""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xmlns=""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xmlns=""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xmlns=""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xmlns=""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xmlns=""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xmlns=""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xmlns=""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xmlns=""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xmlns=""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xmlns=""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5">
                        <a:lumMod val="75000"/>
                      </a:schemeClr>
                    </a:gs>
                    <a:gs pos="100000">
                      <a:schemeClr val="accent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xmlns=""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xmlns=""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xmlns=""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xmlns="" id="{00C9ED70-1CC8-4EF2-BE10-AAFE24AAC5D7}"/>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xmlns="" id="{7FD1CDD6-829C-4C5B-BFB7-74153A66FF24}"/>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6158597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lide - Maroo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xmlns=""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xmlns=""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xmlns=""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xmlns=""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xmlns=""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xmlns=""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xmlns=""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xmlns=""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xmlns=""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xmlns=""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xmlns=""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xmlns=""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xmlns=""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6">
                        <a:lumMod val="50000"/>
                      </a:schemeClr>
                    </a:gs>
                    <a:gs pos="100000">
                      <a:schemeClr val="accent6"/>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xmlns=""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xmlns=""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xmlns=""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xmlns="" id="{80BF4AFD-B365-46D4-AAC5-485DFA5A7D42}"/>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xmlns="" id="{2BC70C35-8BA7-4D49-9AF7-DC36FAB8FDA3}"/>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73162591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Slide - Blue Gray">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xmlns=""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xmlns=""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xmlns=""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xmlns=""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xmlns=""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xmlns=""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xmlns=""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xmlns=""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xmlns=""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xmlns=""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xmlns=""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xmlns=""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xmlns=""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273238"/>
                    </a:gs>
                    <a:gs pos="100000">
                      <a:srgbClr val="607D8B"/>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xmlns=""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xmlns=""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xmlns=""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xmlns="" id="{AEB45C91-0DA6-4973-9AEA-FF1388508ACC}"/>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xmlns="" id="{F70CF6D9-DDB4-41AA-BB82-F8ED04AD8BC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75188163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lide - Brow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xmlns=""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xmlns=""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xmlns=""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xmlns=""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xmlns=""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xmlns=""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xmlns=""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xmlns=""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xmlns=""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xmlns=""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xmlns=""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xmlns=""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xmlns=""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E2622"/>
                    </a:gs>
                    <a:gs pos="100000">
                      <a:srgbClr val="79554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xmlns=""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xmlns=""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xmlns=""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xmlns="" id="{7E386D9D-B92A-4F40-9089-A1FD00CD387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xmlns="" id="{DA295F85-D43D-42E5-9539-A471116A43B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18065262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lide - Deep Pupl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xmlns=""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xmlns=""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xmlns=""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xmlns=""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xmlns=""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xmlns=""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xmlns=""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xmlns=""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xmlns=""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xmlns=""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xmlns=""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xmlns=""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xmlns=""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01B92"/>
                    </a:gs>
                    <a:gs pos="100000">
                      <a:srgbClr val="673BB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xmlns=""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xmlns=""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xmlns=""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xmlns="" id="{BE300026-40E8-4FB1-998A-9CEB5F7A1B8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xmlns="" id="{DB3B5E9B-B4F0-4E85-954A-F7CC04BBF24C}"/>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401228099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lide - Blu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xmlns=""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xmlns=""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xmlns=""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xmlns=""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xmlns=""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xmlns=""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xmlns=""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xmlns=""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xmlns=""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xmlns=""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xmlns=""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xmlns=""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xmlns=""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0E47A1"/>
                    </a:gs>
                    <a:gs pos="100000">
                      <a:srgbClr val="03A9F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xmlns=""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xmlns=""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xmlns=""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xmlns="" id="{C3A13D11-EC6C-4E81-AD83-7AC73D273FD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xmlns="" id="{85035EF3-F5FB-41C2-A0BE-B3AEF7556ABD}"/>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53280755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lide - Red">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xmlns=""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xmlns=""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xmlns=""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xmlns=""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xmlns=""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xmlns=""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xmlns=""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xmlns=""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xmlns=""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xmlns=""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xmlns=""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xmlns=""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xmlns=""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B71B1C"/>
                    </a:gs>
                    <a:gs pos="100000">
                      <a:srgbClr val="ED524F"/>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xmlns=""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xmlns=""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xmlns=""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1" name="Picture 30">
            <a:extLst>
              <a:ext uri="{FF2B5EF4-FFF2-40B4-BE49-F238E27FC236}">
                <a16:creationId xmlns:a16="http://schemas.microsoft.com/office/drawing/2014/main" xmlns="" id="{77B7B864-C091-4493-B14B-F5B61B586EED}"/>
              </a:ext>
            </a:extLst>
          </p:cNvPr>
          <p:cNvPicPr>
            <a:picLocks noChangeAspect="1"/>
          </p:cNvPicPr>
          <p:nvPr userDrawn="1"/>
        </p:nvPicPr>
        <p:blipFill>
          <a:blip r:embed="rId10" cstate="print">
            <a:extLst>
              <a:ext uri="{28A0092B-C50C-407E-A947-70E740481C1C}">
                <a14:useLocalDpi xmlns:a14="http://schemas.microsoft.com/office/drawing/2010/main" val="0"/>
              </a:ext>
            </a:extLst>
          </a:blip>
          <a:srcRect l="24746" t="7575" r="25761" b="18186"/>
          <a:stretch>
            <a:fillRect/>
          </a:stretch>
        </p:blipFill>
        <p:spPr>
          <a:xfrm>
            <a:off x="356499" y="5214354"/>
            <a:ext cx="1354234" cy="1354234"/>
          </a:xfrm>
          <a:custGeom>
            <a:avLst/>
            <a:gdLst>
              <a:gd name="connsiteX0" fmla="*/ 2286000 w 4572000"/>
              <a:gd name="connsiteY0" fmla="*/ 0 h 4572000"/>
              <a:gd name="connsiteX1" fmla="*/ 4572000 w 4572000"/>
              <a:gd name="connsiteY1" fmla="*/ 2286000 h 4572000"/>
              <a:gd name="connsiteX2" fmla="*/ 2286000 w 4572000"/>
              <a:gd name="connsiteY2" fmla="*/ 4572000 h 4572000"/>
              <a:gd name="connsiteX3" fmla="*/ 0 w 4572000"/>
              <a:gd name="connsiteY3" fmla="*/ 2286000 h 4572000"/>
              <a:gd name="connsiteX4" fmla="*/ 2286000 w 4572000"/>
              <a:gd name="connsiteY4" fmla="*/ 0 h 457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0" h="4572000">
                <a:moveTo>
                  <a:pt x="2286000" y="0"/>
                </a:moveTo>
                <a:cubicBezTo>
                  <a:pt x="3548523" y="0"/>
                  <a:pt x="4572000" y="1023477"/>
                  <a:pt x="4572000" y="2286000"/>
                </a:cubicBezTo>
                <a:cubicBezTo>
                  <a:pt x="4572000" y="3548523"/>
                  <a:pt x="3548523" y="4572000"/>
                  <a:pt x="2286000" y="4572000"/>
                </a:cubicBezTo>
                <a:cubicBezTo>
                  <a:pt x="1023477" y="4572000"/>
                  <a:pt x="0" y="3548523"/>
                  <a:pt x="0" y="2286000"/>
                </a:cubicBezTo>
                <a:cubicBezTo>
                  <a:pt x="0" y="1023477"/>
                  <a:pt x="1023477" y="0"/>
                  <a:pt x="2286000" y="0"/>
                </a:cubicBezTo>
                <a:close/>
              </a:path>
            </a:pathLst>
          </a:custGeom>
          <a:noFill/>
          <a:ln w="6350">
            <a:solidFill>
              <a:schemeClr val="bg1">
                <a:lumMod val="65000"/>
              </a:schemeClr>
            </a:solidFill>
          </a:ln>
          <a:effectLst/>
        </p:spPr>
      </p:pic>
      <p:pic>
        <p:nvPicPr>
          <p:cNvPr id="21" name="Picture 20" descr="User icon Royalty Free Vector Image - VectorStock">
            <a:extLst>
              <a:ext uri="{FF2B5EF4-FFF2-40B4-BE49-F238E27FC236}">
                <a16:creationId xmlns:a16="http://schemas.microsoft.com/office/drawing/2014/main" xmlns="" id="{177B86E9-222D-4757-BE64-59540DB794E6}"/>
              </a:ext>
            </a:extLst>
          </p:cNvPr>
          <p:cNvPicPr>
            <a:picLocks noChangeAspect="1" noChangeArrowheads="1"/>
          </p:cNvPicPr>
          <p:nvPr userDrawn="1"/>
        </p:nvPicPr>
        <p:blipFill>
          <a:blip r:embed="rId11"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xmlns="" id="{8ABCD18B-D4E0-41E4-8162-7E83CB11DAE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76513194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Slide - Pink">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xmlns=""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xmlns=""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xmlns=""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xmlns=""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xmlns=""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xmlns=""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xmlns=""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xmlns=""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xmlns=""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xmlns=""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xmlns=""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xmlns=""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xmlns=""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890E4F"/>
                    </a:gs>
                    <a:gs pos="100000">
                      <a:srgbClr val="D81A60"/>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xmlns=""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xmlns=""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xmlns=""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xmlns="" id="{A2F1AAAC-C051-4A31-837B-4A9977722A4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xmlns="" id="{ADF34BDA-AFB4-4120-81EF-C0AB56D388CB}"/>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11705025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5BF5063B-909B-4A7F-B502-7802280439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xmlns="" id="{6027DDF1-16E2-4622-B8FD-0148CD5CE0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827EA166-F18A-4D32-AA1F-AE475D4910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D21B45-1703-4330-B544-825BD8F37AF2}" type="datetimeFigureOut">
              <a:rPr lang="en-US" smtClean="0"/>
              <a:t>9/28/2021</a:t>
            </a:fld>
            <a:endParaRPr lang="en-US"/>
          </a:p>
        </p:txBody>
      </p:sp>
      <p:sp>
        <p:nvSpPr>
          <p:cNvPr id="5" name="Footer Placeholder 4">
            <a:extLst>
              <a:ext uri="{FF2B5EF4-FFF2-40B4-BE49-F238E27FC236}">
                <a16:creationId xmlns:a16="http://schemas.microsoft.com/office/drawing/2014/main" xmlns="" id="{205C5379-5B41-4775-9279-F9F7608E66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xmlns="" id="{A1A4B342-6FD5-4BB7-B9AE-3C5081C089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41F3C7-36DD-4595-AA08-2525D86280BD}" type="slidenum">
              <a:rPr lang="en-US" smtClean="0"/>
              <a:t>‹#›</a:t>
            </a:fld>
            <a:endParaRPr lang="en-US"/>
          </a:p>
        </p:txBody>
      </p:sp>
    </p:spTree>
    <p:extLst>
      <p:ext uri="{BB962C8B-B14F-4D97-AF65-F5344CB8AC3E}">
        <p14:creationId xmlns:p14="http://schemas.microsoft.com/office/powerpoint/2010/main" val="791954662"/>
      </p:ext>
    </p:extLst>
  </p:cSld>
  <p:clrMap bg1="lt1" tx1="dk1" bg2="lt2" tx2="dk2" accent1="accent1" accent2="accent2" accent3="accent3" accent4="accent4" accent5="accent5" accent6="accent6" hlink="hlink" folHlink="folHlink"/>
  <p:sldLayoutIdLst>
    <p:sldLayoutId id="2147483667" r:id="rId1"/>
    <p:sldLayoutId id="2147483692" r:id="rId2"/>
    <p:sldLayoutId id="2147483670" r:id="rId3"/>
    <p:sldLayoutId id="2147483687" r:id="rId4"/>
    <p:sldLayoutId id="2147483688" r:id="rId5"/>
    <p:sldLayoutId id="2147483671" r:id="rId6"/>
    <p:sldLayoutId id="2147483672" r:id="rId7"/>
    <p:sldLayoutId id="2147483689" r:id="rId8"/>
    <p:sldLayoutId id="2147483690" r:id="rId9"/>
    <p:sldLayoutId id="2147483673" r:id="rId10"/>
    <p:sldLayoutId id="2147483691" r:id="rId11"/>
    <p:sldLayoutId id="2147483674" r:id="rId12"/>
    <p:sldLayoutId id="2147483676" r:id="rId13"/>
    <p:sldLayoutId id="2147483677" r:id="rId14"/>
    <p:sldLayoutId id="2147483678" r:id="rId15"/>
    <p:sldLayoutId id="2147483679" r:id="rId16"/>
    <p:sldLayoutId id="2147483681" r:id="rId17"/>
    <p:sldLayoutId id="2147483683" r:id="rId18"/>
    <p:sldLayoutId id="2147483682" r:id="rId19"/>
    <p:sldLayoutId id="2147483684" r:id="rId20"/>
    <p:sldLayoutId id="2147483685" r:id="rId21"/>
    <p:sldLayoutId id="2147483686" r:id="rId2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image" Target="../media/image15.png"/><Relationship Id="rId1" Type="http://schemas.openxmlformats.org/officeDocument/2006/relationships/slideLayout" Target="../slideLayouts/slideLayout4.xml"/><Relationship Id="rId5" Type="http://schemas.openxmlformats.org/officeDocument/2006/relationships/image" Target="../media/image18.png"/><Relationship Id="rId4" Type="http://schemas.openxmlformats.org/officeDocument/2006/relationships/image" Target="../media/image17.w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image" Target="../media/image19.png"/><Relationship Id="rId1" Type="http://schemas.openxmlformats.org/officeDocument/2006/relationships/slideLayout" Target="../slideLayouts/slideLayout4.xml"/><Relationship Id="rId5" Type="http://schemas.openxmlformats.org/officeDocument/2006/relationships/image" Target="../media/image21.png"/><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8" Type="http://schemas.openxmlformats.org/officeDocument/2006/relationships/image" Target="../media/image20.wmf"/><Relationship Id="rId3" Type="http://schemas.openxmlformats.org/officeDocument/2006/relationships/image" Target="../media/image19.png"/><Relationship Id="rId7" Type="http://schemas.openxmlformats.org/officeDocument/2006/relationships/oleObject" Target="../embeddings/oleObject1.bin"/><Relationship Id="rId2" Type="http://schemas.openxmlformats.org/officeDocument/2006/relationships/slideLayout" Target="../slideLayouts/slideLayout4.xml"/><Relationship Id="rId1" Type="http://schemas.openxmlformats.org/officeDocument/2006/relationships/vmlDrawing" Target="../drawings/vmlDrawing1.v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2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19.png"/><Relationship Id="rId1" Type="http://schemas.openxmlformats.org/officeDocument/2006/relationships/slideLayout" Target="../slideLayouts/slideLayout4.xml"/><Relationship Id="rId4" Type="http://schemas.openxmlformats.org/officeDocument/2006/relationships/image" Target="../media/image30.png"/></Relationships>
</file>

<file path=ppt/slides/_rels/slide2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4.xml"/><Relationship Id="rId5" Type="http://schemas.openxmlformats.org/officeDocument/2006/relationships/image" Target="../media/image30.png"/><Relationship Id="rId4" Type="http://schemas.openxmlformats.org/officeDocument/2006/relationships/image" Target="../media/image29.png"/></Relationships>
</file>

<file path=ppt/slides/_rels/slide2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33.png"/><Relationship Id="rId1" Type="http://schemas.openxmlformats.org/officeDocument/2006/relationships/slideLayout" Target="../slideLayouts/slideLayout4.xml"/><Relationship Id="rId4" Type="http://schemas.openxmlformats.org/officeDocument/2006/relationships/image" Target="../media/image30.png"/></Relationships>
</file>

<file path=ppt/slides/_rels/slide23.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image" Target="../media/image34.png"/><Relationship Id="rId1" Type="http://schemas.openxmlformats.org/officeDocument/2006/relationships/slideLayout" Target="../slideLayouts/slideLayout4.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 Id="rId9" Type="http://schemas.openxmlformats.org/officeDocument/2006/relationships/image" Target="../media/image30.png"/></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40.png"/><Relationship Id="rId1" Type="http://schemas.openxmlformats.org/officeDocument/2006/relationships/slideLayout" Target="../slideLayouts/slideLayout4.xml"/><Relationship Id="rId4" Type="http://schemas.openxmlformats.org/officeDocument/2006/relationships/image" Target="../media/image3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41.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46.png"/><Relationship Id="rId7" Type="http://schemas.openxmlformats.org/officeDocument/2006/relationships/image" Target="../media/image50.png"/><Relationship Id="rId2" Type="http://schemas.openxmlformats.org/officeDocument/2006/relationships/image" Target="../media/image45.png"/><Relationship Id="rId1" Type="http://schemas.openxmlformats.org/officeDocument/2006/relationships/slideLayout" Target="../slideLayouts/slideLayout4.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 Id="rId9" Type="http://schemas.openxmlformats.org/officeDocument/2006/relationships/image" Target="../media/image52.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4.xml"/><Relationship Id="rId5" Type="http://schemas.openxmlformats.org/officeDocument/2006/relationships/image" Target="../media/image56.png"/><Relationship Id="rId4" Type="http://schemas.openxmlformats.org/officeDocument/2006/relationships/image" Target="../media/image55.png"/></Relationships>
</file>

<file path=ppt/slides/_rels/slide5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61.wmf"/><Relationship Id="rId2" Type="http://schemas.openxmlformats.org/officeDocument/2006/relationships/image" Target="../media/image57.png"/><Relationship Id="rId1" Type="http://schemas.openxmlformats.org/officeDocument/2006/relationships/slideLayout" Target="../slideLayouts/slideLayout4.xml"/><Relationship Id="rId6" Type="http://schemas.openxmlformats.org/officeDocument/2006/relationships/image" Target="../media/image60.png"/><Relationship Id="rId5" Type="http://schemas.openxmlformats.org/officeDocument/2006/relationships/image" Target="../media/image59.wmf"/><Relationship Id="rId4" Type="http://schemas.openxmlformats.org/officeDocument/2006/relationships/image" Target="../media/image58.png"/></Relationships>
</file>

<file path=ppt/slides/_rels/slide62.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image" Target="../media/image63.wmf"/><Relationship Id="rId2" Type="http://schemas.openxmlformats.org/officeDocument/2006/relationships/diagramData" Target="../diagrams/data2.xml"/><Relationship Id="rId1" Type="http://schemas.openxmlformats.org/officeDocument/2006/relationships/slideLayout" Target="../slideLayouts/slideLayout4.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3" Type="http://schemas.openxmlformats.org/officeDocument/2006/relationships/diagramLayout" Target="../diagrams/layout3.xml"/><Relationship Id="rId7" Type="http://schemas.openxmlformats.org/officeDocument/2006/relationships/image" Target="../media/image63.wmf"/><Relationship Id="rId2" Type="http://schemas.openxmlformats.org/officeDocument/2006/relationships/diagramData" Target="../diagrams/data3.xml"/><Relationship Id="rId1" Type="http://schemas.openxmlformats.org/officeDocument/2006/relationships/slideLayout" Target="../slideLayouts/slideLayout4.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6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2" Type="http://schemas.openxmlformats.org/officeDocument/2006/relationships/image" Target="../media/image64.jpeg"/><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2" Type="http://schemas.openxmlformats.org/officeDocument/2006/relationships/image" Target="../media/image65.jpeg"/><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jpe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4.xml"/></Relationships>
</file>

<file path=ppt/slides/_rels/slide81.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4.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4.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E0A5353-D4D5-43D7-A039-6CFC6871D64F}"/>
              </a:ext>
            </a:extLst>
          </p:cNvPr>
          <p:cNvSpPr>
            <a:spLocks noGrp="1"/>
          </p:cNvSpPr>
          <p:nvPr>
            <p:ph type="ctrTitle"/>
          </p:nvPr>
        </p:nvSpPr>
        <p:spPr>
          <a:xfrm>
            <a:off x="691374" y="1019474"/>
            <a:ext cx="7060510" cy="3294972"/>
          </a:xfrm>
        </p:spPr>
        <p:txBody>
          <a:bodyPr/>
          <a:lstStyle/>
          <a:p>
            <a:pPr lvl="0">
              <a:lnSpc>
                <a:spcPct val="100000"/>
              </a:lnSpc>
              <a:spcBef>
                <a:spcPts val="0"/>
              </a:spcBef>
            </a:pPr>
            <a:r>
              <a:rPr lang="en-US" sz="4800" b="0" dirty="0" smtClean="0">
                <a:latin typeface="Roboto Condensed Light" panose="02000000000000000000" pitchFamily="2" charset="0"/>
                <a:ea typeface="Roboto Condensed Light" panose="02000000000000000000" pitchFamily="2" charset="0"/>
              </a:rPr>
              <a:t>Unit-4</a:t>
            </a:r>
            <a:r>
              <a:rPr lang="en-US" dirty="0" smtClean="0"/>
              <a:t> </a:t>
            </a:r>
            <a:r>
              <a:rPr lang="en-US" dirty="0"/>
              <a:t/>
            </a:r>
            <a:br>
              <a:rPr lang="en-US" dirty="0"/>
            </a:br>
            <a:r>
              <a:rPr lang="en-US" sz="4800" b="0" dirty="0"/>
              <a:t>Synchronization</a:t>
            </a:r>
            <a:endParaRPr lang="en-US" dirty="0"/>
          </a:p>
        </p:txBody>
      </p:sp>
      <p:sp>
        <p:nvSpPr>
          <p:cNvPr id="3" name="Text Placeholder 2">
            <a:extLst>
              <a:ext uri="{FF2B5EF4-FFF2-40B4-BE49-F238E27FC236}">
                <a16:creationId xmlns:a16="http://schemas.microsoft.com/office/drawing/2014/main" xmlns="" id="{E4D4005A-4647-4086-9144-7BCC7DFEFB1B}"/>
              </a:ext>
            </a:extLst>
          </p:cNvPr>
          <p:cNvSpPr>
            <a:spLocks noGrp="1"/>
          </p:cNvSpPr>
          <p:nvPr>
            <p:ph type="body" sz="quarter" idx="11"/>
          </p:nvPr>
        </p:nvSpPr>
        <p:spPr/>
        <p:txBody>
          <a:bodyPr/>
          <a:lstStyle/>
          <a:p>
            <a:r>
              <a:rPr lang="en-US" dirty="0"/>
              <a:t>u</a:t>
            </a:r>
            <a:r>
              <a:rPr lang="en-US" dirty="0" smtClean="0"/>
              <a:t>mesh.thoriya@darshan.ac.in</a:t>
            </a:r>
            <a:endParaRPr lang="en-US" dirty="0"/>
          </a:p>
        </p:txBody>
      </p:sp>
      <p:sp>
        <p:nvSpPr>
          <p:cNvPr id="4" name="Text Placeholder 3">
            <a:extLst>
              <a:ext uri="{FF2B5EF4-FFF2-40B4-BE49-F238E27FC236}">
                <a16:creationId xmlns:a16="http://schemas.microsoft.com/office/drawing/2014/main" xmlns="" id="{6F817D43-889A-4049-ACFD-9B3B648B6A91}"/>
              </a:ext>
            </a:extLst>
          </p:cNvPr>
          <p:cNvSpPr>
            <a:spLocks noGrp="1"/>
          </p:cNvSpPr>
          <p:nvPr>
            <p:ph type="body" sz="quarter" idx="12"/>
          </p:nvPr>
        </p:nvSpPr>
        <p:spPr/>
        <p:txBody>
          <a:bodyPr/>
          <a:lstStyle/>
          <a:p>
            <a:r>
              <a:rPr lang="en-US" dirty="0" smtClean="0"/>
              <a:t>9714233355</a:t>
            </a:r>
            <a:endParaRPr lang="en-US" dirty="0"/>
          </a:p>
        </p:txBody>
      </p:sp>
      <p:sp>
        <p:nvSpPr>
          <p:cNvPr id="5" name="Text Placeholder 4">
            <a:extLst>
              <a:ext uri="{FF2B5EF4-FFF2-40B4-BE49-F238E27FC236}">
                <a16:creationId xmlns:a16="http://schemas.microsoft.com/office/drawing/2014/main" xmlns="" id="{B786D614-6447-4787-8025-9C902A1B7344}"/>
              </a:ext>
            </a:extLst>
          </p:cNvPr>
          <p:cNvSpPr>
            <a:spLocks noGrp="1"/>
          </p:cNvSpPr>
          <p:nvPr>
            <p:ph type="body" sz="quarter" idx="13"/>
          </p:nvPr>
        </p:nvSpPr>
        <p:spPr>
          <a:xfrm>
            <a:off x="1837678" y="5546560"/>
            <a:ext cx="3735998" cy="290081"/>
          </a:xfrm>
        </p:spPr>
        <p:txBody>
          <a:bodyPr/>
          <a:lstStyle/>
          <a:p>
            <a:r>
              <a:rPr lang="en-US" dirty="0"/>
              <a:t>Computer Engineering Department</a:t>
            </a:r>
          </a:p>
        </p:txBody>
      </p:sp>
      <p:sp>
        <p:nvSpPr>
          <p:cNvPr id="6" name="Text Placeholder 5">
            <a:extLst>
              <a:ext uri="{FF2B5EF4-FFF2-40B4-BE49-F238E27FC236}">
                <a16:creationId xmlns:a16="http://schemas.microsoft.com/office/drawing/2014/main" xmlns="" id="{1F7AB9BC-FE08-46B2-A19C-803CB5DF0CD1}"/>
              </a:ext>
            </a:extLst>
          </p:cNvPr>
          <p:cNvSpPr>
            <a:spLocks noGrp="1"/>
          </p:cNvSpPr>
          <p:nvPr>
            <p:ph type="body" sz="quarter" idx="14"/>
          </p:nvPr>
        </p:nvSpPr>
        <p:spPr/>
        <p:txBody>
          <a:bodyPr/>
          <a:lstStyle/>
          <a:p>
            <a:r>
              <a:rPr lang="en-US" dirty="0"/>
              <a:t>Prof. </a:t>
            </a:r>
            <a:r>
              <a:rPr lang="en-US" dirty="0" smtClean="0"/>
              <a:t>Umesh H. </a:t>
            </a:r>
            <a:r>
              <a:rPr lang="en-US" dirty="0" err="1" smtClean="0"/>
              <a:t>Thoriya</a:t>
            </a:r>
            <a:endParaRPr lang="en-US" dirty="0"/>
          </a:p>
        </p:txBody>
      </p:sp>
      <p:sp>
        <p:nvSpPr>
          <p:cNvPr id="1027" name="Text Placeholder 1026">
            <a:extLst>
              <a:ext uri="{FF2B5EF4-FFF2-40B4-BE49-F238E27FC236}">
                <a16:creationId xmlns:a16="http://schemas.microsoft.com/office/drawing/2014/main" xmlns="" id="{D1F0AA94-EAF3-4868-942A-0125EFC5C764}"/>
              </a:ext>
            </a:extLst>
          </p:cNvPr>
          <p:cNvSpPr>
            <a:spLocks noGrp="1"/>
          </p:cNvSpPr>
          <p:nvPr>
            <p:ph type="body" sz="quarter" idx="16"/>
          </p:nvPr>
        </p:nvSpPr>
        <p:spPr/>
        <p:txBody>
          <a:bodyPr/>
          <a:lstStyle/>
          <a:p>
            <a:pPr>
              <a:lnSpc>
                <a:spcPct val="100000"/>
              </a:lnSpc>
            </a:pPr>
            <a:r>
              <a:rPr lang="en-US" sz="2000" b="1" dirty="0"/>
              <a:t>Distributed </a:t>
            </a:r>
            <a:r>
              <a:rPr lang="en-US" sz="2000" b="1" dirty="0" smtClean="0"/>
              <a:t>System </a:t>
            </a:r>
            <a:r>
              <a:rPr lang="en-US" sz="2000" dirty="0" smtClean="0">
                <a:latin typeface="Roboto Condensed Light" panose="02000000000000000000" pitchFamily="2" charset="0"/>
                <a:ea typeface="Roboto Condensed Light" panose="02000000000000000000" pitchFamily="2" charset="0"/>
              </a:rPr>
              <a:t>(DS)</a:t>
            </a:r>
            <a:endParaRPr lang="en-US" sz="2000" dirty="0">
              <a:latin typeface="Roboto Condensed Light" panose="02000000000000000000" pitchFamily="2" charset="0"/>
              <a:ea typeface="Roboto Condensed Light" panose="02000000000000000000" pitchFamily="2" charset="0"/>
            </a:endParaRPr>
          </a:p>
          <a:p>
            <a:pPr>
              <a:lnSpc>
                <a:spcPct val="100000"/>
              </a:lnSpc>
            </a:pPr>
            <a:r>
              <a:rPr lang="en-US" sz="2000" dirty="0">
                <a:latin typeface="Roboto Condensed Light" panose="02000000000000000000" pitchFamily="2" charset="0"/>
                <a:ea typeface="Roboto Condensed Light" panose="02000000000000000000" pitchFamily="2" charset="0"/>
              </a:rPr>
              <a:t>GTU #3170719</a:t>
            </a:r>
          </a:p>
        </p:txBody>
      </p:sp>
      <p:sp>
        <p:nvSpPr>
          <p:cNvPr id="11" name="AutoShape 3">
            <a:extLst>
              <a:ext uri="{FF2B5EF4-FFF2-40B4-BE49-F238E27FC236}">
                <a16:creationId xmlns:a16="http://schemas.microsoft.com/office/drawing/2014/main" xmlns="" id="{3D1B70E7-2396-452E-A00A-D1D4AA1E56DF}"/>
              </a:ext>
            </a:extLst>
          </p:cNvPr>
          <p:cNvSpPr>
            <a:spLocks noChangeAspect="1" noChangeArrowheads="1" noTextEdit="1"/>
          </p:cNvSpPr>
          <p:nvPr/>
        </p:nvSpPr>
        <p:spPr bwMode="auto">
          <a:xfrm>
            <a:off x="5573676" y="-3055324"/>
            <a:ext cx="7721600" cy="1457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12" name="Picture Placeholder 11">
            <a:extLst>
              <a:ext uri="{FF2B5EF4-FFF2-40B4-BE49-F238E27FC236}">
                <a16:creationId xmlns:a16="http://schemas.microsoft.com/office/drawing/2014/main" xmlns="" id="{D6337D8C-443B-4C47-A28D-6B3C54970252}"/>
              </a:ext>
            </a:extLst>
          </p:cNvPr>
          <p:cNvPicPr>
            <a:picLocks noGrp="1" noChangeAspect="1"/>
          </p:cNvPicPr>
          <p:nvPr>
            <p:ph type="pic" sz="quarter" idx="10"/>
          </p:nvPr>
        </p:nvPicPr>
        <p:blipFill>
          <a:blip r:embed="rId3" cstate="print">
            <a:extLst>
              <a:ext uri="{28A0092B-C50C-407E-A947-70E740481C1C}">
                <a14:useLocalDpi xmlns:a14="http://schemas.microsoft.com/office/drawing/2010/main" val="0"/>
              </a:ext>
            </a:extLst>
          </a:blip>
          <a:stretch>
            <a:fillRect/>
          </a:stretch>
        </p:blipFill>
        <p:spPr>
          <a:xfrm>
            <a:off x="353569" y="5211251"/>
            <a:ext cx="1353599" cy="1353599"/>
          </a:xfrm>
        </p:spPr>
      </p:pic>
    </p:spTree>
    <p:extLst>
      <p:ext uri="{BB962C8B-B14F-4D97-AF65-F5344CB8AC3E}">
        <p14:creationId xmlns:p14="http://schemas.microsoft.com/office/powerpoint/2010/main" val="66100193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xmlns="" id="{D9EBF344-4A7B-4C4A-AF6D-6441BD040AB3}"/>
              </a:ext>
            </a:extLst>
          </p:cNvPr>
          <p:cNvCxnSpPr>
            <a:cxnSpLocks/>
            <a:endCxn id="6" idx="0"/>
          </p:cNvCxnSpPr>
          <p:nvPr/>
        </p:nvCxnSpPr>
        <p:spPr>
          <a:xfrm>
            <a:off x="1191446" y="0"/>
            <a:ext cx="0" cy="68290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xmlns="" id="{CA925EF2-D58F-4AC0-ACED-F747CC08D69F}"/>
              </a:ext>
            </a:extLst>
          </p:cNvPr>
          <p:cNvCxnSpPr>
            <a:cxnSpLocks/>
          </p:cNvCxnSpPr>
          <p:nvPr/>
        </p:nvCxnSpPr>
        <p:spPr>
          <a:xfrm>
            <a:off x="1191446" y="5063613"/>
            <a:ext cx="0" cy="1794387"/>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xmlns="" id="{4BD1E24D-7739-4C4F-8234-2614FB54ADBC}"/>
              </a:ext>
            </a:extLst>
          </p:cNvPr>
          <p:cNvSpPr/>
          <p:nvPr/>
        </p:nvSpPr>
        <p:spPr>
          <a:xfrm>
            <a:off x="954165" y="682906"/>
            <a:ext cx="474562" cy="474562"/>
          </a:xfrm>
          <a:prstGeom prst="ellipse">
            <a:avLst/>
          </a:prstGeom>
          <a:solidFill>
            <a:schemeClr val="tx2"/>
          </a:solidFill>
          <a:ln>
            <a:solidFill>
              <a:schemeClr val="bg1">
                <a:lumMod val="6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a:sym typeface="Wingdings 2" panose="05020102010507070707" pitchFamily="18" charset="2"/>
              </a:rPr>
              <a:t></a:t>
            </a:r>
            <a:endParaRPr lang="en-US" sz="2800" dirty="0"/>
          </a:p>
        </p:txBody>
      </p:sp>
      <p:sp>
        <p:nvSpPr>
          <p:cNvPr id="7" name="TextBox 6">
            <a:extLst>
              <a:ext uri="{FF2B5EF4-FFF2-40B4-BE49-F238E27FC236}">
                <a16:creationId xmlns:a16="http://schemas.microsoft.com/office/drawing/2014/main" xmlns="" id="{00F422F9-3B3A-4A97-ADB3-F83B13E11C16}"/>
              </a:ext>
            </a:extLst>
          </p:cNvPr>
          <p:cNvSpPr txBox="1"/>
          <p:nvPr/>
        </p:nvSpPr>
        <p:spPr>
          <a:xfrm>
            <a:off x="1527893" y="720132"/>
            <a:ext cx="1175322" cy="400110"/>
          </a:xfrm>
          <a:prstGeom prst="rect">
            <a:avLst/>
          </a:prstGeom>
          <a:noFill/>
        </p:spPr>
        <p:txBody>
          <a:bodyPr wrap="none" rtlCol="0">
            <a:spAutoFit/>
          </a:bodyPr>
          <a:lstStyle/>
          <a:p>
            <a:r>
              <a:rPr lang="en-US" sz="2000" b="1" dirty="0">
                <a:solidFill>
                  <a:schemeClr val="bg1"/>
                </a:solidFill>
              </a:rPr>
              <a:t>Looping</a:t>
            </a:r>
          </a:p>
        </p:txBody>
      </p:sp>
      <p:cxnSp>
        <p:nvCxnSpPr>
          <p:cNvPr id="8" name="Straight Connector 7">
            <a:extLst>
              <a:ext uri="{FF2B5EF4-FFF2-40B4-BE49-F238E27FC236}">
                <a16:creationId xmlns:a16="http://schemas.microsoft.com/office/drawing/2014/main" xmlns="" id="{F34260FD-CAA3-43A0-977C-7E4B57013872}"/>
              </a:ext>
            </a:extLst>
          </p:cNvPr>
          <p:cNvCxnSpPr>
            <a:cxnSpLocks/>
          </p:cNvCxnSpPr>
          <p:nvPr/>
        </p:nvCxnSpPr>
        <p:spPr>
          <a:xfrm>
            <a:off x="1191446" y="1157468"/>
            <a:ext cx="0" cy="3979075"/>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xmlns="" id="{BDA2F9A4-6988-4274-8384-12496EC9D59D}"/>
              </a:ext>
            </a:extLst>
          </p:cNvPr>
          <p:cNvSpPr txBox="1"/>
          <p:nvPr/>
        </p:nvSpPr>
        <p:spPr>
          <a:xfrm>
            <a:off x="1458963" y="731706"/>
            <a:ext cx="8810452" cy="2885405"/>
          </a:xfrm>
          <a:prstGeom prst="rect">
            <a:avLst/>
          </a:prstGeom>
          <a:noFill/>
        </p:spPr>
        <p:txBody>
          <a:bodyPr wrap="square" rtlCol="0">
            <a:spAutoFit/>
          </a:bodyPr>
          <a:lstStyle/>
          <a:p>
            <a:r>
              <a:rPr lang="en-US" sz="2400" b="1" dirty="0"/>
              <a:t>Topics to be covered</a:t>
            </a:r>
          </a:p>
          <a:p>
            <a:pPr marL="742950" lvl="1" indent="-285750">
              <a:lnSpc>
                <a:spcPct val="150000"/>
              </a:lnSpc>
              <a:buFont typeface="Arial" panose="020B0604020202020204" pitchFamily="34" charset="0"/>
              <a:buChar char="•"/>
            </a:pPr>
            <a:r>
              <a:rPr lang="en-US" sz="2100" dirty="0">
                <a:solidFill>
                  <a:schemeClr val="accent6"/>
                </a:solidFill>
              </a:rPr>
              <a:t>Clock </a:t>
            </a:r>
            <a:r>
              <a:rPr lang="en-US" sz="2100" dirty="0" smtClean="0">
                <a:solidFill>
                  <a:schemeClr val="accent6"/>
                </a:solidFill>
              </a:rPr>
              <a:t>Synchronization</a:t>
            </a:r>
          </a:p>
          <a:p>
            <a:pPr marL="742950" lvl="1" indent="-285750">
              <a:lnSpc>
                <a:spcPct val="150000"/>
              </a:lnSpc>
              <a:buFont typeface="Arial" panose="020B0604020202020204" pitchFamily="34" charset="0"/>
              <a:buChar char="•"/>
            </a:pPr>
            <a:r>
              <a:rPr lang="en-US" sz="2100" dirty="0" smtClean="0">
                <a:solidFill>
                  <a:schemeClr val="accent6"/>
                </a:solidFill>
              </a:rPr>
              <a:t>Logical Clocks</a:t>
            </a:r>
          </a:p>
          <a:p>
            <a:pPr marL="742950" lvl="1" indent="-285750">
              <a:lnSpc>
                <a:spcPct val="150000"/>
              </a:lnSpc>
              <a:buFont typeface="Arial" panose="020B0604020202020204" pitchFamily="34" charset="0"/>
              <a:buChar char="•"/>
            </a:pPr>
            <a:r>
              <a:rPr lang="en-US" sz="2100" dirty="0" smtClean="0">
                <a:solidFill>
                  <a:schemeClr val="accent6"/>
                </a:solidFill>
              </a:rPr>
              <a:t>Mutual Exclusion</a:t>
            </a:r>
          </a:p>
          <a:p>
            <a:pPr marL="742950" lvl="1" indent="-285750">
              <a:lnSpc>
                <a:spcPct val="150000"/>
              </a:lnSpc>
              <a:buFont typeface="Arial" panose="020B0604020202020204" pitchFamily="34" charset="0"/>
              <a:buChar char="•"/>
            </a:pPr>
            <a:r>
              <a:rPr lang="en-US" sz="2100" dirty="0" smtClean="0">
                <a:solidFill>
                  <a:schemeClr val="accent6"/>
                </a:solidFill>
              </a:rPr>
              <a:t>Global </a:t>
            </a:r>
            <a:r>
              <a:rPr lang="en-US" sz="2100" dirty="0">
                <a:solidFill>
                  <a:schemeClr val="accent6"/>
                </a:solidFill>
              </a:rPr>
              <a:t>Positioning Of </a:t>
            </a:r>
            <a:r>
              <a:rPr lang="en-US" sz="2100" dirty="0" smtClean="0">
                <a:solidFill>
                  <a:schemeClr val="accent6"/>
                </a:solidFill>
              </a:rPr>
              <a:t>Nodes</a:t>
            </a:r>
          </a:p>
          <a:p>
            <a:pPr marL="742950" lvl="1" indent="-285750">
              <a:lnSpc>
                <a:spcPct val="150000"/>
              </a:lnSpc>
              <a:buFont typeface="Arial" panose="020B0604020202020204" pitchFamily="34" charset="0"/>
              <a:buChar char="•"/>
            </a:pPr>
            <a:r>
              <a:rPr lang="en-US" sz="2100" dirty="0" smtClean="0">
                <a:solidFill>
                  <a:schemeClr val="accent6"/>
                </a:solidFill>
              </a:rPr>
              <a:t>Election </a:t>
            </a:r>
            <a:r>
              <a:rPr lang="en-US" sz="2100" dirty="0">
                <a:solidFill>
                  <a:schemeClr val="accent6"/>
                </a:solidFill>
              </a:rPr>
              <a:t>Algorithms</a:t>
            </a:r>
          </a:p>
        </p:txBody>
      </p:sp>
    </p:spTree>
    <p:extLst>
      <p:ext uri="{BB962C8B-B14F-4D97-AF65-F5344CB8AC3E}">
        <p14:creationId xmlns:p14="http://schemas.microsoft.com/office/powerpoint/2010/main" val="585272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Synchronization</a:t>
            </a:r>
          </a:p>
        </p:txBody>
      </p:sp>
      <p:pic>
        <p:nvPicPr>
          <p:cNvPr id="3074" name="Picture 2" descr="https://miro.medium.com/max/700/0*s1z1pbGAuWptVh8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025" y="823913"/>
            <a:ext cx="9088438" cy="51025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7605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Synchronization</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pPr>
              <a:lnSpc>
                <a:spcPct val="100000"/>
              </a:lnSpc>
            </a:pPr>
            <a:r>
              <a:rPr lang="en-US" dirty="0"/>
              <a:t>Until now, we have looked at:</a:t>
            </a:r>
          </a:p>
          <a:p>
            <a:pPr lvl="2"/>
            <a:r>
              <a:rPr lang="en-US" sz="2400" dirty="0"/>
              <a:t>How entities communicate with each other</a:t>
            </a:r>
          </a:p>
          <a:p>
            <a:pPr lvl="2"/>
            <a:r>
              <a:rPr lang="en-US" sz="2400" dirty="0"/>
              <a:t>How entities are named and identified</a:t>
            </a:r>
          </a:p>
          <a:p>
            <a:pPr>
              <a:lnSpc>
                <a:spcPct val="100000"/>
              </a:lnSpc>
            </a:pPr>
            <a:r>
              <a:rPr lang="en-US" dirty="0"/>
              <a:t>In addition to the above requirements, entities in DSs often have to cooperate and synchronize to solve a given problem correctly</a:t>
            </a:r>
          </a:p>
          <a:p>
            <a:pPr lvl="2"/>
            <a:r>
              <a:rPr lang="en-US" sz="2400" dirty="0"/>
              <a:t>E.g., In a distributed file system, processes have to synchronize and cooperate such that two processes are not allowed to write to the same part of a file</a:t>
            </a:r>
          </a:p>
        </p:txBody>
      </p:sp>
    </p:spTree>
    <p:extLst>
      <p:ext uri="{BB962C8B-B14F-4D97-AF65-F5344CB8AC3E}">
        <p14:creationId xmlns:p14="http://schemas.microsoft.com/office/powerpoint/2010/main" val="22776389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Need for Synchronization </a:t>
            </a:r>
            <a:r>
              <a:rPr lang="en-US" dirty="0" smtClean="0"/>
              <a:t>– An Example</a:t>
            </a:r>
            <a:endParaRPr lang="en-US" dirty="0"/>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pPr>
              <a:lnSpc>
                <a:spcPct val="100000"/>
              </a:lnSpc>
            </a:pPr>
            <a:r>
              <a:rPr lang="en-US" dirty="0"/>
              <a:t>Vehicle tracking in a City Surveillance System using a Distributed Sensor Network of Cameras</a:t>
            </a:r>
          </a:p>
          <a:p>
            <a:pPr lvl="2"/>
            <a:r>
              <a:rPr lang="en-US" sz="2400" dirty="0">
                <a:solidFill>
                  <a:schemeClr val="accent6"/>
                </a:solidFill>
              </a:rPr>
              <a:t>Objective</a:t>
            </a:r>
            <a:r>
              <a:rPr lang="en-US" sz="2400" dirty="0"/>
              <a:t>: To keep track of suspicious vehicles</a:t>
            </a:r>
          </a:p>
          <a:p>
            <a:pPr lvl="2"/>
            <a:r>
              <a:rPr lang="en-US" sz="2400" dirty="0"/>
              <a:t>Camera Sensor Nodes are deployed over the city</a:t>
            </a:r>
          </a:p>
          <a:p>
            <a:pPr lvl="2"/>
            <a:r>
              <a:rPr lang="en-US" sz="2400" dirty="0"/>
              <a:t>Each Camera Sensor that detects a vehicle reports the time to a central server</a:t>
            </a:r>
          </a:p>
          <a:p>
            <a:pPr lvl="2"/>
            <a:r>
              <a:rPr lang="en-US" sz="2400" dirty="0"/>
              <a:t>Server tracks the movement of the suspicious </a:t>
            </a:r>
            <a:r>
              <a:rPr lang="en-US" sz="2400" dirty="0" smtClean="0"/>
              <a:t>vehicle</a:t>
            </a:r>
            <a:endParaRPr lang="en-US" sz="2400" dirty="0"/>
          </a:p>
        </p:txBody>
      </p:sp>
      <p:pic>
        <p:nvPicPr>
          <p:cNvPr id="30" name="Picture 8">
            <a:extLst>
              <a:ext uri="{FF2B5EF4-FFF2-40B4-BE49-F238E27FC236}">
                <a16:creationId xmlns:a16="http://schemas.microsoft.com/office/drawing/2014/main" xmlns="" id="{C3B285FA-A157-4667-B3CB-70F51CB7DA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41700" y="3321870"/>
            <a:ext cx="6019800" cy="313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 name="Picture 13" descr="C:\Users\vkolar\AppData\Local\Microsoft\Windows\Temporary Internet Files\Content.IE5\VTHTR7LA\MC900322649[1].wmf">
            <a:extLst>
              <a:ext uri="{FF2B5EF4-FFF2-40B4-BE49-F238E27FC236}">
                <a16:creationId xmlns:a16="http://schemas.microsoft.com/office/drawing/2014/main" xmlns="" id="{0B6ACDFF-141A-47BC-89DA-F5E9A24192D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00700" y="3817170"/>
            <a:ext cx="419100" cy="27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 name="Picture 13" descr="C:\Users\vkolar\AppData\Local\Microsoft\Windows\Temporary Internet Files\Content.IE5\VTHTR7LA\MC900322649[1].wmf">
            <a:extLst>
              <a:ext uri="{FF2B5EF4-FFF2-40B4-BE49-F238E27FC236}">
                <a16:creationId xmlns:a16="http://schemas.microsoft.com/office/drawing/2014/main" xmlns="" id="{348E1560-3487-4C84-BABA-D3F328BD847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19800" y="3475858"/>
            <a:ext cx="417512" cy="27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 name="Picture 13" descr="C:\Users\vkolar\AppData\Local\Microsoft\Windows\Temporary Internet Files\Content.IE5\VTHTR7LA\MC900322649[1].wmf">
            <a:extLst>
              <a:ext uri="{FF2B5EF4-FFF2-40B4-BE49-F238E27FC236}">
                <a16:creationId xmlns:a16="http://schemas.microsoft.com/office/drawing/2014/main" xmlns="" id="{53D562FA-CCFB-40EB-B17A-9623AC8EE8E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34275" y="4193408"/>
            <a:ext cx="417512" cy="27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 name="Picture 13" descr="C:\Users\vkolar\AppData\Local\Microsoft\Windows\Temporary Internet Files\Content.IE5\VTHTR7LA\MC900322649[1].wmf">
            <a:extLst>
              <a:ext uri="{FF2B5EF4-FFF2-40B4-BE49-F238E27FC236}">
                <a16:creationId xmlns:a16="http://schemas.microsoft.com/office/drawing/2014/main" xmlns="" id="{7C6352DE-E778-4506-8E0F-3F8C1C48D58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005887" y="4888733"/>
            <a:ext cx="419100" cy="27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 name="Picture 13" descr="C:\Users\vkolar\AppData\Local\Microsoft\Windows\Temporary Internet Files\Content.IE5\VTHTR7LA\MC900322649[1].wmf">
            <a:extLst>
              <a:ext uri="{FF2B5EF4-FFF2-40B4-BE49-F238E27FC236}">
                <a16:creationId xmlns:a16="http://schemas.microsoft.com/office/drawing/2014/main" xmlns="" id="{54A393B5-2DB2-45F4-810F-7E9E0C57E9D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96063" y="4414070"/>
            <a:ext cx="417513" cy="27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 name="Picture 13" descr="C:\Users\vkolar\AppData\Local\Microsoft\Windows\Temporary Internet Files\Content.IE5\VTHTR7LA\MC900322649[1].wmf">
            <a:extLst>
              <a:ext uri="{FF2B5EF4-FFF2-40B4-BE49-F238E27FC236}">
                <a16:creationId xmlns:a16="http://schemas.microsoft.com/office/drawing/2014/main" xmlns="" id="{9D9FA9BA-E71D-4639-9F56-174E71F9874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69112" y="4964933"/>
            <a:ext cx="419100" cy="27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13" descr="C:\Users\vkolar\AppData\Local\Microsoft\Windows\Temporary Internet Files\Content.IE5\VTHTR7LA\MC900322649[1].wmf">
            <a:extLst>
              <a:ext uri="{FF2B5EF4-FFF2-40B4-BE49-F238E27FC236}">
                <a16:creationId xmlns:a16="http://schemas.microsoft.com/office/drawing/2014/main" xmlns="" id="{66DB0B7A-3B08-4F36-8836-B9E8E638EB8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00700" y="4964933"/>
            <a:ext cx="419100" cy="27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 name="Picture 9" descr="C:\Program Files\Microsoft Office\MEDIA\CAGCAT10\j0212957.wmf">
            <a:extLst>
              <a:ext uri="{FF2B5EF4-FFF2-40B4-BE49-F238E27FC236}">
                <a16:creationId xmlns:a16="http://schemas.microsoft.com/office/drawing/2014/main" xmlns="" id="{FA9E7A96-25D6-40DE-8CD8-375FC382A222}"/>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396288" y="5091933"/>
            <a:ext cx="849313"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 name="Rounded Rectangular Callout 38">
            <a:extLst>
              <a:ext uri="{FF2B5EF4-FFF2-40B4-BE49-F238E27FC236}">
                <a16:creationId xmlns:a16="http://schemas.microsoft.com/office/drawing/2014/main" xmlns="" id="{7F7784A3-56FC-474B-8D9B-7035F92D896F}"/>
              </a:ext>
            </a:extLst>
          </p:cNvPr>
          <p:cNvSpPr/>
          <p:nvPr/>
        </p:nvSpPr>
        <p:spPr>
          <a:xfrm>
            <a:off x="8583613" y="4125146"/>
            <a:ext cx="993775" cy="288925"/>
          </a:xfrm>
          <a:prstGeom prst="wedgeRoundRectCallout">
            <a:avLst>
              <a:gd name="adj1" fmla="val 16334"/>
              <a:gd name="adj2" fmla="val 198399"/>
              <a:gd name="adj3" fmla="val 16667"/>
            </a:avLst>
          </a:prstGeom>
          <a:solidFill>
            <a:srgbClr val="1D306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1100" b="1" dirty="0"/>
              <a:t>1:00 PM: </a:t>
            </a:r>
          </a:p>
          <a:p>
            <a:pPr algn="ctr" eaLnBrk="1" hangingPunct="1">
              <a:defRPr/>
            </a:pPr>
            <a:r>
              <a:rPr lang="en-US" sz="1100" b="1" dirty="0"/>
              <a:t>Car spotted</a:t>
            </a:r>
          </a:p>
        </p:txBody>
      </p:sp>
      <p:sp>
        <p:nvSpPr>
          <p:cNvPr id="40" name="Rounded Rectangular Callout 39">
            <a:extLst>
              <a:ext uri="{FF2B5EF4-FFF2-40B4-BE49-F238E27FC236}">
                <a16:creationId xmlns:a16="http://schemas.microsoft.com/office/drawing/2014/main" xmlns="" id="{6310B3AC-4D87-4546-9234-C863EEE83CB9}"/>
              </a:ext>
            </a:extLst>
          </p:cNvPr>
          <p:cNvSpPr/>
          <p:nvPr/>
        </p:nvSpPr>
        <p:spPr>
          <a:xfrm>
            <a:off x="7178676" y="3458396"/>
            <a:ext cx="993775" cy="290513"/>
          </a:xfrm>
          <a:prstGeom prst="wedgeRoundRectCallout">
            <a:avLst>
              <a:gd name="adj1" fmla="val 16334"/>
              <a:gd name="adj2" fmla="val 198399"/>
              <a:gd name="adj3" fmla="val 16667"/>
            </a:avLst>
          </a:prstGeom>
          <a:solidFill>
            <a:srgbClr val="1D306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1100" b="1" dirty="0"/>
              <a:t>1:05 PM: </a:t>
            </a:r>
          </a:p>
          <a:p>
            <a:pPr algn="ctr" eaLnBrk="1" hangingPunct="1">
              <a:defRPr/>
            </a:pPr>
            <a:r>
              <a:rPr lang="en-US" sz="1100" b="1" dirty="0"/>
              <a:t>Car spotted</a:t>
            </a:r>
          </a:p>
        </p:txBody>
      </p:sp>
      <p:sp>
        <p:nvSpPr>
          <p:cNvPr id="41" name="Rounded Rectangular Callout 40">
            <a:extLst>
              <a:ext uri="{FF2B5EF4-FFF2-40B4-BE49-F238E27FC236}">
                <a16:creationId xmlns:a16="http://schemas.microsoft.com/office/drawing/2014/main" xmlns="" id="{B8E7D379-9356-40F5-A551-61F267B05914}"/>
              </a:ext>
            </a:extLst>
          </p:cNvPr>
          <p:cNvSpPr/>
          <p:nvPr/>
        </p:nvSpPr>
        <p:spPr>
          <a:xfrm>
            <a:off x="6372226" y="3110733"/>
            <a:ext cx="993775" cy="290512"/>
          </a:xfrm>
          <a:prstGeom prst="wedgeRoundRectCallout">
            <a:avLst>
              <a:gd name="adj1" fmla="val -41975"/>
              <a:gd name="adj2" fmla="val 126697"/>
              <a:gd name="adj3" fmla="val 16667"/>
            </a:avLst>
          </a:prstGeom>
          <a:solidFill>
            <a:srgbClr val="1D306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1100" b="1" dirty="0"/>
              <a:t>1:08 PM: </a:t>
            </a:r>
          </a:p>
          <a:p>
            <a:pPr algn="ctr" eaLnBrk="1" hangingPunct="1">
              <a:defRPr/>
            </a:pPr>
            <a:r>
              <a:rPr lang="en-US" sz="1100" b="1" dirty="0"/>
              <a:t>Car spotted</a:t>
            </a:r>
          </a:p>
        </p:txBody>
      </p:sp>
      <p:sp>
        <p:nvSpPr>
          <p:cNvPr id="42" name="Rounded Rectangular Callout 41">
            <a:extLst>
              <a:ext uri="{FF2B5EF4-FFF2-40B4-BE49-F238E27FC236}">
                <a16:creationId xmlns:a16="http://schemas.microsoft.com/office/drawing/2014/main" xmlns="" id="{E8FB5940-67EB-4252-AE43-1AFA215A511F}"/>
              </a:ext>
            </a:extLst>
          </p:cNvPr>
          <p:cNvSpPr/>
          <p:nvPr/>
        </p:nvSpPr>
        <p:spPr>
          <a:xfrm>
            <a:off x="6184901" y="3979096"/>
            <a:ext cx="993775" cy="290513"/>
          </a:xfrm>
          <a:prstGeom prst="wedgeRoundRectCallout">
            <a:avLst>
              <a:gd name="adj1" fmla="val -73890"/>
              <a:gd name="adj2" fmla="val -45153"/>
              <a:gd name="adj3" fmla="val 16667"/>
            </a:avLst>
          </a:prstGeom>
          <a:solidFill>
            <a:srgbClr val="1D306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1100" b="1" dirty="0"/>
              <a:t>1:15 PM: </a:t>
            </a:r>
          </a:p>
          <a:p>
            <a:pPr algn="ctr" eaLnBrk="1" hangingPunct="1">
              <a:defRPr/>
            </a:pPr>
            <a:r>
              <a:rPr lang="en-US" sz="1100" b="1" dirty="0"/>
              <a:t>Car spotted</a:t>
            </a:r>
          </a:p>
        </p:txBody>
      </p:sp>
      <p:sp>
        <p:nvSpPr>
          <p:cNvPr id="43" name="Rounded Rectangular Callout 42">
            <a:extLst>
              <a:ext uri="{FF2B5EF4-FFF2-40B4-BE49-F238E27FC236}">
                <a16:creationId xmlns:a16="http://schemas.microsoft.com/office/drawing/2014/main" xmlns="" id="{9D758AA2-29C7-40AB-83C8-7514C93EF437}"/>
              </a:ext>
            </a:extLst>
          </p:cNvPr>
          <p:cNvSpPr/>
          <p:nvPr/>
        </p:nvSpPr>
        <p:spPr>
          <a:xfrm>
            <a:off x="6184901" y="5071296"/>
            <a:ext cx="993775" cy="288925"/>
          </a:xfrm>
          <a:prstGeom prst="wedgeRoundRectCallout">
            <a:avLst>
              <a:gd name="adj1" fmla="val -73890"/>
              <a:gd name="adj2" fmla="val -45153"/>
              <a:gd name="adj3" fmla="val 16667"/>
            </a:avLst>
          </a:prstGeom>
          <a:solidFill>
            <a:srgbClr val="1D306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1100" b="1" dirty="0"/>
              <a:t>1:17 PM: </a:t>
            </a:r>
          </a:p>
          <a:p>
            <a:pPr algn="ctr" eaLnBrk="1" hangingPunct="1">
              <a:defRPr/>
            </a:pPr>
            <a:r>
              <a:rPr lang="en-US" sz="1100" b="1" dirty="0"/>
              <a:t>Car spotted</a:t>
            </a:r>
          </a:p>
        </p:txBody>
      </p:sp>
      <p:cxnSp>
        <p:nvCxnSpPr>
          <p:cNvPr id="44" name="Straight Arrow Connector 43">
            <a:extLst>
              <a:ext uri="{FF2B5EF4-FFF2-40B4-BE49-F238E27FC236}">
                <a16:creationId xmlns:a16="http://schemas.microsoft.com/office/drawing/2014/main" xmlns="" id="{170E1F53-BEC4-4027-A70E-E05FFE553B57}"/>
              </a:ext>
            </a:extLst>
          </p:cNvPr>
          <p:cNvCxnSpPr/>
          <p:nvPr/>
        </p:nvCxnSpPr>
        <p:spPr>
          <a:xfrm flipH="1">
            <a:off x="3956051" y="5025258"/>
            <a:ext cx="5049837" cy="798512"/>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xmlns="" id="{0D9C518E-17F0-446E-B7BB-8E54CAA8E4A0}"/>
              </a:ext>
            </a:extLst>
          </p:cNvPr>
          <p:cNvCxnSpPr/>
          <p:nvPr/>
        </p:nvCxnSpPr>
        <p:spPr>
          <a:xfrm flipH="1">
            <a:off x="3956050" y="3817170"/>
            <a:ext cx="3719512" cy="200660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xmlns="" id="{14027BF2-C000-4E4D-9A80-A54A7C9506B5}"/>
              </a:ext>
            </a:extLst>
          </p:cNvPr>
          <p:cNvCxnSpPr/>
          <p:nvPr/>
        </p:nvCxnSpPr>
        <p:spPr>
          <a:xfrm flipH="1">
            <a:off x="3956050" y="3256784"/>
            <a:ext cx="2386012" cy="2566987"/>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xmlns="" id="{80E1CF2B-7788-450A-99D7-3C381397A1DB}"/>
              </a:ext>
            </a:extLst>
          </p:cNvPr>
          <p:cNvCxnSpPr/>
          <p:nvPr/>
        </p:nvCxnSpPr>
        <p:spPr>
          <a:xfrm flipH="1">
            <a:off x="3956050" y="4090220"/>
            <a:ext cx="1854200" cy="173355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xmlns="" id="{77EBB7AC-AA30-4EF5-A51A-7F1710D89CDE}"/>
              </a:ext>
            </a:extLst>
          </p:cNvPr>
          <p:cNvCxnSpPr/>
          <p:nvPr/>
        </p:nvCxnSpPr>
        <p:spPr>
          <a:xfrm flipH="1">
            <a:off x="3956050" y="5237984"/>
            <a:ext cx="1771650" cy="585787"/>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9" name="Rounded Rectangular Callout 48">
            <a:extLst>
              <a:ext uri="{FF2B5EF4-FFF2-40B4-BE49-F238E27FC236}">
                <a16:creationId xmlns:a16="http://schemas.microsoft.com/office/drawing/2014/main" xmlns="" id="{BDD107A8-34B0-4D35-A306-5FEC09866166}"/>
              </a:ext>
            </a:extLst>
          </p:cNvPr>
          <p:cNvSpPr/>
          <p:nvPr/>
        </p:nvSpPr>
        <p:spPr>
          <a:xfrm>
            <a:off x="8583613" y="4109271"/>
            <a:ext cx="993775" cy="290513"/>
          </a:xfrm>
          <a:prstGeom prst="wedgeRoundRectCallout">
            <a:avLst>
              <a:gd name="adj1" fmla="val 16334"/>
              <a:gd name="adj2" fmla="val 198399"/>
              <a:gd name="adj3" fmla="val 16667"/>
            </a:avLst>
          </a:prstGeom>
          <a:solidFill>
            <a:srgbClr val="1D306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1100" b="1" dirty="0"/>
              <a:t>3:00 PM: </a:t>
            </a:r>
          </a:p>
          <a:p>
            <a:pPr algn="ctr" eaLnBrk="1" hangingPunct="1">
              <a:defRPr/>
            </a:pPr>
            <a:r>
              <a:rPr lang="en-US" sz="1100" b="1" dirty="0"/>
              <a:t>Car spotted</a:t>
            </a:r>
          </a:p>
        </p:txBody>
      </p:sp>
      <p:sp>
        <p:nvSpPr>
          <p:cNvPr id="50" name="Rounded Rectangular Callout 49">
            <a:extLst>
              <a:ext uri="{FF2B5EF4-FFF2-40B4-BE49-F238E27FC236}">
                <a16:creationId xmlns:a16="http://schemas.microsoft.com/office/drawing/2014/main" xmlns="" id="{C0801279-91D0-4AD5-A774-32E6603A9D51}"/>
              </a:ext>
            </a:extLst>
          </p:cNvPr>
          <p:cNvSpPr/>
          <p:nvPr/>
        </p:nvSpPr>
        <p:spPr>
          <a:xfrm>
            <a:off x="7175501" y="3472683"/>
            <a:ext cx="993775" cy="290512"/>
          </a:xfrm>
          <a:prstGeom prst="wedgeRoundRectCallout">
            <a:avLst>
              <a:gd name="adj1" fmla="val 16334"/>
              <a:gd name="adj2" fmla="val 198399"/>
              <a:gd name="adj3" fmla="val 16667"/>
            </a:avLst>
          </a:prstGeom>
          <a:solidFill>
            <a:srgbClr val="1D306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1100" b="1" dirty="0"/>
              <a:t>1:16 PM: </a:t>
            </a:r>
          </a:p>
          <a:p>
            <a:pPr algn="ctr" eaLnBrk="1" hangingPunct="1">
              <a:defRPr/>
            </a:pPr>
            <a:r>
              <a:rPr lang="en-US" sz="1100" b="1" dirty="0"/>
              <a:t>Car spotted</a:t>
            </a:r>
          </a:p>
        </p:txBody>
      </p:sp>
      <p:sp>
        <p:nvSpPr>
          <p:cNvPr id="51" name="Rounded Rectangular Callout 50">
            <a:extLst>
              <a:ext uri="{FF2B5EF4-FFF2-40B4-BE49-F238E27FC236}">
                <a16:creationId xmlns:a16="http://schemas.microsoft.com/office/drawing/2014/main" xmlns="" id="{B951C2D8-6073-42AC-ACCB-D1B4C4D2CA7F}"/>
              </a:ext>
            </a:extLst>
          </p:cNvPr>
          <p:cNvSpPr/>
          <p:nvPr/>
        </p:nvSpPr>
        <p:spPr>
          <a:xfrm>
            <a:off x="6372226" y="3109145"/>
            <a:ext cx="993775" cy="292100"/>
          </a:xfrm>
          <a:prstGeom prst="wedgeRoundRectCallout">
            <a:avLst>
              <a:gd name="adj1" fmla="val -41975"/>
              <a:gd name="adj2" fmla="val 148512"/>
              <a:gd name="adj3" fmla="val 16667"/>
            </a:avLst>
          </a:prstGeom>
          <a:solidFill>
            <a:srgbClr val="1D306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1100" b="1" dirty="0"/>
              <a:t>1:12 PM: </a:t>
            </a:r>
          </a:p>
          <a:p>
            <a:pPr algn="ctr" eaLnBrk="1" hangingPunct="1">
              <a:defRPr/>
            </a:pPr>
            <a:r>
              <a:rPr lang="en-US" sz="1100" b="1" dirty="0"/>
              <a:t>Car spotted</a:t>
            </a:r>
          </a:p>
        </p:txBody>
      </p:sp>
      <p:sp>
        <p:nvSpPr>
          <p:cNvPr id="52" name="Rounded Rectangular Callout 51">
            <a:extLst>
              <a:ext uri="{FF2B5EF4-FFF2-40B4-BE49-F238E27FC236}">
                <a16:creationId xmlns:a16="http://schemas.microsoft.com/office/drawing/2014/main" xmlns="" id="{33FA9E5F-6FDD-4A64-9814-6DB700589B4D}"/>
              </a:ext>
            </a:extLst>
          </p:cNvPr>
          <p:cNvSpPr/>
          <p:nvPr/>
        </p:nvSpPr>
        <p:spPr>
          <a:xfrm>
            <a:off x="6202362" y="3979096"/>
            <a:ext cx="992188" cy="288925"/>
          </a:xfrm>
          <a:prstGeom prst="wedgeRoundRectCallout">
            <a:avLst>
              <a:gd name="adj1" fmla="val -73890"/>
              <a:gd name="adj2" fmla="val -45153"/>
              <a:gd name="adj3" fmla="val 16667"/>
            </a:avLst>
          </a:prstGeom>
          <a:solidFill>
            <a:srgbClr val="1D306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1100" b="1" dirty="0"/>
              <a:t>1:25 PM: </a:t>
            </a:r>
          </a:p>
          <a:p>
            <a:pPr algn="ctr" eaLnBrk="1" hangingPunct="1">
              <a:defRPr/>
            </a:pPr>
            <a:r>
              <a:rPr lang="en-US" sz="1100" b="1" dirty="0"/>
              <a:t>Car spotted</a:t>
            </a:r>
          </a:p>
        </p:txBody>
      </p:sp>
      <p:sp>
        <p:nvSpPr>
          <p:cNvPr id="53" name="Rounded Rectangular Callout 52">
            <a:extLst>
              <a:ext uri="{FF2B5EF4-FFF2-40B4-BE49-F238E27FC236}">
                <a16:creationId xmlns:a16="http://schemas.microsoft.com/office/drawing/2014/main" xmlns="" id="{ACFF5705-21F8-4550-AE92-0E17070E1537}"/>
              </a:ext>
            </a:extLst>
          </p:cNvPr>
          <p:cNvSpPr/>
          <p:nvPr/>
        </p:nvSpPr>
        <p:spPr>
          <a:xfrm>
            <a:off x="6173787" y="5076058"/>
            <a:ext cx="992188" cy="290512"/>
          </a:xfrm>
          <a:prstGeom prst="wedgeRoundRectCallout">
            <a:avLst>
              <a:gd name="adj1" fmla="val -73890"/>
              <a:gd name="adj2" fmla="val -45153"/>
              <a:gd name="adj3" fmla="val 16667"/>
            </a:avLst>
          </a:prstGeom>
          <a:solidFill>
            <a:srgbClr val="1D306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1100" b="1" dirty="0"/>
              <a:t>1:18 PM: </a:t>
            </a:r>
          </a:p>
          <a:p>
            <a:pPr algn="ctr" eaLnBrk="1" hangingPunct="1">
              <a:defRPr/>
            </a:pPr>
            <a:r>
              <a:rPr lang="en-US" sz="1100" b="1" dirty="0"/>
              <a:t>Car spotted</a:t>
            </a:r>
          </a:p>
        </p:txBody>
      </p:sp>
      <p:sp>
        <p:nvSpPr>
          <p:cNvPr id="54" name="Rectangle 53">
            <a:extLst>
              <a:ext uri="{FF2B5EF4-FFF2-40B4-BE49-F238E27FC236}">
                <a16:creationId xmlns:a16="http://schemas.microsoft.com/office/drawing/2014/main" xmlns="" id="{EC7CB287-7348-4DF9-9CC9-F97F01C44DAA}"/>
              </a:ext>
            </a:extLst>
          </p:cNvPr>
          <p:cNvSpPr/>
          <p:nvPr/>
        </p:nvSpPr>
        <p:spPr>
          <a:xfrm>
            <a:off x="217487" y="3735746"/>
            <a:ext cx="3124201" cy="1563688"/>
          </a:xfrm>
          <a:prstGeom prst="rect">
            <a:avLst/>
          </a:prstGeom>
          <a:solidFill>
            <a:srgbClr val="1D3064"/>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2000" dirty="0">
                <a:solidFill>
                  <a:schemeClr val="bg1"/>
                </a:solidFill>
              </a:rPr>
              <a:t>If the sensor nodes do not have a consistent version of the time, the vehicle cannot be reliably tracked</a:t>
            </a:r>
          </a:p>
        </p:txBody>
      </p:sp>
      <p:pic>
        <p:nvPicPr>
          <p:cNvPr id="55" name="Picture 30" descr="C:\Users\vkolar\AppData\Local\Microsoft\Windows\Temporary Internet Files\Content.IE5\E2H73JIM\MC900431576[1].png">
            <a:extLst>
              <a:ext uri="{FF2B5EF4-FFF2-40B4-BE49-F238E27FC236}">
                <a16:creationId xmlns:a16="http://schemas.microsoft.com/office/drawing/2014/main" xmlns="" id="{FE5AE9DF-5138-4CD1-B05E-ED31D725D18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24187" y="5441184"/>
            <a:ext cx="1004888" cy="101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301313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2"/>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5"/>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3"/>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4"/>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7"/>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42" presetClass="path" presetSubtype="0" accel="50000" decel="50000" fill="hold" nodeType="clickEffect">
                                  <p:stCondLst>
                                    <p:cond delay="0"/>
                                  </p:stCondLst>
                                  <p:childTnLst>
                                    <p:animMotion origin="layout" path="M 0.07526 -1.48148E-6 L -0.28789 -0.25069 " pathEditMode="relative" rAng="0" ptsTypes="AA">
                                      <p:cBhvr>
                                        <p:cTn id="50" dur="3000" fill="hold"/>
                                        <p:tgtEl>
                                          <p:spTgt spid="38"/>
                                        </p:tgtEl>
                                        <p:attrNameLst>
                                          <p:attrName>ppt_x</p:attrName>
                                          <p:attrName>ppt_y</p:attrName>
                                        </p:attrNameLst>
                                      </p:cBhvr>
                                      <p:rCtr x="-18164" y="-12546"/>
                                    </p:animMotion>
                                  </p:childTnLst>
                                </p:cTn>
                              </p:par>
                            </p:childTnLst>
                          </p:cTn>
                        </p:par>
                        <p:par>
                          <p:cTn id="51" fill="hold">
                            <p:stCondLst>
                              <p:cond delay="3000"/>
                            </p:stCondLst>
                            <p:childTnLst>
                              <p:par>
                                <p:cTn id="52" presetID="42" presetClass="path" presetSubtype="0" accel="50000" decel="50000" fill="hold" nodeType="afterEffect">
                                  <p:stCondLst>
                                    <p:cond delay="0"/>
                                  </p:stCondLst>
                                  <p:childTnLst>
                                    <p:animMotion origin="layout" path="M -0.28789 -0.25069 L -0.27123 0.04908 " pathEditMode="relative" rAng="0" ptsTypes="AA">
                                      <p:cBhvr>
                                        <p:cTn id="53" dur="3000" fill="hold"/>
                                        <p:tgtEl>
                                          <p:spTgt spid="38"/>
                                        </p:tgtEl>
                                        <p:attrNameLst>
                                          <p:attrName>ppt_x</p:attrName>
                                          <p:attrName>ppt_y</p:attrName>
                                        </p:attrNameLst>
                                      </p:cBhvr>
                                      <p:rCtr x="833" y="14977"/>
                                    </p:animMotion>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39"/>
                                        </p:tgtEl>
                                        <p:attrNameLst>
                                          <p:attrName>style.visibility</p:attrName>
                                        </p:attrNameLst>
                                      </p:cBhvr>
                                      <p:to>
                                        <p:strVal val="visible"/>
                                      </p:to>
                                    </p:set>
                                  </p:childTnLst>
                                </p:cTn>
                              </p:par>
                              <p:par>
                                <p:cTn id="58" presetID="1" presetClass="entr" presetSubtype="0" fill="hold" grpId="0" nodeType="withEffect">
                                  <p:stCondLst>
                                    <p:cond delay="0"/>
                                  </p:stCondLst>
                                  <p:childTnLst>
                                    <p:set>
                                      <p:cBhvr>
                                        <p:cTn id="59" dur="1" fill="hold">
                                          <p:stCondLst>
                                            <p:cond delay="0"/>
                                          </p:stCondLst>
                                        </p:cTn>
                                        <p:tgtEl>
                                          <p:spTgt spid="40"/>
                                        </p:tgtEl>
                                        <p:attrNameLst>
                                          <p:attrName>style.visibility</p:attrName>
                                        </p:attrNameLst>
                                      </p:cBhvr>
                                      <p:to>
                                        <p:strVal val="visible"/>
                                      </p:to>
                                    </p:set>
                                  </p:childTnLst>
                                </p:cTn>
                              </p:par>
                              <p:par>
                                <p:cTn id="60" presetID="1" presetClass="entr" presetSubtype="0" fill="hold" grpId="0" nodeType="withEffect">
                                  <p:stCondLst>
                                    <p:cond delay="0"/>
                                  </p:stCondLst>
                                  <p:childTnLst>
                                    <p:set>
                                      <p:cBhvr>
                                        <p:cTn id="61" dur="1" fill="hold">
                                          <p:stCondLst>
                                            <p:cond delay="0"/>
                                          </p:stCondLst>
                                        </p:cTn>
                                        <p:tgtEl>
                                          <p:spTgt spid="41"/>
                                        </p:tgtEl>
                                        <p:attrNameLst>
                                          <p:attrName>style.visibility</p:attrName>
                                        </p:attrNameLst>
                                      </p:cBhvr>
                                      <p:to>
                                        <p:strVal val="visible"/>
                                      </p:to>
                                    </p:set>
                                  </p:childTnLst>
                                </p:cTn>
                              </p:par>
                              <p:par>
                                <p:cTn id="62" presetID="1" presetClass="entr" presetSubtype="0" fill="hold" grpId="0" nodeType="withEffect">
                                  <p:stCondLst>
                                    <p:cond delay="0"/>
                                  </p:stCondLst>
                                  <p:childTnLst>
                                    <p:set>
                                      <p:cBhvr>
                                        <p:cTn id="63" dur="1" fill="hold">
                                          <p:stCondLst>
                                            <p:cond delay="0"/>
                                          </p:stCondLst>
                                        </p:cTn>
                                        <p:tgtEl>
                                          <p:spTgt spid="42"/>
                                        </p:tgtEl>
                                        <p:attrNameLst>
                                          <p:attrName>style.visibility</p:attrName>
                                        </p:attrNameLst>
                                      </p:cBhvr>
                                      <p:to>
                                        <p:strVal val="visible"/>
                                      </p:to>
                                    </p:set>
                                  </p:childTnLst>
                                </p:cTn>
                              </p:par>
                              <p:par>
                                <p:cTn id="64" presetID="1" presetClass="entr" presetSubtype="0" fill="hold" grpId="0" nodeType="withEffect">
                                  <p:stCondLst>
                                    <p:cond delay="0"/>
                                  </p:stCondLst>
                                  <p:childTnLst>
                                    <p:set>
                                      <p:cBhvr>
                                        <p:cTn id="65" dur="1" fill="hold">
                                          <p:stCondLst>
                                            <p:cond delay="0"/>
                                          </p:stCondLst>
                                        </p:cTn>
                                        <p:tgtEl>
                                          <p:spTgt spid="43"/>
                                        </p:tgtEl>
                                        <p:attrNameLst>
                                          <p:attrName>style.visibility</p:attrName>
                                        </p:attrNameLst>
                                      </p:cBhvr>
                                      <p:to>
                                        <p:strVal val="visible"/>
                                      </p:to>
                                    </p:set>
                                  </p:childTnLst>
                                </p:cTn>
                              </p:par>
                              <p:par>
                                <p:cTn id="66" presetID="1" presetClass="entr" presetSubtype="0" fill="hold" nodeType="withEffect">
                                  <p:stCondLst>
                                    <p:cond delay="0"/>
                                  </p:stCondLst>
                                  <p:childTnLst>
                                    <p:set>
                                      <p:cBhvr>
                                        <p:cTn id="67" dur="1" fill="hold">
                                          <p:stCondLst>
                                            <p:cond delay="0"/>
                                          </p:stCondLst>
                                        </p:cTn>
                                        <p:tgtEl>
                                          <p:spTgt spid="46"/>
                                        </p:tgtEl>
                                        <p:attrNameLst>
                                          <p:attrName>style.visibility</p:attrName>
                                        </p:attrNameLst>
                                      </p:cBhvr>
                                      <p:to>
                                        <p:strVal val="visible"/>
                                      </p:to>
                                    </p:set>
                                  </p:childTnLst>
                                </p:cTn>
                              </p:par>
                              <p:par>
                                <p:cTn id="68" presetID="1" presetClass="entr" presetSubtype="0" fill="hold" nodeType="withEffect">
                                  <p:stCondLst>
                                    <p:cond delay="0"/>
                                  </p:stCondLst>
                                  <p:childTnLst>
                                    <p:set>
                                      <p:cBhvr>
                                        <p:cTn id="69" dur="1" fill="hold">
                                          <p:stCondLst>
                                            <p:cond delay="0"/>
                                          </p:stCondLst>
                                        </p:cTn>
                                        <p:tgtEl>
                                          <p:spTgt spid="47"/>
                                        </p:tgtEl>
                                        <p:attrNameLst>
                                          <p:attrName>style.visibility</p:attrName>
                                        </p:attrNameLst>
                                      </p:cBhvr>
                                      <p:to>
                                        <p:strVal val="visible"/>
                                      </p:to>
                                    </p:set>
                                  </p:childTnLst>
                                </p:cTn>
                              </p:par>
                              <p:par>
                                <p:cTn id="70" presetID="1" presetClass="entr" presetSubtype="0" fill="hold" nodeType="withEffect">
                                  <p:stCondLst>
                                    <p:cond delay="0"/>
                                  </p:stCondLst>
                                  <p:childTnLst>
                                    <p:set>
                                      <p:cBhvr>
                                        <p:cTn id="71" dur="1" fill="hold">
                                          <p:stCondLst>
                                            <p:cond delay="0"/>
                                          </p:stCondLst>
                                        </p:cTn>
                                        <p:tgtEl>
                                          <p:spTgt spid="45"/>
                                        </p:tgtEl>
                                        <p:attrNameLst>
                                          <p:attrName>style.visibility</p:attrName>
                                        </p:attrNameLst>
                                      </p:cBhvr>
                                      <p:to>
                                        <p:strVal val="visible"/>
                                      </p:to>
                                    </p:set>
                                  </p:childTnLst>
                                </p:cTn>
                              </p:par>
                              <p:par>
                                <p:cTn id="72" presetID="1" presetClass="entr" presetSubtype="0" fill="hold" nodeType="withEffect">
                                  <p:stCondLst>
                                    <p:cond delay="0"/>
                                  </p:stCondLst>
                                  <p:childTnLst>
                                    <p:set>
                                      <p:cBhvr>
                                        <p:cTn id="73" dur="1" fill="hold">
                                          <p:stCondLst>
                                            <p:cond delay="0"/>
                                          </p:stCondLst>
                                        </p:cTn>
                                        <p:tgtEl>
                                          <p:spTgt spid="44"/>
                                        </p:tgtEl>
                                        <p:attrNameLst>
                                          <p:attrName>style.visibility</p:attrName>
                                        </p:attrNameLst>
                                      </p:cBhvr>
                                      <p:to>
                                        <p:strVal val="visible"/>
                                      </p:to>
                                    </p:set>
                                  </p:childTnLst>
                                </p:cTn>
                              </p:par>
                              <p:par>
                                <p:cTn id="74" presetID="1" presetClass="entr" presetSubtype="0" fill="hold" nodeType="withEffect">
                                  <p:stCondLst>
                                    <p:cond delay="0"/>
                                  </p:stCondLst>
                                  <p:childTnLst>
                                    <p:set>
                                      <p:cBhvr>
                                        <p:cTn id="75" dur="1" fill="hold">
                                          <p:stCondLst>
                                            <p:cond delay="0"/>
                                          </p:stCondLst>
                                        </p:cTn>
                                        <p:tgtEl>
                                          <p:spTgt spid="48"/>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grpId="0" nodeType="clickEffect">
                                  <p:stCondLst>
                                    <p:cond delay="0"/>
                                  </p:stCondLst>
                                  <p:childTnLst>
                                    <p:set>
                                      <p:cBhvr>
                                        <p:cTn id="79" dur="1" fill="hold">
                                          <p:stCondLst>
                                            <p:cond delay="0"/>
                                          </p:stCondLst>
                                        </p:cTn>
                                        <p:tgtEl>
                                          <p:spTgt spid="49"/>
                                        </p:tgtEl>
                                        <p:attrNameLst>
                                          <p:attrName>style.visibility</p:attrName>
                                        </p:attrNameLst>
                                      </p:cBhvr>
                                      <p:to>
                                        <p:strVal val="visible"/>
                                      </p:to>
                                    </p:set>
                                  </p:childTnLst>
                                </p:cTn>
                              </p:par>
                              <p:par>
                                <p:cTn id="80" presetID="1" presetClass="entr" presetSubtype="0" fill="hold" grpId="0" nodeType="withEffect">
                                  <p:stCondLst>
                                    <p:cond delay="0"/>
                                  </p:stCondLst>
                                  <p:childTnLst>
                                    <p:set>
                                      <p:cBhvr>
                                        <p:cTn id="81" dur="1" fill="hold">
                                          <p:stCondLst>
                                            <p:cond delay="0"/>
                                          </p:stCondLst>
                                        </p:cTn>
                                        <p:tgtEl>
                                          <p:spTgt spid="50"/>
                                        </p:tgtEl>
                                        <p:attrNameLst>
                                          <p:attrName>style.visibility</p:attrName>
                                        </p:attrNameLst>
                                      </p:cBhvr>
                                      <p:to>
                                        <p:strVal val="visible"/>
                                      </p:to>
                                    </p:set>
                                  </p:childTnLst>
                                </p:cTn>
                              </p:par>
                              <p:par>
                                <p:cTn id="82" presetID="1" presetClass="entr" presetSubtype="0" fill="hold" grpId="0" nodeType="withEffect">
                                  <p:stCondLst>
                                    <p:cond delay="0"/>
                                  </p:stCondLst>
                                  <p:childTnLst>
                                    <p:set>
                                      <p:cBhvr>
                                        <p:cTn id="83" dur="1" fill="hold">
                                          <p:stCondLst>
                                            <p:cond delay="0"/>
                                          </p:stCondLst>
                                        </p:cTn>
                                        <p:tgtEl>
                                          <p:spTgt spid="51"/>
                                        </p:tgtEl>
                                        <p:attrNameLst>
                                          <p:attrName>style.visibility</p:attrName>
                                        </p:attrNameLst>
                                      </p:cBhvr>
                                      <p:to>
                                        <p:strVal val="visible"/>
                                      </p:to>
                                    </p:set>
                                  </p:childTnLst>
                                </p:cTn>
                              </p:par>
                              <p:par>
                                <p:cTn id="84" presetID="1" presetClass="entr" presetSubtype="0" fill="hold" grpId="0" nodeType="withEffect">
                                  <p:stCondLst>
                                    <p:cond delay="0"/>
                                  </p:stCondLst>
                                  <p:childTnLst>
                                    <p:set>
                                      <p:cBhvr>
                                        <p:cTn id="85" dur="1" fill="hold">
                                          <p:stCondLst>
                                            <p:cond delay="0"/>
                                          </p:stCondLst>
                                        </p:cTn>
                                        <p:tgtEl>
                                          <p:spTgt spid="52"/>
                                        </p:tgtEl>
                                        <p:attrNameLst>
                                          <p:attrName>style.visibility</p:attrName>
                                        </p:attrNameLst>
                                      </p:cBhvr>
                                      <p:to>
                                        <p:strVal val="visible"/>
                                      </p:to>
                                    </p:set>
                                  </p:childTnLst>
                                </p:cTn>
                              </p:par>
                              <p:par>
                                <p:cTn id="86" presetID="1" presetClass="entr" presetSubtype="0" fill="hold" grpId="0" nodeType="withEffect">
                                  <p:stCondLst>
                                    <p:cond delay="0"/>
                                  </p:stCondLst>
                                  <p:childTnLst>
                                    <p:set>
                                      <p:cBhvr>
                                        <p:cTn id="87" dur="1" fill="hold">
                                          <p:stCondLst>
                                            <p:cond delay="0"/>
                                          </p:stCondLst>
                                        </p:cTn>
                                        <p:tgtEl>
                                          <p:spTgt spid="53"/>
                                        </p:tgtEl>
                                        <p:attrNameLst>
                                          <p:attrName>style.visibility</p:attrName>
                                        </p:attrNameLst>
                                      </p:cBhvr>
                                      <p:to>
                                        <p:strVal val="visible"/>
                                      </p:to>
                                    </p:set>
                                  </p:childTnLst>
                                </p:cTn>
                              </p:par>
                              <p:par>
                                <p:cTn id="88" presetID="1" presetClass="exit" presetSubtype="0" fill="hold" nodeType="withEffect">
                                  <p:stCondLst>
                                    <p:cond delay="0"/>
                                  </p:stCondLst>
                                  <p:childTnLst>
                                    <p:set>
                                      <p:cBhvr>
                                        <p:cTn id="89" dur="1" fill="hold">
                                          <p:stCondLst>
                                            <p:cond delay="0"/>
                                          </p:stCondLst>
                                        </p:cTn>
                                        <p:tgtEl>
                                          <p:spTgt spid="46"/>
                                        </p:tgtEl>
                                        <p:attrNameLst>
                                          <p:attrName>style.visibility</p:attrName>
                                        </p:attrNameLst>
                                      </p:cBhvr>
                                      <p:to>
                                        <p:strVal val="hidden"/>
                                      </p:to>
                                    </p:set>
                                  </p:childTnLst>
                                </p:cTn>
                              </p:par>
                              <p:par>
                                <p:cTn id="90" presetID="1" presetClass="exit" presetSubtype="0" fill="hold" nodeType="withEffect">
                                  <p:stCondLst>
                                    <p:cond delay="0"/>
                                  </p:stCondLst>
                                  <p:childTnLst>
                                    <p:set>
                                      <p:cBhvr>
                                        <p:cTn id="91" dur="1" fill="hold">
                                          <p:stCondLst>
                                            <p:cond delay="0"/>
                                          </p:stCondLst>
                                        </p:cTn>
                                        <p:tgtEl>
                                          <p:spTgt spid="47"/>
                                        </p:tgtEl>
                                        <p:attrNameLst>
                                          <p:attrName>style.visibility</p:attrName>
                                        </p:attrNameLst>
                                      </p:cBhvr>
                                      <p:to>
                                        <p:strVal val="hidden"/>
                                      </p:to>
                                    </p:set>
                                  </p:childTnLst>
                                </p:cTn>
                              </p:par>
                              <p:par>
                                <p:cTn id="92" presetID="1" presetClass="exit" presetSubtype="0" fill="hold" nodeType="withEffect">
                                  <p:stCondLst>
                                    <p:cond delay="0"/>
                                  </p:stCondLst>
                                  <p:childTnLst>
                                    <p:set>
                                      <p:cBhvr>
                                        <p:cTn id="93" dur="1" fill="hold">
                                          <p:stCondLst>
                                            <p:cond delay="0"/>
                                          </p:stCondLst>
                                        </p:cTn>
                                        <p:tgtEl>
                                          <p:spTgt spid="45"/>
                                        </p:tgtEl>
                                        <p:attrNameLst>
                                          <p:attrName>style.visibility</p:attrName>
                                        </p:attrNameLst>
                                      </p:cBhvr>
                                      <p:to>
                                        <p:strVal val="hidden"/>
                                      </p:to>
                                    </p:set>
                                  </p:childTnLst>
                                </p:cTn>
                              </p:par>
                              <p:par>
                                <p:cTn id="94" presetID="1" presetClass="exit" presetSubtype="0" fill="hold" nodeType="withEffect">
                                  <p:stCondLst>
                                    <p:cond delay="0"/>
                                  </p:stCondLst>
                                  <p:childTnLst>
                                    <p:set>
                                      <p:cBhvr>
                                        <p:cTn id="95" dur="1" fill="hold">
                                          <p:stCondLst>
                                            <p:cond delay="0"/>
                                          </p:stCondLst>
                                        </p:cTn>
                                        <p:tgtEl>
                                          <p:spTgt spid="44"/>
                                        </p:tgtEl>
                                        <p:attrNameLst>
                                          <p:attrName>style.visibility</p:attrName>
                                        </p:attrNameLst>
                                      </p:cBhvr>
                                      <p:to>
                                        <p:strVal val="hidden"/>
                                      </p:to>
                                    </p:set>
                                  </p:childTnLst>
                                </p:cTn>
                              </p:par>
                              <p:par>
                                <p:cTn id="96" presetID="1" presetClass="exit" presetSubtype="0" fill="hold" nodeType="withEffect">
                                  <p:stCondLst>
                                    <p:cond delay="0"/>
                                  </p:stCondLst>
                                  <p:childTnLst>
                                    <p:set>
                                      <p:cBhvr>
                                        <p:cTn id="97" dur="1" fill="hold">
                                          <p:stCondLst>
                                            <p:cond delay="0"/>
                                          </p:stCondLst>
                                        </p:cTn>
                                        <p:tgtEl>
                                          <p:spTgt spid="48"/>
                                        </p:tgtEl>
                                        <p:attrNameLst>
                                          <p:attrName>style.visibility</p:attrName>
                                        </p:attrNameLst>
                                      </p:cBhvr>
                                      <p:to>
                                        <p:strVal val="hidden"/>
                                      </p:to>
                                    </p:set>
                                  </p:childTnLst>
                                </p:cTn>
                              </p:par>
                            </p:childTnLst>
                          </p:cTn>
                        </p:par>
                      </p:childTnLst>
                    </p:cTn>
                  </p:par>
                  <p:par>
                    <p:cTn id="98" fill="hold">
                      <p:stCondLst>
                        <p:cond delay="indefinite"/>
                      </p:stCondLst>
                      <p:childTnLst>
                        <p:par>
                          <p:cTn id="99" fill="hold">
                            <p:stCondLst>
                              <p:cond delay="0"/>
                            </p:stCondLst>
                            <p:childTnLst>
                              <p:par>
                                <p:cTn id="100" presetID="1" presetClass="entr" presetSubtype="0" fill="hold" grpId="0" nodeType="clickEffect">
                                  <p:stCondLst>
                                    <p:cond delay="0"/>
                                  </p:stCondLst>
                                  <p:childTnLst>
                                    <p:set>
                                      <p:cBhvr>
                                        <p:cTn id="101" dur="1" fill="hold">
                                          <p:stCondLst>
                                            <p:cond delay="0"/>
                                          </p:stCondLst>
                                        </p:cTn>
                                        <p:tgtEl>
                                          <p:spTgt spid="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P spid="40" grpId="0" animBg="1"/>
      <p:bldP spid="41" grpId="0" animBg="1"/>
      <p:bldP spid="42" grpId="0" animBg="1"/>
      <p:bldP spid="43" grpId="0" animBg="1"/>
      <p:bldP spid="49" grpId="0" animBg="1"/>
      <p:bldP spid="50" grpId="0" animBg="1"/>
      <p:bldP spid="51" grpId="0" animBg="1"/>
      <p:bldP spid="52" grpId="0" animBg="1"/>
      <p:bldP spid="53" grpId="0" animBg="1"/>
      <p:bldP spid="5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Need for Synchronization </a:t>
            </a:r>
            <a:r>
              <a:rPr lang="en-US" dirty="0" smtClean="0"/>
              <a:t>– An Example</a:t>
            </a:r>
            <a:endParaRPr lang="en-US" dirty="0"/>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pPr marL="0" indent="0">
              <a:lnSpc>
                <a:spcPct val="100000"/>
              </a:lnSpc>
              <a:buNone/>
            </a:pPr>
            <a:r>
              <a:rPr lang="en-US" b="1" dirty="0">
                <a:solidFill>
                  <a:srgbClr val="1D3064"/>
                </a:solidFill>
              </a:rPr>
              <a:t>Writing a file in a Distributed File </a:t>
            </a:r>
            <a:r>
              <a:rPr lang="en-US" b="1" dirty="0" smtClean="0">
                <a:solidFill>
                  <a:srgbClr val="1D3064"/>
                </a:solidFill>
              </a:rPr>
              <a:t>System</a:t>
            </a:r>
            <a:endParaRPr lang="en-US" b="1" dirty="0">
              <a:solidFill>
                <a:srgbClr val="1D3064"/>
              </a:solidFill>
            </a:endParaRPr>
          </a:p>
        </p:txBody>
      </p:sp>
      <p:grpSp>
        <p:nvGrpSpPr>
          <p:cNvPr id="56" name="Group 3">
            <a:extLst>
              <a:ext uri="{FF2B5EF4-FFF2-40B4-BE49-F238E27FC236}">
                <a16:creationId xmlns:a16="http://schemas.microsoft.com/office/drawing/2014/main" xmlns="" id="{767BD24A-6418-451F-BD4F-C6C944089AC2}"/>
              </a:ext>
            </a:extLst>
          </p:cNvPr>
          <p:cNvGrpSpPr>
            <a:grpSpLocks/>
          </p:cNvGrpSpPr>
          <p:nvPr/>
        </p:nvGrpSpPr>
        <p:grpSpPr bwMode="auto">
          <a:xfrm>
            <a:off x="5029200" y="2351088"/>
            <a:ext cx="1419226" cy="1663700"/>
            <a:chOff x="5105400" y="3962400"/>
            <a:chExt cx="3276600" cy="1663574"/>
          </a:xfrm>
        </p:grpSpPr>
        <p:sp>
          <p:nvSpPr>
            <p:cNvPr id="57" name="Rectangle 56">
              <a:extLst>
                <a:ext uri="{FF2B5EF4-FFF2-40B4-BE49-F238E27FC236}">
                  <a16:creationId xmlns:a16="http://schemas.microsoft.com/office/drawing/2014/main" xmlns="" id="{C07C22BC-5717-4A1D-8192-AEB14BE7EF36}"/>
                </a:ext>
              </a:extLst>
            </p:cNvPr>
            <p:cNvSpPr/>
            <p:nvPr/>
          </p:nvSpPr>
          <p:spPr>
            <a:xfrm>
              <a:off x="5105400" y="3962400"/>
              <a:ext cx="3276600" cy="1663574"/>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endParaRPr lang="en-US" sz="2000" b="1"/>
            </a:p>
          </p:txBody>
        </p:sp>
        <p:sp>
          <p:nvSpPr>
            <p:cNvPr id="58" name="Rectangle 57">
              <a:extLst>
                <a:ext uri="{FF2B5EF4-FFF2-40B4-BE49-F238E27FC236}">
                  <a16:creationId xmlns:a16="http://schemas.microsoft.com/office/drawing/2014/main" xmlns="" id="{8C6CD3E6-9002-4721-A8CC-73AA2B5E353A}"/>
                </a:ext>
              </a:extLst>
            </p:cNvPr>
            <p:cNvSpPr/>
            <p:nvPr/>
          </p:nvSpPr>
          <p:spPr bwMode="auto">
            <a:xfrm>
              <a:off x="5105400" y="3962400"/>
              <a:ext cx="3276600" cy="266680"/>
            </a:xfrm>
            <a:prstGeom prst="rect">
              <a:avLst/>
            </a:prstGeom>
            <a:solidFill>
              <a:srgbClr val="1D3064"/>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2000" b="1" dirty="0">
                  <a:solidFill>
                    <a:schemeClr val="bg1"/>
                  </a:solidFill>
                </a:rPr>
                <a:t>Server</a:t>
              </a:r>
            </a:p>
          </p:txBody>
        </p:sp>
      </p:grpSp>
      <p:sp>
        <p:nvSpPr>
          <p:cNvPr id="59" name="Rectangle 58">
            <a:extLst>
              <a:ext uri="{FF2B5EF4-FFF2-40B4-BE49-F238E27FC236}">
                <a16:creationId xmlns:a16="http://schemas.microsoft.com/office/drawing/2014/main" xmlns="" id="{A560DD52-99FF-46A2-AA06-CD45642DB816}"/>
              </a:ext>
            </a:extLst>
          </p:cNvPr>
          <p:cNvSpPr/>
          <p:nvPr/>
        </p:nvSpPr>
        <p:spPr bwMode="auto">
          <a:xfrm>
            <a:off x="5105399" y="2719197"/>
            <a:ext cx="1274179" cy="1219200"/>
          </a:xfrm>
          <a:prstGeom prst="rect">
            <a:avLst/>
          </a:prstGeom>
          <a:solidFill>
            <a:schemeClr val="accent6"/>
          </a:solidFill>
        </p:spPr>
        <p:style>
          <a:lnRef idx="0">
            <a:schemeClr val="accent6"/>
          </a:lnRef>
          <a:fillRef idx="3">
            <a:schemeClr val="accent6"/>
          </a:fillRef>
          <a:effectRef idx="3">
            <a:schemeClr val="accent6"/>
          </a:effectRef>
          <a:fontRef idx="minor">
            <a:schemeClr val="lt1"/>
          </a:fontRef>
        </p:style>
        <p:txBody>
          <a:bodyPr/>
          <a:lstStyle/>
          <a:p>
            <a:pPr algn="ctr" eaLnBrk="1" hangingPunct="1">
              <a:defRPr/>
            </a:pPr>
            <a:r>
              <a:rPr lang="en-US" dirty="0">
                <a:solidFill>
                  <a:schemeClr val="bg1"/>
                </a:solidFill>
              </a:rPr>
              <a:t>Distributed</a:t>
            </a:r>
          </a:p>
          <a:p>
            <a:pPr algn="ctr" eaLnBrk="1" hangingPunct="1">
              <a:defRPr/>
            </a:pPr>
            <a:r>
              <a:rPr lang="en-US" dirty="0">
                <a:solidFill>
                  <a:schemeClr val="bg1"/>
                </a:solidFill>
              </a:rPr>
              <a:t>File</a:t>
            </a:r>
          </a:p>
          <a:p>
            <a:pPr algn="ctr" eaLnBrk="1" hangingPunct="1">
              <a:defRPr/>
            </a:pPr>
            <a:r>
              <a:rPr lang="en-US" dirty="0">
                <a:solidFill>
                  <a:schemeClr val="bg1"/>
                </a:solidFill>
              </a:rPr>
              <a:t>abc.txt</a:t>
            </a:r>
          </a:p>
        </p:txBody>
      </p:sp>
      <p:grpSp>
        <p:nvGrpSpPr>
          <p:cNvPr id="60" name="Group 10">
            <a:extLst>
              <a:ext uri="{FF2B5EF4-FFF2-40B4-BE49-F238E27FC236}">
                <a16:creationId xmlns:a16="http://schemas.microsoft.com/office/drawing/2014/main" xmlns="" id="{D8A5C809-D2A8-40F5-949D-4DFCF83AF36A}"/>
              </a:ext>
            </a:extLst>
          </p:cNvPr>
          <p:cNvGrpSpPr>
            <a:grpSpLocks/>
          </p:cNvGrpSpPr>
          <p:nvPr/>
        </p:nvGrpSpPr>
        <p:grpSpPr bwMode="auto">
          <a:xfrm>
            <a:off x="1905000" y="2351088"/>
            <a:ext cx="1219200" cy="596900"/>
            <a:chOff x="5105400" y="3962400"/>
            <a:chExt cx="3276600" cy="596774"/>
          </a:xfrm>
        </p:grpSpPr>
        <p:sp>
          <p:nvSpPr>
            <p:cNvPr id="61" name="Rectangle 60">
              <a:extLst>
                <a:ext uri="{FF2B5EF4-FFF2-40B4-BE49-F238E27FC236}">
                  <a16:creationId xmlns:a16="http://schemas.microsoft.com/office/drawing/2014/main" xmlns="" id="{A1655362-3B89-4D94-8F2C-2ABE77CA3093}"/>
                </a:ext>
              </a:extLst>
            </p:cNvPr>
            <p:cNvSpPr/>
            <p:nvPr/>
          </p:nvSpPr>
          <p:spPr>
            <a:xfrm>
              <a:off x="5105400" y="3962400"/>
              <a:ext cx="3276600" cy="596774"/>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endParaRPr lang="en-US" sz="2000" b="1"/>
            </a:p>
          </p:txBody>
        </p:sp>
        <p:sp>
          <p:nvSpPr>
            <p:cNvPr id="62" name="Rectangle 61">
              <a:extLst>
                <a:ext uri="{FF2B5EF4-FFF2-40B4-BE49-F238E27FC236}">
                  <a16:creationId xmlns:a16="http://schemas.microsoft.com/office/drawing/2014/main" xmlns="" id="{A461541D-B906-408D-B90A-CAB6A4B926C1}"/>
                </a:ext>
              </a:extLst>
            </p:cNvPr>
            <p:cNvSpPr/>
            <p:nvPr/>
          </p:nvSpPr>
          <p:spPr bwMode="auto">
            <a:xfrm>
              <a:off x="5105400" y="3962400"/>
              <a:ext cx="3276600" cy="266644"/>
            </a:xfrm>
            <a:prstGeom prst="rect">
              <a:avLst/>
            </a:prstGeom>
            <a:solidFill>
              <a:srgbClr val="1D3064"/>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2000" b="1" dirty="0">
                  <a:solidFill>
                    <a:schemeClr val="bg1"/>
                  </a:solidFill>
                </a:rPr>
                <a:t>Client A</a:t>
              </a:r>
            </a:p>
          </p:txBody>
        </p:sp>
      </p:grpSp>
      <p:cxnSp>
        <p:nvCxnSpPr>
          <p:cNvPr id="63" name="Straight Arrow Connector 62">
            <a:extLst>
              <a:ext uri="{FF2B5EF4-FFF2-40B4-BE49-F238E27FC236}">
                <a16:creationId xmlns:a16="http://schemas.microsoft.com/office/drawing/2014/main" xmlns="" id="{1EFDA222-836A-413F-9B3B-6691C301CEA4}"/>
              </a:ext>
            </a:extLst>
          </p:cNvPr>
          <p:cNvCxnSpPr>
            <a:stCxn id="61" idx="3"/>
          </p:cNvCxnSpPr>
          <p:nvPr/>
        </p:nvCxnSpPr>
        <p:spPr>
          <a:xfrm>
            <a:off x="3124200" y="2649538"/>
            <a:ext cx="2133600" cy="76835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4" name="Rectangle 63">
            <a:extLst>
              <a:ext uri="{FF2B5EF4-FFF2-40B4-BE49-F238E27FC236}">
                <a16:creationId xmlns:a16="http://schemas.microsoft.com/office/drawing/2014/main" xmlns="" id="{1004FD05-B1D6-4BA0-84D1-DAEAC86C1BBA}"/>
              </a:ext>
            </a:extLst>
          </p:cNvPr>
          <p:cNvSpPr/>
          <p:nvPr/>
        </p:nvSpPr>
        <p:spPr>
          <a:xfrm>
            <a:off x="3602038" y="1923320"/>
            <a:ext cx="1350962" cy="8373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1600" dirty="0">
                <a:solidFill>
                  <a:schemeClr val="tx1"/>
                </a:solidFill>
              </a:rPr>
              <a:t>Write </a:t>
            </a:r>
            <a:r>
              <a:rPr lang="en-US" sz="1600" i="1" dirty="0">
                <a:solidFill>
                  <a:schemeClr val="tx1"/>
                </a:solidFill>
              </a:rPr>
              <a:t>data1</a:t>
            </a:r>
            <a:r>
              <a:rPr lang="en-US" sz="1600" dirty="0">
                <a:solidFill>
                  <a:schemeClr val="tx1"/>
                </a:solidFill>
              </a:rPr>
              <a:t> to file abc.txt at offset 0</a:t>
            </a:r>
          </a:p>
        </p:txBody>
      </p:sp>
      <p:grpSp>
        <p:nvGrpSpPr>
          <p:cNvPr id="65" name="Group 17">
            <a:extLst>
              <a:ext uri="{FF2B5EF4-FFF2-40B4-BE49-F238E27FC236}">
                <a16:creationId xmlns:a16="http://schemas.microsoft.com/office/drawing/2014/main" xmlns="" id="{88139246-6835-4C92-B906-6624400E88CA}"/>
              </a:ext>
            </a:extLst>
          </p:cNvPr>
          <p:cNvGrpSpPr>
            <a:grpSpLocks/>
          </p:cNvGrpSpPr>
          <p:nvPr/>
        </p:nvGrpSpPr>
        <p:grpSpPr bwMode="auto">
          <a:xfrm>
            <a:off x="1912938" y="3417888"/>
            <a:ext cx="1219200" cy="596900"/>
            <a:chOff x="5105400" y="3962400"/>
            <a:chExt cx="3276600" cy="596774"/>
          </a:xfrm>
        </p:grpSpPr>
        <p:sp>
          <p:nvSpPr>
            <p:cNvPr id="66" name="Rectangle 65">
              <a:extLst>
                <a:ext uri="{FF2B5EF4-FFF2-40B4-BE49-F238E27FC236}">
                  <a16:creationId xmlns:a16="http://schemas.microsoft.com/office/drawing/2014/main" xmlns="" id="{5F55C088-ACA8-4CDB-BC6D-E4F36D6A1A0A}"/>
                </a:ext>
              </a:extLst>
            </p:cNvPr>
            <p:cNvSpPr/>
            <p:nvPr/>
          </p:nvSpPr>
          <p:spPr>
            <a:xfrm>
              <a:off x="5105400" y="3962400"/>
              <a:ext cx="3276600" cy="596774"/>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endParaRPr lang="en-US" sz="2000" b="1"/>
            </a:p>
          </p:txBody>
        </p:sp>
        <p:sp>
          <p:nvSpPr>
            <p:cNvPr id="67" name="Rectangle 66">
              <a:extLst>
                <a:ext uri="{FF2B5EF4-FFF2-40B4-BE49-F238E27FC236}">
                  <a16:creationId xmlns:a16="http://schemas.microsoft.com/office/drawing/2014/main" xmlns="" id="{76B1D7B0-E749-4597-AB30-26CD7D958CE5}"/>
                </a:ext>
              </a:extLst>
            </p:cNvPr>
            <p:cNvSpPr/>
            <p:nvPr/>
          </p:nvSpPr>
          <p:spPr bwMode="auto">
            <a:xfrm>
              <a:off x="5105400" y="3962400"/>
              <a:ext cx="3276600" cy="266644"/>
            </a:xfrm>
            <a:prstGeom prst="rect">
              <a:avLst/>
            </a:prstGeom>
            <a:solidFill>
              <a:srgbClr val="1D3064"/>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2000" b="1" dirty="0">
                  <a:solidFill>
                    <a:schemeClr val="bg1"/>
                  </a:solidFill>
                </a:rPr>
                <a:t>Client B</a:t>
              </a:r>
            </a:p>
          </p:txBody>
        </p:sp>
      </p:grpSp>
      <p:cxnSp>
        <p:nvCxnSpPr>
          <p:cNvPr id="68" name="Straight Arrow Connector 67">
            <a:extLst>
              <a:ext uri="{FF2B5EF4-FFF2-40B4-BE49-F238E27FC236}">
                <a16:creationId xmlns:a16="http://schemas.microsoft.com/office/drawing/2014/main" xmlns="" id="{D7AE05DD-80C4-4834-A85B-4002A55D4BE4}"/>
              </a:ext>
            </a:extLst>
          </p:cNvPr>
          <p:cNvCxnSpPr>
            <a:stCxn id="66" idx="3"/>
          </p:cNvCxnSpPr>
          <p:nvPr/>
        </p:nvCxnSpPr>
        <p:spPr>
          <a:xfrm flipV="1">
            <a:off x="3132138" y="3595688"/>
            <a:ext cx="2125662" cy="12065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9" name="Rectangle 68">
            <a:extLst>
              <a:ext uri="{FF2B5EF4-FFF2-40B4-BE49-F238E27FC236}">
                <a16:creationId xmlns:a16="http://schemas.microsoft.com/office/drawing/2014/main" xmlns="" id="{FDA4E610-C4C1-4FC7-9496-6F6B1273301F}"/>
              </a:ext>
            </a:extLst>
          </p:cNvPr>
          <p:cNvSpPr/>
          <p:nvPr/>
        </p:nvSpPr>
        <p:spPr>
          <a:xfrm>
            <a:off x="3429000" y="3811587"/>
            <a:ext cx="1447800" cy="7351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1600" dirty="0">
                <a:solidFill>
                  <a:schemeClr val="tx1"/>
                </a:solidFill>
              </a:rPr>
              <a:t>Write </a:t>
            </a:r>
            <a:r>
              <a:rPr lang="en-US" sz="1600" i="1" dirty="0">
                <a:solidFill>
                  <a:schemeClr val="tx1"/>
                </a:solidFill>
              </a:rPr>
              <a:t>data2</a:t>
            </a:r>
            <a:r>
              <a:rPr lang="en-US" sz="1600" dirty="0">
                <a:solidFill>
                  <a:schemeClr val="tx1"/>
                </a:solidFill>
              </a:rPr>
              <a:t> to file abc.txt at offset 1</a:t>
            </a:r>
          </a:p>
        </p:txBody>
      </p:sp>
      <p:cxnSp>
        <p:nvCxnSpPr>
          <p:cNvPr id="70" name="Straight Arrow Connector 69">
            <a:extLst>
              <a:ext uri="{FF2B5EF4-FFF2-40B4-BE49-F238E27FC236}">
                <a16:creationId xmlns:a16="http://schemas.microsoft.com/office/drawing/2014/main" xmlns="" id="{27DB78A9-63D5-4644-B77B-C2363BDCABBA}"/>
              </a:ext>
            </a:extLst>
          </p:cNvPr>
          <p:cNvCxnSpPr/>
          <p:nvPr/>
        </p:nvCxnSpPr>
        <p:spPr>
          <a:xfrm flipH="1">
            <a:off x="6019800" y="2649538"/>
            <a:ext cx="2590800" cy="76835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71" name="Rectangle 70">
            <a:extLst>
              <a:ext uri="{FF2B5EF4-FFF2-40B4-BE49-F238E27FC236}">
                <a16:creationId xmlns:a16="http://schemas.microsoft.com/office/drawing/2014/main" xmlns="" id="{0003CF58-191E-495B-896A-B82166272788}"/>
              </a:ext>
            </a:extLst>
          </p:cNvPr>
          <p:cNvSpPr/>
          <p:nvPr/>
        </p:nvSpPr>
        <p:spPr>
          <a:xfrm>
            <a:off x="6805613" y="3249612"/>
            <a:ext cx="1447800" cy="7651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1600" dirty="0">
                <a:solidFill>
                  <a:schemeClr val="tx1"/>
                </a:solidFill>
              </a:rPr>
              <a:t>Write </a:t>
            </a:r>
            <a:r>
              <a:rPr lang="en-US" sz="1600" i="1" dirty="0">
                <a:solidFill>
                  <a:schemeClr val="tx1"/>
                </a:solidFill>
              </a:rPr>
              <a:t>data3</a:t>
            </a:r>
            <a:r>
              <a:rPr lang="en-US" sz="1600" dirty="0">
                <a:solidFill>
                  <a:schemeClr val="tx1"/>
                </a:solidFill>
              </a:rPr>
              <a:t> to file abc.txt at offset 1</a:t>
            </a:r>
          </a:p>
        </p:txBody>
      </p:sp>
      <p:grpSp>
        <p:nvGrpSpPr>
          <p:cNvPr id="72" name="Group 31">
            <a:extLst>
              <a:ext uri="{FF2B5EF4-FFF2-40B4-BE49-F238E27FC236}">
                <a16:creationId xmlns:a16="http://schemas.microsoft.com/office/drawing/2014/main" xmlns="" id="{9958A623-720D-4C10-955B-D4A7E44F75CC}"/>
              </a:ext>
            </a:extLst>
          </p:cNvPr>
          <p:cNvGrpSpPr>
            <a:grpSpLocks/>
          </p:cNvGrpSpPr>
          <p:nvPr/>
        </p:nvGrpSpPr>
        <p:grpSpPr bwMode="auto">
          <a:xfrm>
            <a:off x="8610600" y="2319338"/>
            <a:ext cx="1219200" cy="596900"/>
            <a:chOff x="5105400" y="3962400"/>
            <a:chExt cx="3276600" cy="596774"/>
          </a:xfrm>
        </p:grpSpPr>
        <p:sp>
          <p:nvSpPr>
            <p:cNvPr id="73" name="Rectangle 72">
              <a:extLst>
                <a:ext uri="{FF2B5EF4-FFF2-40B4-BE49-F238E27FC236}">
                  <a16:creationId xmlns:a16="http://schemas.microsoft.com/office/drawing/2014/main" xmlns="" id="{A11A613A-7D29-405B-AECD-0A3FC1878B0F}"/>
                </a:ext>
              </a:extLst>
            </p:cNvPr>
            <p:cNvSpPr/>
            <p:nvPr/>
          </p:nvSpPr>
          <p:spPr>
            <a:xfrm>
              <a:off x="5105400" y="3962400"/>
              <a:ext cx="3276600" cy="596774"/>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endParaRPr lang="en-US" sz="2000" b="1"/>
            </a:p>
          </p:txBody>
        </p:sp>
        <p:sp>
          <p:nvSpPr>
            <p:cNvPr id="74" name="Rectangle 73">
              <a:extLst>
                <a:ext uri="{FF2B5EF4-FFF2-40B4-BE49-F238E27FC236}">
                  <a16:creationId xmlns:a16="http://schemas.microsoft.com/office/drawing/2014/main" xmlns="" id="{F252AAAE-CB79-47A6-805C-70768BDA7FAB}"/>
                </a:ext>
              </a:extLst>
            </p:cNvPr>
            <p:cNvSpPr/>
            <p:nvPr/>
          </p:nvSpPr>
          <p:spPr bwMode="auto">
            <a:xfrm>
              <a:off x="5105400" y="3962400"/>
              <a:ext cx="3276600" cy="363461"/>
            </a:xfrm>
            <a:prstGeom prst="rect">
              <a:avLst/>
            </a:prstGeom>
            <a:solidFill>
              <a:srgbClr val="1D3064"/>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2000" b="1" dirty="0">
                  <a:solidFill>
                    <a:schemeClr val="bg1"/>
                  </a:solidFill>
                </a:rPr>
                <a:t>Client C</a:t>
              </a:r>
            </a:p>
          </p:txBody>
        </p:sp>
      </p:grpSp>
      <p:sp>
        <p:nvSpPr>
          <p:cNvPr id="75" name="Rectangle 74">
            <a:extLst>
              <a:ext uri="{FF2B5EF4-FFF2-40B4-BE49-F238E27FC236}">
                <a16:creationId xmlns:a16="http://schemas.microsoft.com/office/drawing/2014/main" xmlns="" id="{16A3FA2B-F9F7-4C72-B1B6-BD247A61ADAF}"/>
              </a:ext>
            </a:extLst>
          </p:cNvPr>
          <p:cNvSpPr/>
          <p:nvPr/>
        </p:nvSpPr>
        <p:spPr>
          <a:xfrm>
            <a:off x="1647825" y="4938328"/>
            <a:ext cx="8181975" cy="890588"/>
          </a:xfrm>
          <a:prstGeom prst="rect">
            <a:avLst/>
          </a:prstGeom>
          <a:solidFill>
            <a:schemeClr val="accent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marL="342900" lvl="1" indent="-342900" algn="ctr" eaLnBrk="1" hangingPunct="1">
              <a:defRPr/>
            </a:pPr>
            <a:r>
              <a:rPr lang="en-US" sz="2400" dirty="0">
                <a:solidFill>
                  <a:schemeClr val="bg1"/>
                </a:solidFill>
              </a:rPr>
              <a:t>If the distributed clients do not synchronize their write operations to the distributed file, then the data in the file can be corrupted</a:t>
            </a:r>
          </a:p>
        </p:txBody>
      </p:sp>
    </p:spTree>
    <p:extLst>
      <p:ext uri="{BB962C8B-B14F-4D97-AF65-F5344CB8AC3E}">
        <p14:creationId xmlns:p14="http://schemas.microsoft.com/office/powerpoint/2010/main" val="4198685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7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7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animBg="1"/>
      <p:bldP spid="64" grpId="0"/>
      <p:bldP spid="69" grpId="0"/>
      <p:bldP spid="71" grpId="0"/>
      <p:bldP spid="7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Clock Synchronization</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pPr>
              <a:lnSpc>
                <a:spcPct val="100000"/>
              </a:lnSpc>
            </a:pPr>
            <a:r>
              <a:rPr lang="en-US" dirty="0"/>
              <a:t>Clock synchronization is a mechanism to </a:t>
            </a:r>
            <a:r>
              <a:rPr lang="en-US" dirty="0">
                <a:solidFill>
                  <a:schemeClr val="accent6"/>
                </a:solidFill>
              </a:rPr>
              <a:t>synchronize the time of all the computers </a:t>
            </a:r>
            <a:r>
              <a:rPr lang="en-US" dirty="0"/>
              <a:t>in a DS</a:t>
            </a:r>
          </a:p>
          <a:p>
            <a:pPr>
              <a:lnSpc>
                <a:spcPct val="113000"/>
              </a:lnSpc>
            </a:pPr>
            <a:r>
              <a:rPr lang="en-US" dirty="0"/>
              <a:t>It is often important to know </a:t>
            </a:r>
            <a:r>
              <a:rPr lang="en-US" dirty="0">
                <a:solidFill>
                  <a:schemeClr val="accent6"/>
                </a:solidFill>
              </a:rPr>
              <a:t>when events occurred </a:t>
            </a:r>
            <a:r>
              <a:rPr lang="en-US" dirty="0"/>
              <a:t>and in </a:t>
            </a:r>
            <a:r>
              <a:rPr lang="en-US" dirty="0">
                <a:solidFill>
                  <a:schemeClr val="accent6"/>
                </a:solidFill>
              </a:rPr>
              <a:t>what order they occurred</a:t>
            </a:r>
            <a:r>
              <a:rPr lang="en-US" b="1" dirty="0"/>
              <a:t>.</a:t>
            </a:r>
          </a:p>
          <a:p>
            <a:pPr lvl="1">
              <a:lnSpc>
                <a:spcPct val="113000"/>
              </a:lnSpc>
            </a:pPr>
            <a:r>
              <a:rPr lang="en-US" sz="2400" dirty="0"/>
              <a:t>Need to know when a transaction occurs.</a:t>
            </a:r>
          </a:p>
          <a:p>
            <a:pPr lvl="1">
              <a:lnSpc>
                <a:spcPct val="113000"/>
              </a:lnSpc>
            </a:pPr>
            <a:r>
              <a:rPr lang="en-US" sz="2400" dirty="0"/>
              <a:t>Online reservation system.</a:t>
            </a:r>
          </a:p>
          <a:p>
            <a:pPr lvl="1">
              <a:lnSpc>
                <a:spcPct val="113000"/>
              </a:lnSpc>
            </a:pPr>
            <a:r>
              <a:rPr lang="en-US" sz="2400" dirty="0"/>
              <a:t>E-mail sorting can be difficult if time stamps are incorrect.</a:t>
            </a:r>
          </a:p>
          <a:p>
            <a:pPr>
              <a:lnSpc>
                <a:spcPct val="113000"/>
              </a:lnSpc>
            </a:pPr>
            <a:r>
              <a:rPr lang="en-US" dirty="0"/>
              <a:t>In a </a:t>
            </a:r>
            <a:r>
              <a:rPr lang="en-US" dirty="0">
                <a:solidFill>
                  <a:schemeClr val="accent6"/>
                </a:solidFill>
              </a:rPr>
              <a:t>non-distributed system </a:t>
            </a:r>
            <a:r>
              <a:rPr lang="en-US" dirty="0"/>
              <a:t>dealing with time is trivial as there is a </a:t>
            </a:r>
            <a:r>
              <a:rPr lang="en-US" dirty="0">
                <a:solidFill>
                  <a:schemeClr val="accent6"/>
                </a:solidFill>
              </a:rPr>
              <a:t>single shared clock</a:t>
            </a:r>
            <a:r>
              <a:rPr lang="en-US" dirty="0">
                <a:solidFill>
                  <a:srgbClr val="FF0000"/>
                </a:solidFill>
              </a:rPr>
              <a:t>, </a:t>
            </a:r>
            <a:r>
              <a:rPr lang="en-US" dirty="0"/>
              <a:t>where all processes see the same time.</a:t>
            </a:r>
          </a:p>
          <a:p>
            <a:pPr>
              <a:lnSpc>
                <a:spcPct val="113000"/>
              </a:lnSpc>
            </a:pPr>
            <a:r>
              <a:rPr lang="en-US" dirty="0"/>
              <a:t>In a </a:t>
            </a:r>
            <a:r>
              <a:rPr lang="en-US" dirty="0">
                <a:solidFill>
                  <a:schemeClr val="accent6"/>
                </a:solidFill>
              </a:rPr>
              <a:t>distributed system</a:t>
            </a:r>
            <a:r>
              <a:rPr lang="en-US" dirty="0"/>
              <a:t>,</a:t>
            </a:r>
            <a:r>
              <a:rPr lang="en-US" dirty="0">
                <a:solidFill>
                  <a:srgbClr val="FF0000"/>
                </a:solidFill>
              </a:rPr>
              <a:t> </a:t>
            </a:r>
            <a:r>
              <a:rPr lang="en-US" dirty="0"/>
              <a:t>on the other hand, each computer has its </a:t>
            </a:r>
            <a:r>
              <a:rPr lang="en-US" dirty="0">
                <a:solidFill>
                  <a:schemeClr val="accent6"/>
                </a:solidFill>
              </a:rPr>
              <a:t>own clock</a:t>
            </a:r>
            <a:r>
              <a:rPr lang="en-US" dirty="0"/>
              <a:t>.</a:t>
            </a:r>
            <a:r>
              <a:rPr lang="en-US" dirty="0">
                <a:solidFill>
                  <a:schemeClr val="accent6"/>
                </a:solidFill>
              </a:rPr>
              <a:t> </a:t>
            </a:r>
          </a:p>
          <a:p>
            <a:pPr>
              <a:lnSpc>
                <a:spcPct val="113000"/>
              </a:lnSpc>
            </a:pPr>
            <a:r>
              <a:rPr lang="en-US" dirty="0"/>
              <a:t>Because no clock is perfect each of these clocks has its own skew which causes clocks on different computers to drift and eventually become out of sync.</a:t>
            </a:r>
          </a:p>
          <a:p>
            <a:pPr lvl="1">
              <a:lnSpc>
                <a:spcPct val="113000"/>
              </a:lnSpc>
              <a:buFont typeface="Wingdings" panose="05000000000000000000" pitchFamily="2" charset="2"/>
              <a:buChar char="§"/>
            </a:pPr>
            <a:r>
              <a:rPr lang="en-US" dirty="0"/>
              <a:t>In </a:t>
            </a:r>
            <a:r>
              <a:rPr lang="en-US" dirty="0">
                <a:solidFill>
                  <a:srgbClr val="1D3064"/>
                </a:solidFill>
              </a:rPr>
              <a:t>centralized system</a:t>
            </a:r>
            <a:r>
              <a:rPr lang="en-US" dirty="0"/>
              <a:t>, time is </a:t>
            </a:r>
            <a:r>
              <a:rPr lang="en-US" b="1" dirty="0"/>
              <a:t>unambiguous</a:t>
            </a:r>
          </a:p>
          <a:p>
            <a:pPr lvl="1">
              <a:lnSpc>
                <a:spcPct val="113000"/>
              </a:lnSpc>
              <a:buFont typeface="Wingdings" panose="05000000000000000000" pitchFamily="2" charset="2"/>
              <a:buChar char="§"/>
            </a:pPr>
            <a:r>
              <a:rPr lang="en-US" dirty="0"/>
              <a:t>In </a:t>
            </a:r>
            <a:r>
              <a:rPr lang="en-US" dirty="0">
                <a:solidFill>
                  <a:srgbClr val="1D3064"/>
                </a:solidFill>
              </a:rPr>
              <a:t>distributed system</a:t>
            </a:r>
            <a:r>
              <a:rPr lang="en-US" dirty="0"/>
              <a:t>, time is </a:t>
            </a:r>
            <a:r>
              <a:rPr lang="en-US" b="1" dirty="0"/>
              <a:t>not trivial</a:t>
            </a:r>
          </a:p>
        </p:txBody>
      </p:sp>
    </p:spTree>
    <p:extLst>
      <p:ext uri="{BB962C8B-B14F-4D97-AF65-F5344CB8AC3E}">
        <p14:creationId xmlns:p14="http://schemas.microsoft.com/office/powerpoint/2010/main" val="1707311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Coordinated Universal Time (UTC)</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pPr>
              <a:lnSpc>
                <a:spcPct val="100000"/>
              </a:lnSpc>
            </a:pPr>
            <a:r>
              <a:rPr lang="en-US" dirty="0"/>
              <a:t>All the computers are generally synchronized to a standard time called Coordinated Universal Time (UTC)</a:t>
            </a:r>
          </a:p>
          <a:p>
            <a:pPr lvl="2"/>
            <a:r>
              <a:rPr lang="en-US" sz="2400" dirty="0"/>
              <a:t>UTC is the primary time standard by which the world regulates clocks and time</a:t>
            </a:r>
          </a:p>
          <a:p>
            <a:pPr>
              <a:lnSpc>
                <a:spcPct val="100000"/>
              </a:lnSpc>
            </a:pPr>
            <a:r>
              <a:rPr lang="en-US" dirty="0"/>
              <a:t>UTC is broadcasted via the satellites</a:t>
            </a:r>
          </a:p>
          <a:p>
            <a:pPr lvl="2"/>
            <a:r>
              <a:rPr lang="en-US" sz="2400" dirty="0"/>
              <a:t>UTC broadcasting service provides an accuracy of 0.5 </a:t>
            </a:r>
            <a:r>
              <a:rPr lang="en-US" sz="2400" dirty="0" err="1"/>
              <a:t>msec</a:t>
            </a:r>
            <a:endParaRPr lang="en-US" sz="2400" dirty="0"/>
          </a:p>
          <a:p>
            <a:pPr>
              <a:lnSpc>
                <a:spcPct val="100000"/>
              </a:lnSpc>
            </a:pPr>
            <a:r>
              <a:rPr lang="en-US" dirty="0"/>
              <a:t>Computer servers and online services with UTC receivers can be synchronized by satellite broadcasts</a:t>
            </a:r>
          </a:p>
          <a:p>
            <a:pPr lvl="2"/>
            <a:r>
              <a:rPr lang="en-US" sz="2400" dirty="0"/>
              <a:t>Many popular synchronization protocols in distributed systems use UTC as a reference time to synchronize clocks of computers</a:t>
            </a:r>
          </a:p>
        </p:txBody>
      </p:sp>
    </p:spTree>
    <p:extLst>
      <p:ext uri="{BB962C8B-B14F-4D97-AF65-F5344CB8AC3E}">
        <p14:creationId xmlns:p14="http://schemas.microsoft.com/office/powerpoint/2010/main" val="509292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Tracking Time on a Computer</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pPr>
              <a:lnSpc>
                <a:spcPct val="100000"/>
              </a:lnSpc>
            </a:pPr>
            <a:r>
              <a:rPr lang="en-US" dirty="0"/>
              <a:t>How does a computer keep track of its time?</a:t>
            </a:r>
          </a:p>
          <a:p>
            <a:pPr marL="714375" lvl="2" indent="-357188"/>
            <a:r>
              <a:rPr lang="en-US" sz="2400" dirty="0"/>
              <a:t>Each computer has a hardware timer </a:t>
            </a:r>
          </a:p>
          <a:p>
            <a:pPr marL="985838" lvl="2" indent="-271463">
              <a:lnSpc>
                <a:spcPct val="100000"/>
              </a:lnSpc>
              <a:spcBef>
                <a:spcPts val="1000"/>
              </a:spcBef>
              <a:buFont typeface="Arial" panose="020B0604020202020204" pitchFamily="34" charset="0"/>
              <a:buChar char="•"/>
            </a:pPr>
            <a:r>
              <a:rPr lang="en-US" sz="2400" dirty="0"/>
              <a:t>The timer causes an interrupt ‘H’ times a second</a:t>
            </a:r>
          </a:p>
          <a:p>
            <a:pPr marL="714375" lvl="2" indent="-357188"/>
            <a:r>
              <a:rPr lang="en-US" sz="2400" dirty="0"/>
              <a:t>The interrupt handler adds 1 to its Software Clock (C)</a:t>
            </a:r>
          </a:p>
          <a:p>
            <a:pPr marL="265113" lvl="2" indent="-265113">
              <a:lnSpc>
                <a:spcPct val="100000"/>
              </a:lnSpc>
              <a:spcBef>
                <a:spcPts val="1000"/>
              </a:spcBef>
              <a:buFont typeface="Webdings" panose="05030102010509060703" pitchFamily="18" charset="2"/>
              <a:buChar char=""/>
            </a:pPr>
            <a:r>
              <a:rPr lang="en-US" sz="2400" dirty="0"/>
              <a:t>Issues with clocks on a computer</a:t>
            </a:r>
          </a:p>
          <a:p>
            <a:pPr marL="714375" lvl="2" indent="-357188"/>
            <a:r>
              <a:rPr lang="en-US" sz="2400" dirty="0"/>
              <a:t>In practice, the hardware timer is imprecise</a:t>
            </a:r>
          </a:p>
          <a:p>
            <a:pPr marL="985838" indent="-271463">
              <a:lnSpc>
                <a:spcPct val="100000"/>
              </a:lnSpc>
              <a:buFont typeface="Arial" panose="020B0604020202020204" pitchFamily="34" charset="0"/>
              <a:buChar char="•"/>
            </a:pPr>
            <a:r>
              <a:rPr lang="en-US" dirty="0"/>
              <a:t>It does not interrupt ‘H’ times a second due to material imperfections of the hardware and temperature variations</a:t>
            </a:r>
          </a:p>
          <a:p>
            <a:pPr marL="985838" indent="-271463">
              <a:lnSpc>
                <a:spcPct val="100000"/>
              </a:lnSpc>
              <a:buFont typeface="Arial" panose="020B0604020202020204" pitchFamily="34" charset="0"/>
              <a:buChar char="•"/>
            </a:pPr>
            <a:r>
              <a:rPr lang="en-US" dirty="0"/>
              <a:t>The computer counts the time slower or faster than actual time</a:t>
            </a:r>
          </a:p>
          <a:p>
            <a:pPr marL="714375" lvl="2" indent="-357188"/>
            <a:r>
              <a:rPr lang="en-US" sz="2400" dirty="0"/>
              <a:t>Loosely speaking, </a:t>
            </a:r>
            <a:r>
              <a:rPr lang="en-US" sz="2400" dirty="0">
                <a:solidFill>
                  <a:schemeClr val="accent6"/>
                </a:solidFill>
              </a:rPr>
              <a:t>Clock Skew </a:t>
            </a:r>
            <a:r>
              <a:rPr lang="en-US" sz="2400" dirty="0"/>
              <a:t>is the skew between:</a:t>
            </a:r>
          </a:p>
          <a:p>
            <a:pPr marL="985838" indent="-271463">
              <a:lnSpc>
                <a:spcPct val="100000"/>
              </a:lnSpc>
              <a:buFont typeface="Arial" panose="020B0604020202020204" pitchFamily="34" charset="0"/>
              <a:buChar char="•"/>
            </a:pPr>
            <a:r>
              <a:rPr lang="en-US" dirty="0" smtClean="0"/>
              <a:t>The </a:t>
            </a:r>
            <a:r>
              <a:rPr lang="en-US" dirty="0"/>
              <a:t>computer clock and the actual time (e.g., UTC)</a:t>
            </a:r>
          </a:p>
        </p:txBody>
      </p:sp>
    </p:spTree>
    <p:extLst>
      <p:ext uri="{BB962C8B-B14F-4D97-AF65-F5344CB8AC3E}">
        <p14:creationId xmlns:p14="http://schemas.microsoft.com/office/powerpoint/2010/main" val="1652941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Clock Skew</a:t>
            </a:r>
          </a:p>
        </p:txBody>
      </p:sp>
      <p:sp>
        <p:nvSpPr>
          <p:cNvPr id="5" name="Content Placeholder 2">
            <a:extLst>
              <a:ext uri="{FF2B5EF4-FFF2-40B4-BE49-F238E27FC236}">
                <a16:creationId xmlns:a16="http://schemas.microsoft.com/office/drawing/2014/main" xmlns="" id="{F7B6CBB3-BAA9-42B0-939E-0D9D629E6062}"/>
              </a:ext>
            </a:extLst>
          </p:cNvPr>
          <p:cNvSpPr txBox="1">
            <a:spLocks/>
          </p:cNvSpPr>
          <p:nvPr/>
        </p:nvSpPr>
        <p:spPr>
          <a:xfrm>
            <a:off x="131179" y="863444"/>
            <a:ext cx="11956046" cy="5590565"/>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ebdings" panose="05030102010509060703"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en-US" dirty="0">
                <a:solidFill>
                  <a:schemeClr val="accent6"/>
                </a:solidFill>
              </a:rPr>
              <a:t>Clock Skew</a:t>
            </a:r>
            <a:r>
              <a:rPr lang="en-US" dirty="0"/>
              <a:t>: Difference between two clocks at one point in time.</a:t>
            </a:r>
          </a:p>
          <a:p>
            <a:pPr>
              <a:defRPr/>
            </a:pPr>
            <a:r>
              <a:rPr lang="en-US" dirty="0" smtClean="0">
                <a:latin typeface="+mj-lt"/>
              </a:rPr>
              <a:t>When the UTC time is </a:t>
            </a:r>
            <a:r>
              <a:rPr lang="en-US" b="1" i="1" dirty="0" smtClean="0">
                <a:solidFill>
                  <a:srgbClr val="1D3064"/>
                </a:solidFill>
                <a:latin typeface="+mj-lt"/>
                <a:cs typeface="Courier New" pitchFamily="49" charset="0"/>
              </a:rPr>
              <a:t>t</a:t>
            </a:r>
            <a:r>
              <a:rPr lang="en-US" dirty="0" smtClean="0">
                <a:latin typeface="+mj-lt"/>
              </a:rPr>
              <a:t>, let the clock on the computer have a time </a:t>
            </a:r>
            <a:r>
              <a:rPr lang="en-US" b="1" i="1" dirty="0" smtClean="0">
                <a:solidFill>
                  <a:srgbClr val="1D3064"/>
                </a:solidFill>
                <a:latin typeface="+mj-lt"/>
                <a:cs typeface="Courier New" pitchFamily="49" charset="0"/>
              </a:rPr>
              <a:t>C(t)</a:t>
            </a:r>
          </a:p>
          <a:p>
            <a:pPr>
              <a:defRPr/>
            </a:pPr>
            <a:endParaRPr lang="en-US" dirty="0"/>
          </a:p>
          <a:p>
            <a:pPr>
              <a:defRPr/>
            </a:pPr>
            <a:r>
              <a:rPr lang="en-US" dirty="0" smtClean="0"/>
              <a:t>Three types of clocks are possible</a:t>
            </a:r>
          </a:p>
          <a:p>
            <a:pPr lvl="1">
              <a:defRPr/>
            </a:pPr>
            <a:r>
              <a:rPr lang="en-US" sz="2400" dirty="0" smtClean="0"/>
              <a:t>Perfect clock:</a:t>
            </a:r>
          </a:p>
          <a:p>
            <a:pPr lvl="2">
              <a:defRPr/>
            </a:pPr>
            <a:r>
              <a:rPr lang="en-US" sz="2000" dirty="0" smtClean="0"/>
              <a:t>The timer ticks ‘H’ interrupts a second</a:t>
            </a:r>
          </a:p>
          <a:p>
            <a:pPr lvl="2">
              <a:buFontTx/>
              <a:buNone/>
              <a:defRPr/>
            </a:pPr>
            <a:r>
              <a:rPr lang="en-US" sz="2000" dirty="0" smtClean="0">
                <a:latin typeface="Courier New" pitchFamily="49" charset="0"/>
                <a:cs typeface="Courier New" pitchFamily="49" charset="0"/>
              </a:rPr>
              <a:t>	</a:t>
            </a:r>
            <a:r>
              <a:rPr lang="en-US" sz="2000" b="1" dirty="0" err="1" smtClean="0">
                <a:solidFill>
                  <a:srgbClr val="1D3064"/>
                </a:solidFill>
                <a:latin typeface="Courier New" pitchFamily="49" charset="0"/>
                <a:cs typeface="Courier New" pitchFamily="49" charset="0"/>
              </a:rPr>
              <a:t>dC</a:t>
            </a:r>
            <a:r>
              <a:rPr lang="en-US" sz="2000" b="1" dirty="0" smtClean="0">
                <a:solidFill>
                  <a:srgbClr val="1D3064"/>
                </a:solidFill>
                <a:latin typeface="Courier New" pitchFamily="49" charset="0"/>
                <a:cs typeface="Courier New" pitchFamily="49" charset="0"/>
              </a:rPr>
              <a:t>/</a:t>
            </a:r>
            <a:r>
              <a:rPr lang="en-US" sz="2000" b="1" dirty="0" err="1" smtClean="0">
                <a:solidFill>
                  <a:srgbClr val="1D3064"/>
                </a:solidFill>
                <a:latin typeface="Courier New" pitchFamily="49" charset="0"/>
                <a:cs typeface="Courier New" pitchFamily="49" charset="0"/>
              </a:rPr>
              <a:t>dt</a:t>
            </a:r>
            <a:r>
              <a:rPr lang="en-US" sz="2000" b="1" dirty="0" smtClean="0">
                <a:solidFill>
                  <a:srgbClr val="1D3064"/>
                </a:solidFill>
                <a:latin typeface="Courier New" pitchFamily="49" charset="0"/>
                <a:cs typeface="Courier New" pitchFamily="49" charset="0"/>
              </a:rPr>
              <a:t> = 1</a:t>
            </a:r>
            <a:endParaRPr lang="en-US" sz="2000" b="1" dirty="0" smtClean="0">
              <a:solidFill>
                <a:srgbClr val="1D3064"/>
              </a:solidFill>
            </a:endParaRPr>
          </a:p>
          <a:p>
            <a:pPr lvl="1">
              <a:defRPr/>
            </a:pPr>
            <a:r>
              <a:rPr lang="en-US" sz="2400" dirty="0" smtClean="0"/>
              <a:t>Fast clock:</a:t>
            </a:r>
          </a:p>
          <a:p>
            <a:pPr lvl="2">
              <a:defRPr/>
            </a:pPr>
            <a:r>
              <a:rPr lang="en-US" sz="2000" dirty="0" smtClean="0"/>
              <a:t>The timer ticks more than ‘H’ interrupts a second</a:t>
            </a:r>
          </a:p>
          <a:p>
            <a:pPr lvl="2">
              <a:buFontTx/>
              <a:buNone/>
              <a:defRPr/>
            </a:pPr>
            <a:r>
              <a:rPr lang="en-US" sz="2000" dirty="0" smtClean="0">
                <a:solidFill>
                  <a:schemeClr val="bg1">
                    <a:lumMod val="50000"/>
                  </a:schemeClr>
                </a:solidFill>
                <a:latin typeface="Courier New" pitchFamily="49" charset="0"/>
                <a:cs typeface="Courier New" pitchFamily="49" charset="0"/>
              </a:rPr>
              <a:t>	</a:t>
            </a:r>
            <a:r>
              <a:rPr lang="en-US" sz="2000" b="1" dirty="0" err="1" smtClean="0">
                <a:solidFill>
                  <a:srgbClr val="1D3064"/>
                </a:solidFill>
                <a:latin typeface="Courier New" pitchFamily="49" charset="0"/>
                <a:cs typeface="Courier New" pitchFamily="49" charset="0"/>
              </a:rPr>
              <a:t>dC</a:t>
            </a:r>
            <a:r>
              <a:rPr lang="en-US" sz="2000" b="1" dirty="0" smtClean="0">
                <a:solidFill>
                  <a:srgbClr val="1D3064"/>
                </a:solidFill>
                <a:latin typeface="Courier New" pitchFamily="49" charset="0"/>
                <a:cs typeface="Courier New" pitchFamily="49" charset="0"/>
              </a:rPr>
              <a:t>/</a:t>
            </a:r>
            <a:r>
              <a:rPr lang="en-US" sz="2000" b="1" dirty="0" err="1" smtClean="0">
                <a:solidFill>
                  <a:srgbClr val="1D3064"/>
                </a:solidFill>
                <a:latin typeface="Courier New" pitchFamily="49" charset="0"/>
                <a:cs typeface="Courier New" pitchFamily="49" charset="0"/>
              </a:rPr>
              <a:t>dt</a:t>
            </a:r>
            <a:r>
              <a:rPr lang="en-US" sz="2000" b="1" dirty="0" smtClean="0">
                <a:solidFill>
                  <a:srgbClr val="1D3064"/>
                </a:solidFill>
                <a:latin typeface="Courier New" pitchFamily="49" charset="0"/>
                <a:cs typeface="Courier New" pitchFamily="49" charset="0"/>
              </a:rPr>
              <a:t> &gt; 1</a:t>
            </a:r>
            <a:endParaRPr lang="en-US" sz="2000" b="1" dirty="0" smtClean="0">
              <a:solidFill>
                <a:srgbClr val="1D3064"/>
              </a:solidFill>
            </a:endParaRPr>
          </a:p>
          <a:p>
            <a:pPr lvl="1">
              <a:defRPr/>
            </a:pPr>
            <a:r>
              <a:rPr lang="en-US" sz="2400" dirty="0" smtClean="0"/>
              <a:t>Slow clock:</a:t>
            </a:r>
          </a:p>
          <a:p>
            <a:pPr lvl="2">
              <a:defRPr/>
            </a:pPr>
            <a:r>
              <a:rPr lang="en-US" sz="2000" dirty="0" smtClean="0"/>
              <a:t>The timer ticks less than ‘H’ interrupts a second</a:t>
            </a:r>
          </a:p>
          <a:p>
            <a:pPr lvl="2">
              <a:buFontTx/>
              <a:buNone/>
              <a:defRPr/>
            </a:pPr>
            <a:r>
              <a:rPr lang="en-US" sz="2000" dirty="0" smtClean="0">
                <a:latin typeface="Courier New" pitchFamily="49" charset="0"/>
                <a:cs typeface="Courier New" pitchFamily="49" charset="0"/>
              </a:rPr>
              <a:t>	</a:t>
            </a:r>
            <a:r>
              <a:rPr lang="en-US" sz="2000" b="1" dirty="0" err="1" smtClean="0">
                <a:solidFill>
                  <a:srgbClr val="1D3064"/>
                </a:solidFill>
                <a:latin typeface="Courier New" pitchFamily="49" charset="0"/>
                <a:cs typeface="Courier New" pitchFamily="49" charset="0"/>
              </a:rPr>
              <a:t>dC</a:t>
            </a:r>
            <a:r>
              <a:rPr lang="en-US" sz="2000" b="1" dirty="0" smtClean="0">
                <a:solidFill>
                  <a:srgbClr val="1D3064"/>
                </a:solidFill>
                <a:latin typeface="Courier New" pitchFamily="49" charset="0"/>
                <a:cs typeface="Courier New" pitchFamily="49" charset="0"/>
              </a:rPr>
              <a:t>/</a:t>
            </a:r>
            <a:r>
              <a:rPr lang="en-US" sz="2000" b="1" dirty="0" err="1" smtClean="0">
                <a:solidFill>
                  <a:srgbClr val="1D3064"/>
                </a:solidFill>
                <a:latin typeface="Courier New" pitchFamily="49" charset="0"/>
                <a:cs typeface="Courier New" pitchFamily="49" charset="0"/>
              </a:rPr>
              <a:t>dt</a:t>
            </a:r>
            <a:r>
              <a:rPr lang="en-US" sz="2000" b="1" dirty="0" smtClean="0">
                <a:solidFill>
                  <a:srgbClr val="1D3064"/>
                </a:solidFill>
                <a:latin typeface="Courier New" pitchFamily="49" charset="0"/>
                <a:cs typeface="Courier New" pitchFamily="49" charset="0"/>
              </a:rPr>
              <a:t> &lt; 1</a:t>
            </a:r>
            <a:endParaRPr lang="en-US" sz="2000" b="1" dirty="0">
              <a:solidFill>
                <a:srgbClr val="1D3064"/>
              </a:solidFill>
            </a:endParaRPr>
          </a:p>
        </p:txBody>
      </p:sp>
      <p:cxnSp>
        <p:nvCxnSpPr>
          <p:cNvPr id="8" name="Straight Arrow Connector 7">
            <a:extLst>
              <a:ext uri="{FF2B5EF4-FFF2-40B4-BE49-F238E27FC236}">
                <a16:creationId xmlns:a16="http://schemas.microsoft.com/office/drawing/2014/main" xmlns="" id="{454269CD-1992-48A0-81E6-F149B1003BD4}"/>
              </a:ext>
            </a:extLst>
          </p:cNvPr>
          <p:cNvCxnSpPr/>
          <p:nvPr/>
        </p:nvCxnSpPr>
        <p:spPr>
          <a:xfrm>
            <a:off x="8086725" y="2557462"/>
            <a:ext cx="1143000" cy="0"/>
          </a:xfrm>
          <a:prstGeom prst="straightConnector1">
            <a:avLst/>
          </a:prstGeom>
          <a:ln w="12700">
            <a:solidFill>
              <a:schemeClr val="tx1"/>
            </a:solidFill>
            <a:prstDash val="sysDash"/>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 name="Straight Arrow Connector 8">
            <a:extLst>
              <a:ext uri="{FF2B5EF4-FFF2-40B4-BE49-F238E27FC236}">
                <a16:creationId xmlns:a16="http://schemas.microsoft.com/office/drawing/2014/main" xmlns="" id="{79D14986-FE06-4150-9473-CCE7DAE2D305}"/>
              </a:ext>
            </a:extLst>
          </p:cNvPr>
          <p:cNvCxnSpPr/>
          <p:nvPr/>
        </p:nvCxnSpPr>
        <p:spPr>
          <a:xfrm flipV="1">
            <a:off x="9229725" y="2557462"/>
            <a:ext cx="0" cy="1905000"/>
          </a:xfrm>
          <a:prstGeom prst="straightConnector1">
            <a:avLst/>
          </a:prstGeom>
          <a:ln w="12700">
            <a:solidFill>
              <a:schemeClr val="tx1"/>
            </a:solidFill>
            <a:prstDash val="sysDash"/>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 name="Straight Arrow Connector 9">
            <a:extLst>
              <a:ext uri="{FF2B5EF4-FFF2-40B4-BE49-F238E27FC236}">
                <a16:creationId xmlns:a16="http://schemas.microsoft.com/office/drawing/2014/main" xmlns="" id="{2354102A-1FD2-46F2-BC27-6353C6EA5598}"/>
              </a:ext>
            </a:extLst>
          </p:cNvPr>
          <p:cNvCxnSpPr/>
          <p:nvPr/>
        </p:nvCxnSpPr>
        <p:spPr>
          <a:xfrm flipV="1">
            <a:off x="8086725" y="2557462"/>
            <a:ext cx="1828800" cy="1905000"/>
          </a:xfrm>
          <a:prstGeom prst="straightConnector1">
            <a:avLst/>
          </a:prstGeom>
          <a:ln w="19050">
            <a:solidFill>
              <a:srgbClr val="1D3064"/>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1" name="Straight Arrow Connector 10">
            <a:extLst>
              <a:ext uri="{FF2B5EF4-FFF2-40B4-BE49-F238E27FC236}">
                <a16:creationId xmlns:a16="http://schemas.microsoft.com/office/drawing/2014/main" xmlns="" id="{839608B8-99BC-4FFE-8C86-2D1DE5D8C082}"/>
              </a:ext>
            </a:extLst>
          </p:cNvPr>
          <p:cNvCxnSpPr/>
          <p:nvPr/>
        </p:nvCxnSpPr>
        <p:spPr>
          <a:xfrm flipV="1">
            <a:off x="8086725" y="2557462"/>
            <a:ext cx="1143000" cy="1905000"/>
          </a:xfrm>
          <a:prstGeom prst="straightConnector1">
            <a:avLst/>
          </a:prstGeom>
          <a:ln w="19050">
            <a:solidFill>
              <a:schemeClr val="tx1"/>
            </a:solidFill>
            <a:prstDash val="dash"/>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2" name="Straight Arrow Connector 11">
            <a:extLst>
              <a:ext uri="{FF2B5EF4-FFF2-40B4-BE49-F238E27FC236}">
                <a16:creationId xmlns:a16="http://schemas.microsoft.com/office/drawing/2014/main" xmlns="" id="{629C208E-1C9D-40D0-84D3-9A4068E39C2B}"/>
              </a:ext>
            </a:extLst>
          </p:cNvPr>
          <p:cNvCxnSpPr/>
          <p:nvPr/>
        </p:nvCxnSpPr>
        <p:spPr>
          <a:xfrm flipV="1">
            <a:off x="8086725" y="3243262"/>
            <a:ext cx="1828800" cy="1219200"/>
          </a:xfrm>
          <a:prstGeom prst="straightConnector1">
            <a:avLst/>
          </a:prstGeom>
          <a:ln w="19050">
            <a:solidFill>
              <a:schemeClr val="accent6"/>
            </a:solidFill>
            <a:prstDash val="dashDot"/>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3" name="Straight Arrow Connector 12">
            <a:extLst>
              <a:ext uri="{FF2B5EF4-FFF2-40B4-BE49-F238E27FC236}">
                <a16:creationId xmlns:a16="http://schemas.microsoft.com/office/drawing/2014/main" xmlns="" id="{5BAE3904-37CD-49F0-AFBF-3F61483EADAE}"/>
              </a:ext>
            </a:extLst>
          </p:cNvPr>
          <p:cNvCxnSpPr/>
          <p:nvPr/>
        </p:nvCxnSpPr>
        <p:spPr>
          <a:xfrm>
            <a:off x="8086725" y="3700462"/>
            <a:ext cx="1143000" cy="0"/>
          </a:xfrm>
          <a:prstGeom prst="straightConnector1">
            <a:avLst/>
          </a:prstGeom>
          <a:ln w="12700">
            <a:solidFill>
              <a:schemeClr val="accent6"/>
            </a:solidFill>
            <a:prstDash val="sysDash"/>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4" name="Straight Arrow Connector 13">
            <a:extLst>
              <a:ext uri="{FF2B5EF4-FFF2-40B4-BE49-F238E27FC236}">
                <a16:creationId xmlns:a16="http://schemas.microsoft.com/office/drawing/2014/main" xmlns="" id="{2E5C5358-D827-433F-8607-3245101E62CC}"/>
              </a:ext>
            </a:extLst>
          </p:cNvPr>
          <p:cNvCxnSpPr/>
          <p:nvPr/>
        </p:nvCxnSpPr>
        <p:spPr>
          <a:xfrm>
            <a:off x="8086725" y="3243262"/>
            <a:ext cx="1143000" cy="0"/>
          </a:xfrm>
          <a:prstGeom prst="straightConnector1">
            <a:avLst/>
          </a:prstGeom>
          <a:ln w="12700">
            <a:solidFill>
              <a:srgbClr val="1D3064"/>
            </a:solidFill>
            <a:prstDash val="sysDash"/>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18" name="TextBox 17">
            <a:extLst>
              <a:ext uri="{FF2B5EF4-FFF2-40B4-BE49-F238E27FC236}">
                <a16:creationId xmlns:a16="http://schemas.microsoft.com/office/drawing/2014/main" xmlns="" id="{A26BB817-5C5A-4107-8490-D873113E7891}"/>
              </a:ext>
            </a:extLst>
          </p:cNvPr>
          <p:cNvSpPr txBox="1">
            <a:spLocks noChangeArrowheads="1"/>
          </p:cNvSpPr>
          <p:nvPr/>
        </p:nvSpPr>
        <p:spPr bwMode="auto">
          <a:xfrm>
            <a:off x="9077325" y="4491038"/>
            <a:ext cx="3810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3200">
                <a:solidFill>
                  <a:srgbClr val="808080"/>
                </a:solidFill>
                <a:latin typeface="Arial" panose="020B0604020202020204" pitchFamily="34" charset="0"/>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1200">
                <a:solidFill>
                  <a:schemeClr val="tx1"/>
                </a:solidFill>
                <a:latin typeface="+mn-lt"/>
              </a:rPr>
              <a:t>10</a:t>
            </a:r>
          </a:p>
        </p:txBody>
      </p:sp>
      <p:grpSp>
        <p:nvGrpSpPr>
          <p:cNvPr id="76" name="Group 75"/>
          <p:cNvGrpSpPr/>
          <p:nvPr/>
        </p:nvGrpSpPr>
        <p:grpSpPr>
          <a:xfrm>
            <a:off x="7412802" y="2176462"/>
            <a:ext cx="2807523" cy="2990910"/>
            <a:chOff x="7412802" y="2176462"/>
            <a:chExt cx="2807523" cy="2990910"/>
          </a:xfrm>
        </p:grpSpPr>
        <p:cxnSp>
          <p:nvCxnSpPr>
            <p:cNvPr id="6" name="Straight Arrow Connector 5">
              <a:extLst>
                <a:ext uri="{FF2B5EF4-FFF2-40B4-BE49-F238E27FC236}">
                  <a16:creationId xmlns:a16="http://schemas.microsoft.com/office/drawing/2014/main" xmlns="" id="{1746F86D-EB4A-4F2B-8625-A66E348D2FFC}"/>
                </a:ext>
              </a:extLst>
            </p:cNvPr>
            <p:cNvCxnSpPr/>
            <p:nvPr/>
          </p:nvCxnSpPr>
          <p:spPr>
            <a:xfrm>
              <a:off x="8086725" y="4462462"/>
              <a:ext cx="2133600" cy="0"/>
            </a:xfrm>
            <a:prstGeom prst="straightConnector1">
              <a:avLst/>
            </a:prstGeom>
            <a:ln w="38100">
              <a:tailEnd type="arrow"/>
            </a:ln>
          </p:spPr>
          <p:style>
            <a:lnRef idx="1">
              <a:schemeClr val="dk1"/>
            </a:lnRef>
            <a:fillRef idx="0">
              <a:schemeClr val="dk1"/>
            </a:fillRef>
            <a:effectRef idx="0">
              <a:schemeClr val="dk1"/>
            </a:effectRef>
            <a:fontRef idx="minor">
              <a:schemeClr val="tx1"/>
            </a:fontRef>
          </p:style>
        </p:cxnSp>
        <p:cxnSp>
          <p:nvCxnSpPr>
            <p:cNvPr id="7" name="Straight Arrow Connector 6">
              <a:extLst>
                <a:ext uri="{FF2B5EF4-FFF2-40B4-BE49-F238E27FC236}">
                  <a16:creationId xmlns:a16="http://schemas.microsoft.com/office/drawing/2014/main" xmlns="" id="{073ABED6-7FBA-4CD5-AA84-E86D32825809}"/>
                </a:ext>
              </a:extLst>
            </p:cNvPr>
            <p:cNvCxnSpPr/>
            <p:nvPr/>
          </p:nvCxnSpPr>
          <p:spPr>
            <a:xfrm flipV="1">
              <a:off x="8086725" y="2176462"/>
              <a:ext cx="0" cy="2286000"/>
            </a:xfrm>
            <a:prstGeom prst="straightConnector1">
              <a:avLst/>
            </a:prstGeom>
            <a:ln w="38100">
              <a:tailEnd type="arrow"/>
            </a:ln>
          </p:spPr>
          <p:style>
            <a:lnRef idx="1">
              <a:schemeClr val="dk1"/>
            </a:lnRef>
            <a:fillRef idx="0">
              <a:schemeClr val="dk1"/>
            </a:fillRef>
            <a:effectRef idx="0">
              <a:schemeClr val="dk1"/>
            </a:effectRef>
            <a:fontRef idx="minor">
              <a:schemeClr val="tx1"/>
            </a:fontRef>
          </p:style>
        </p:cxnSp>
        <p:sp>
          <p:nvSpPr>
            <p:cNvPr id="15" name="TextBox 34">
              <a:extLst>
                <a:ext uri="{FF2B5EF4-FFF2-40B4-BE49-F238E27FC236}">
                  <a16:creationId xmlns:a16="http://schemas.microsoft.com/office/drawing/2014/main" xmlns="" id="{104C864D-769C-4635-A83A-1F0D51FC1160}"/>
                </a:ext>
              </a:extLst>
            </p:cNvPr>
            <p:cNvSpPr txBox="1">
              <a:spLocks noChangeArrowheads="1"/>
            </p:cNvSpPr>
            <p:nvPr/>
          </p:nvSpPr>
          <p:spPr bwMode="auto">
            <a:xfrm>
              <a:off x="8620125" y="4767262"/>
              <a:ext cx="9144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3200">
                  <a:solidFill>
                    <a:srgbClr val="808080"/>
                  </a:solidFill>
                  <a:latin typeface="Arial" panose="020B0604020202020204" pitchFamily="34" charset="0"/>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2000" dirty="0">
                  <a:solidFill>
                    <a:schemeClr val="tx1"/>
                  </a:solidFill>
                  <a:latin typeface="+mn-lt"/>
                </a:rPr>
                <a:t>UTC, </a:t>
              </a:r>
              <a:r>
                <a:rPr lang="en-US" altLang="en-US" sz="2000" dirty="0">
                  <a:solidFill>
                    <a:schemeClr val="tx1"/>
                  </a:solidFill>
                  <a:latin typeface="+mn-lt"/>
                  <a:cs typeface="Courier New" panose="02070309020205020404" pitchFamily="49" charset="0"/>
                </a:rPr>
                <a:t>t</a:t>
              </a:r>
              <a:endParaRPr lang="en-US" altLang="en-US" sz="2000" dirty="0">
                <a:solidFill>
                  <a:schemeClr val="tx1"/>
                </a:solidFill>
                <a:latin typeface="+mn-lt"/>
              </a:endParaRPr>
            </a:p>
          </p:txBody>
        </p:sp>
        <p:sp>
          <p:nvSpPr>
            <p:cNvPr id="16" name="TextBox 35">
              <a:extLst>
                <a:ext uri="{FF2B5EF4-FFF2-40B4-BE49-F238E27FC236}">
                  <a16:creationId xmlns:a16="http://schemas.microsoft.com/office/drawing/2014/main" xmlns="" id="{855EAE94-9453-4C74-9DD6-5BBDA976DB44}"/>
                </a:ext>
              </a:extLst>
            </p:cNvPr>
            <p:cNvSpPr txBox="1">
              <a:spLocks noChangeArrowheads="1"/>
            </p:cNvSpPr>
            <p:nvPr/>
          </p:nvSpPr>
          <p:spPr bwMode="auto">
            <a:xfrm rot="16200000">
              <a:off x="6660357" y="3157508"/>
              <a:ext cx="1905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3200">
                  <a:solidFill>
                    <a:srgbClr val="808080"/>
                  </a:solidFill>
                  <a:latin typeface="Arial" panose="020B0604020202020204" pitchFamily="34" charset="0"/>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2000" dirty="0">
                  <a:solidFill>
                    <a:schemeClr val="tx1"/>
                  </a:solidFill>
                  <a:latin typeface="+mn-lt"/>
                </a:rPr>
                <a:t>Clock time,</a:t>
              </a:r>
              <a:r>
                <a:rPr lang="en-US" altLang="en-US" sz="2000" dirty="0">
                  <a:solidFill>
                    <a:schemeClr val="tx1"/>
                  </a:solidFill>
                  <a:latin typeface="+mn-lt"/>
                  <a:cs typeface="Courier New" panose="02070309020205020404" pitchFamily="49" charset="0"/>
                </a:rPr>
                <a:t> </a:t>
              </a:r>
              <a:r>
                <a:rPr lang="en-US" altLang="en-US" sz="2000" dirty="0" err="1">
                  <a:solidFill>
                    <a:schemeClr val="tx1"/>
                  </a:solidFill>
                  <a:latin typeface="+mn-lt"/>
                  <a:cs typeface="Courier New" panose="02070309020205020404" pitchFamily="49" charset="0"/>
                </a:rPr>
                <a:t>C</a:t>
              </a:r>
              <a:r>
                <a:rPr lang="en-US" altLang="en-US" sz="2000" baseline="-25000" dirty="0" err="1">
                  <a:solidFill>
                    <a:schemeClr val="tx1"/>
                  </a:solidFill>
                  <a:latin typeface="+mn-lt"/>
                  <a:cs typeface="Courier New" panose="02070309020205020404" pitchFamily="49" charset="0"/>
                </a:rPr>
                <a:t>p</a:t>
              </a:r>
              <a:r>
                <a:rPr lang="en-US" altLang="en-US" sz="2000" dirty="0">
                  <a:solidFill>
                    <a:schemeClr val="tx1"/>
                  </a:solidFill>
                  <a:latin typeface="+mn-lt"/>
                  <a:cs typeface="Courier New" panose="02070309020205020404" pitchFamily="49" charset="0"/>
                </a:rPr>
                <a:t>(t)</a:t>
              </a:r>
              <a:endParaRPr lang="en-US" altLang="en-US" sz="2000" dirty="0">
                <a:solidFill>
                  <a:schemeClr val="tx1"/>
                </a:solidFill>
                <a:latin typeface="+mn-lt"/>
              </a:endParaRPr>
            </a:p>
          </p:txBody>
        </p:sp>
        <p:sp>
          <p:nvSpPr>
            <p:cNvPr id="17" name="TextBox 36">
              <a:extLst>
                <a:ext uri="{FF2B5EF4-FFF2-40B4-BE49-F238E27FC236}">
                  <a16:creationId xmlns:a16="http://schemas.microsoft.com/office/drawing/2014/main" xmlns="" id="{8D256305-6621-43D4-9AFC-36ABAE91E4C6}"/>
                </a:ext>
              </a:extLst>
            </p:cNvPr>
            <p:cNvSpPr txBox="1">
              <a:spLocks noChangeArrowheads="1"/>
            </p:cNvSpPr>
            <p:nvPr/>
          </p:nvSpPr>
          <p:spPr bwMode="auto">
            <a:xfrm>
              <a:off x="7705725" y="3119438"/>
              <a:ext cx="3810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3200">
                  <a:solidFill>
                    <a:srgbClr val="808080"/>
                  </a:solidFill>
                  <a:latin typeface="Arial" panose="020B0604020202020204" pitchFamily="34" charset="0"/>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9pPr>
            </a:lstStyle>
            <a:p>
              <a:pPr algn="r" eaLnBrk="1" hangingPunct="1">
                <a:spcBef>
                  <a:spcPct val="0"/>
                </a:spcBef>
                <a:buFontTx/>
                <a:buNone/>
              </a:pPr>
              <a:r>
                <a:rPr lang="en-US" altLang="en-US" sz="1200">
                  <a:solidFill>
                    <a:schemeClr val="tx1"/>
                  </a:solidFill>
                  <a:latin typeface="+mn-lt"/>
                </a:rPr>
                <a:t>10</a:t>
              </a:r>
            </a:p>
          </p:txBody>
        </p:sp>
        <p:sp>
          <p:nvSpPr>
            <p:cNvPr id="19" name="TextBox 38">
              <a:extLst>
                <a:ext uri="{FF2B5EF4-FFF2-40B4-BE49-F238E27FC236}">
                  <a16:creationId xmlns:a16="http://schemas.microsoft.com/office/drawing/2014/main" xmlns="" id="{59AA935F-F513-4897-B086-79409FA59E18}"/>
                </a:ext>
              </a:extLst>
            </p:cNvPr>
            <p:cNvSpPr txBox="1">
              <a:spLocks noChangeArrowheads="1"/>
            </p:cNvSpPr>
            <p:nvPr/>
          </p:nvSpPr>
          <p:spPr bwMode="auto">
            <a:xfrm>
              <a:off x="7934325" y="4538663"/>
              <a:ext cx="3048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3200">
                  <a:solidFill>
                    <a:srgbClr val="808080"/>
                  </a:solidFill>
                  <a:latin typeface="Arial" panose="020B0604020202020204" pitchFamily="34" charset="0"/>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1200">
                  <a:solidFill>
                    <a:schemeClr val="tx1"/>
                  </a:solidFill>
                  <a:latin typeface="+mn-lt"/>
                </a:rPr>
                <a:t>0</a:t>
              </a:r>
            </a:p>
          </p:txBody>
        </p:sp>
      </p:grpSp>
      <p:cxnSp>
        <p:nvCxnSpPr>
          <p:cNvPr id="20" name="Straight Arrow Connector 19">
            <a:extLst>
              <a:ext uri="{FF2B5EF4-FFF2-40B4-BE49-F238E27FC236}">
                <a16:creationId xmlns:a16="http://schemas.microsoft.com/office/drawing/2014/main" xmlns="" id="{C7192112-6BF0-47EF-A054-C90A5DBDF5F5}"/>
              </a:ext>
            </a:extLst>
          </p:cNvPr>
          <p:cNvCxnSpPr/>
          <p:nvPr/>
        </p:nvCxnSpPr>
        <p:spPr>
          <a:xfrm flipV="1">
            <a:off x="9229725" y="3700462"/>
            <a:ext cx="0" cy="762000"/>
          </a:xfrm>
          <a:prstGeom prst="straightConnector1">
            <a:avLst/>
          </a:prstGeom>
          <a:ln w="12700">
            <a:solidFill>
              <a:srgbClr val="FF0000"/>
            </a:solidFill>
            <a:prstDash val="sysDash"/>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1" name="Straight Arrow Connector 20">
            <a:extLst>
              <a:ext uri="{FF2B5EF4-FFF2-40B4-BE49-F238E27FC236}">
                <a16:creationId xmlns:a16="http://schemas.microsoft.com/office/drawing/2014/main" xmlns="" id="{12A4470A-5188-4B72-9074-4C201E6618C6}"/>
              </a:ext>
            </a:extLst>
          </p:cNvPr>
          <p:cNvCxnSpPr/>
          <p:nvPr/>
        </p:nvCxnSpPr>
        <p:spPr>
          <a:xfrm flipV="1">
            <a:off x="9229725" y="3243262"/>
            <a:ext cx="0" cy="1219200"/>
          </a:xfrm>
          <a:prstGeom prst="straightConnector1">
            <a:avLst/>
          </a:prstGeom>
          <a:ln w="12700">
            <a:solidFill>
              <a:srgbClr val="1D3064"/>
            </a:solidFill>
            <a:prstDash val="sysDash"/>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22" name="TextBox 21">
            <a:extLst>
              <a:ext uri="{FF2B5EF4-FFF2-40B4-BE49-F238E27FC236}">
                <a16:creationId xmlns:a16="http://schemas.microsoft.com/office/drawing/2014/main" xmlns="" id="{0B167897-6293-4B1A-A4D8-273C3DA08AEB}"/>
              </a:ext>
            </a:extLst>
          </p:cNvPr>
          <p:cNvSpPr txBox="1">
            <a:spLocks noChangeArrowheads="1"/>
          </p:cNvSpPr>
          <p:nvPr/>
        </p:nvSpPr>
        <p:spPr bwMode="auto">
          <a:xfrm rot="18881476">
            <a:off x="8571600" y="2718055"/>
            <a:ext cx="166529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2"/>
              </a:buBlip>
              <a:defRPr sz="3200">
                <a:solidFill>
                  <a:srgbClr val="808080"/>
                </a:solidFill>
                <a:latin typeface="Arial" panose="020B0604020202020204" pitchFamily="34" charset="0"/>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2000" dirty="0">
                <a:solidFill>
                  <a:srgbClr val="1D3064"/>
                </a:solidFill>
                <a:latin typeface="+mn-lt"/>
              </a:rPr>
              <a:t>Perfect clock</a:t>
            </a:r>
          </a:p>
        </p:txBody>
      </p:sp>
      <p:sp>
        <p:nvSpPr>
          <p:cNvPr id="23" name="TextBox 22">
            <a:extLst>
              <a:ext uri="{FF2B5EF4-FFF2-40B4-BE49-F238E27FC236}">
                <a16:creationId xmlns:a16="http://schemas.microsoft.com/office/drawing/2014/main" xmlns="" id="{381E5CE0-A984-4DF1-9EB9-FF152564BF30}"/>
              </a:ext>
            </a:extLst>
          </p:cNvPr>
          <p:cNvSpPr txBox="1"/>
          <p:nvPr/>
        </p:nvSpPr>
        <p:spPr>
          <a:xfrm rot="18262911">
            <a:off x="8007351" y="2955896"/>
            <a:ext cx="1295400" cy="400110"/>
          </a:xfrm>
          <a:prstGeom prst="rect">
            <a:avLst/>
          </a:prstGeom>
          <a:noFill/>
        </p:spPr>
        <p:txBody>
          <a:bodyPr>
            <a:spAutoFit/>
          </a:bodyPr>
          <a:lstStyle/>
          <a:p>
            <a:pPr eaLnBrk="1" hangingPunct="1">
              <a:defRPr/>
            </a:pPr>
            <a:r>
              <a:rPr lang="en-US" sz="2000" dirty="0">
                <a:cs typeface="Arial" charset="0"/>
              </a:rPr>
              <a:t>Fast Clock</a:t>
            </a:r>
          </a:p>
        </p:txBody>
      </p:sp>
      <p:sp>
        <p:nvSpPr>
          <p:cNvPr id="24" name="TextBox 23">
            <a:extLst>
              <a:ext uri="{FF2B5EF4-FFF2-40B4-BE49-F238E27FC236}">
                <a16:creationId xmlns:a16="http://schemas.microsoft.com/office/drawing/2014/main" xmlns="" id="{D765BF35-7E4B-4744-A7A0-40E2499E4A60}"/>
              </a:ext>
            </a:extLst>
          </p:cNvPr>
          <p:cNvSpPr txBox="1">
            <a:spLocks noChangeArrowheads="1"/>
          </p:cNvSpPr>
          <p:nvPr/>
        </p:nvSpPr>
        <p:spPr bwMode="auto">
          <a:xfrm rot="19631558">
            <a:off x="8793163" y="3218626"/>
            <a:ext cx="12954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3200">
                <a:solidFill>
                  <a:srgbClr val="808080"/>
                </a:solidFill>
                <a:latin typeface="Arial" panose="020B0604020202020204" pitchFamily="34" charset="0"/>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2000" dirty="0">
                <a:solidFill>
                  <a:schemeClr val="accent6"/>
                </a:solidFill>
                <a:latin typeface="+mn-lt"/>
              </a:rPr>
              <a:t>Slow Clock</a:t>
            </a:r>
          </a:p>
        </p:txBody>
      </p:sp>
      <p:sp>
        <p:nvSpPr>
          <p:cNvPr id="25" name="TextBox 24">
            <a:extLst>
              <a:ext uri="{FF2B5EF4-FFF2-40B4-BE49-F238E27FC236}">
                <a16:creationId xmlns:a16="http://schemas.microsoft.com/office/drawing/2014/main" xmlns="" id="{9E4F2FC4-90BD-4FB8-91A5-628EF64D3C10}"/>
              </a:ext>
            </a:extLst>
          </p:cNvPr>
          <p:cNvSpPr txBox="1">
            <a:spLocks noChangeArrowheads="1"/>
          </p:cNvSpPr>
          <p:nvPr/>
        </p:nvSpPr>
        <p:spPr bwMode="auto">
          <a:xfrm>
            <a:off x="7705725" y="2405063"/>
            <a:ext cx="3810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3200">
                <a:solidFill>
                  <a:srgbClr val="808080"/>
                </a:solidFill>
                <a:latin typeface="Arial" panose="020B0604020202020204" pitchFamily="34" charset="0"/>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9pPr>
          </a:lstStyle>
          <a:p>
            <a:pPr algn="r" eaLnBrk="1" hangingPunct="1">
              <a:spcBef>
                <a:spcPct val="0"/>
              </a:spcBef>
              <a:buFontTx/>
              <a:buNone/>
            </a:pPr>
            <a:r>
              <a:rPr lang="en-US" altLang="en-US" sz="1200" dirty="0">
                <a:solidFill>
                  <a:schemeClr val="tx1"/>
                </a:solidFill>
                <a:latin typeface="+mn-lt"/>
              </a:rPr>
              <a:t>15</a:t>
            </a:r>
          </a:p>
        </p:txBody>
      </p:sp>
      <p:sp>
        <p:nvSpPr>
          <p:cNvPr id="26" name="TextBox 25">
            <a:extLst>
              <a:ext uri="{FF2B5EF4-FFF2-40B4-BE49-F238E27FC236}">
                <a16:creationId xmlns:a16="http://schemas.microsoft.com/office/drawing/2014/main" xmlns="" id="{D955D81B-DF23-4F15-895C-ABF545C89DAF}"/>
              </a:ext>
            </a:extLst>
          </p:cNvPr>
          <p:cNvSpPr txBox="1">
            <a:spLocks noChangeArrowheads="1"/>
          </p:cNvSpPr>
          <p:nvPr/>
        </p:nvSpPr>
        <p:spPr bwMode="auto">
          <a:xfrm>
            <a:off x="7705725" y="3576638"/>
            <a:ext cx="3810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3200">
                <a:solidFill>
                  <a:srgbClr val="808080"/>
                </a:solidFill>
                <a:latin typeface="Arial" panose="020B0604020202020204" pitchFamily="34" charset="0"/>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9pPr>
          </a:lstStyle>
          <a:p>
            <a:pPr algn="r" eaLnBrk="1" hangingPunct="1">
              <a:spcBef>
                <a:spcPct val="0"/>
              </a:spcBef>
              <a:buFontTx/>
              <a:buNone/>
            </a:pPr>
            <a:r>
              <a:rPr lang="en-US" altLang="en-US" sz="1200">
                <a:solidFill>
                  <a:schemeClr val="tx1"/>
                </a:solidFill>
                <a:latin typeface="+mn-lt"/>
              </a:rPr>
              <a:t>7</a:t>
            </a:r>
          </a:p>
        </p:txBody>
      </p:sp>
      <mc:AlternateContent xmlns:mc="http://schemas.openxmlformats.org/markup-compatibility/2006" xmlns:a14="http://schemas.microsoft.com/office/drawing/2010/main">
        <mc:Choice Requires="a14">
          <p:sp>
            <p:nvSpPr>
              <p:cNvPr id="86" name="TextBox 85"/>
              <p:cNvSpPr txBox="1"/>
              <p:nvPr/>
            </p:nvSpPr>
            <p:spPr>
              <a:xfrm>
                <a:off x="9890938" y="1968473"/>
                <a:ext cx="871842" cy="58458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sz="2000" b="1" i="1" smtClean="0">
                              <a:solidFill>
                                <a:srgbClr val="1D3064"/>
                              </a:solidFill>
                              <a:latin typeface="Cambria Math" panose="02040503050406030204" pitchFamily="18" charset="0"/>
                            </a:rPr>
                          </m:ctrlPr>
                        </m:fPr>
                        <m:num>
                          <m:r>
                            <a:rPr lang="en-US" sz="2000" b="1" i="1" smtClean="0">
                              <a:solidFill>
                                <a:srgbClr val="1D3064"/>
                              </a:solidFill>
                              <a:latin typeface="Cambria Math" panose="02040503050406030204" pitchFamily="18" charset="0"/>
                            </a:rPr>
                            <m:t>𝒅𝑪</m:t>
                          </m:r>
                        </m:num>
                        <m:den>
                          <m:r>
                            <a:rPr lang="en-US" sz="2000" b="1" i="1" smtClean="0">
                              <a:solidFill>
                                <a:srgbClr val="1D3064"/>
                              </a:solidFill>
                              <a:latin typeface="Cambria Math" panose="02040503050406030204" pitchFamily="18" charset="0"/>
                            </a:rPr>
                            <m:t>𝒅𝒕</m:t>
                          </m:r>
                        </m:den>
                      </m:f>
                      <m:r>
                        <a:rPr lang="en-US" sz="2000" b="1" i="1" smtClean="0">
                          <a:solidFill>
                            <a:srgbClr val="1D3064"/>
                          </a:solidFill>
                          <a:latin typeface="Cambria Math" panose="02040503050406030204" pitchFamily="18" charset="0"/>
                        </a:rPr>
                        <m:t>=</m:t>
                      </m:r>
                      <m:r>
                        <a:rPr lang="en-US" sz="2000" b="1" i="1" smtClean="0">
                          <a:solidFill>
                            <a:srgbClr val="1D3064"/>
                          </a:solidFill>
                          <a:latin typeface="Cambria Math" panose="02040503050406030204" pitchFamily="18" charset="0"/>
                        </a:rPr>
                        <m:t>𝟏</m:t>
                      </m:r>
                    </m:oMath>
                  </m:oMathPara>
                </a14:m>
                <a:endParaRPr lang="en-US" sz="2000" b="1" i="1" dirty="0">
                  <a:solidFill>
                    <a:srgbClr val="1D3064"/>
                  </a:solidFill>
                </a:endParaRPr>
              </a:p>
            </p:txBody>
          </p:sp>
        </mc:Choice>
        <mc:Fallback xmlns="">
          <p:sp>
            <p:nvSpPr>
              <p:cNvPr id="86" name="TextBox 85"/>
              <p:cNvSpPr txBox="1">
                <a:spLocks noRot="1" noChangeAspect="1" noMove="1" noResize="1" noEditPoints="1" noAdjustHandles="1" noChangeArrowheads="1" noChangeShapeType="1" noTextEdit="1"/>
              </p:cNvSpPr>
              <p:nvPr/>
            </p:nvSpPr>
            <p:spPr>
              <a:xfrm>
                <a:off x="9890938" y="1968473"/>
                <a:ext cx="871842" cy="584584"/>
              </a:xfrm>
              <a:prstGeom prst="rect">
                <a:avLst/>
              </a:prstGeom>
              <a:blipFill rotWithShape="0">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xmlns="" id="{737343F2-66A0-4B97-9D39-A052F7BC26EE}"/>
                  </a:ext>
                </a:extLst>
              </p:cNvPr>
              <p:cNvSpPr txBox="1"/>
              <p:nvPr/>
            </p:nvSpPr>
            <p:spPr>
              <a:xfrm>
                <a:off x="8319680" y="1942937"/>
                <a:ext cx="986246" cy="58458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sz="2000" b="1" i="1" smtClean="0">
                              <a:latin typeface="Cambria Math" panose="02040503050406030204" pitchFamily="18" charset="0"/>
                            </a:rPr>
                          </m:ctrlPr>
                        </m:fPr>
                        <m:num>
                          <m:r>
                            <a:rPr lang="en-US" sz="2000" b="1" i="1" smtClean="0">
                              <a:latin typeface="Cambria Math" panose="02040503050406030204" pitchFamily="18" charset="0"/>
                            </a:rPr>
                            <m:t>𝒅𝑪</m:t>
                          </m:r>
                        </m:num>
                        <m:den>
                          <m:r>
                            <a:rPr lang="en-US" sz="2000" b="1" i="1" smtClean="0">
                              <a:latin typeface="Cambria Math" panose="02040503050406030204" pitchFamily="18" charset="0"/>
                            </a:rPr>
                            <m:t>𝒅𝒕</m:t>
                          </m:r>
                        </m:den>
                      </m:f>
                      <m:r>
                        <a:rPr lang="en-US" sz="2000" b="1" i="1" smtClean="0">
                          <a:latin typeface="Cambria Math" panose="02040503050406030204" pitchFamily="18" charset="0"/>
                        </a:rPr>
                        <m:t>&gt;</m:t>
                      </m:r>
                      <m:r>
                        <a:rPr lang="en-US" sz="2000" b="1" i="1" smtClean="0">
                          <a:latin typeface="Cambria Math" panose="02040503050406030204" pitchFamily="18" charset="0"/>
                        </a:rPr>
                        <m:t>𝟏</m:t>
                      </m:r>
                    </m:oMath>
                  </m:oMathPara>
                </a14:m>
                <a:endParaRPr lang="en-US" sz="2000" b="1" i="1" dirty="0"/>
              </a:p>
            </p:txBody>
          </p:sp>
        </mc:Choice>
        <mc:Fallback xmlns="">
          <p:sp>
            <p:nvSpPr>
              <p:cNvPr id="87" name="TextBox 86">
                <a:extLst>
                  <a:ext uri="{FF2B5EF4-FFF2-40B4-BE49-F238E27FC236}">
                    <a16:creationId xmlns:a16="http://schemas.microsoft.com/office/drawing/2014/main" xmlns:a14="http://schemas.microsoft.com/office/drawing/2010/main" xmlns="" id="{737343F2-66A0-4B97-9D39-A052F7BC26EE}"/>
                  </a:ext>
                </a:extLst>
              </p:cNvPr>
              <p:cNvSpPr txBox="1">
                <a:spLocks noRot="1" noChangeAspect="1" noMove="1" noResize="1" noEditPoints="1" noAdjustHandles="1" noChangeArrowheads="1" noChangeShapeType="1" noTextEdit="1"/>
              </p:cNvSpPr>
              <p:nvPr/>
            </p:nvSpPr>
            <p:spPr>
              <a:xfrm>
                <a:off x="8319680" y="1942937"/>
                <a:ext cx="986246" cy="584584"/>
              </a:xfrm>
              <a:prstGeom prst="rect">
                <a:avLst/>
              </a:prstGeom>
              <a:blipFill rotWithShape="0">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8" name="TextBox 87">
                <a:extLst>
                  <a:ext uri="{FF2B5EF4-FFF2-40B4-BE49-F238E27FC236}">
                    <a16:creationId xmlns:a16="http://schemas.microsoft.com/office/drawing/2014/main" xmlns="" id="{99E9B12D-F0AD-42A2-8F13-62D6C3FD51D2}"/>
                  </a:ext>
                </a:extLst>
              </p:cNvPr>
              <p:cNvSpPr txBox="1"/>
              <p:nvPr/>
            </p:nvSpPr>
            <p:spPr>
              <a:xfrm>
                <a:off x="9564704" y="3516715"/>
                <a:ext cx="871841" cy="58458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sz="2000" b="1" i="1" smtClean="0">
                              <a:solidFill>
                                <a:schemeClr val="accent6"/>
                              </a:solidFill>
                              <a:latin typeface="Cambria Math" panose="02040503050406030204" pitchFamily="18" charset="0"/>
                            </a:rPr>
                          </m:ctrlPr>
                        </m:fPr>
                        <m:num>
                          <m:r>
                            <a:rPr lang="en-US" sz="2000" b="1" i="1" smtClean="0">
                              <a:solidFill>
                                <a:schemeClr val="accent6"/>
                              </a:solidFill>
                              <a:latin typeface="Cambria Math" panose="02040503050406030204" pitchFamily="18" charset="0"/>
                            </a:rPr>
                            <m:t>𝒅𝑪</m:t>
                          </m:r>
                        </m:num>
                        <m:den>
                          <m:r>
                            <a:rPr lang="en-US" sz="2000" b="1" i="1" smtClean="0">
                              <a:solidFill>
                                <a:schemeClr val="accent6"/>
                              </a:solidFill>
                              <a:latin typeface="Cambria Math" panose="02040503050406030204" pitchFamily="18" charset="0"/>
                            </a:rPr>
                            <m:t>𝒅𝒕</m:t>
                          </m:r>
                        </m:den>
                      </m:f>
                      <m:r>
                        <a:rPr lang="en-US" sz="2000" b="1" i="1" smtClean="0">
                          <a:solidFill>
                            <a:schemeClr val="accent6"/>
                          </a:solidFill>
                          <a:latin typeface="Cambria Math" panose="02040503050406030204" pitchFamily="18" charset="0"/>
                        </a:rPr>
                        <m:t>&lt;</m:t>
                      </m:r>
                      <m:r>
                        <a:rPr lang="en-US" sz="2000" b="1" i="1" smtClean="0">
                          <a:solidFill>
                            <a:schemeClr val="accent6"/>
                          </a:solidFill>
                          <a:latin typeface="Cambria Math" panose="02040503050406030204" pitchFamily="18" charset="0"/>
                        </a:rPr>
                        <m:t>𝟏</m:t>
                      </m:r>
                    </m:oMath>
                  </m:oMathPara>
                </a14:m>
                <a:endParaRPr lang="en-US" sz="2000" b="1" i="1" dirty="0">
                  <a:solidFill>
                    <a:schemeClr val="accent6"/>
                  </a:solidFill>
                </a:endParaRPr>
              </a:p>
            </p:txBody>
          </p:sp>
        </mc:Choice>
        <mc:Fallback xmlns="">
          <p:sp>
            <p:nvSpPr>
              <p:cNvPr id="88" name="TextBox 87">
                <a:extLst>
                  <a:ext uri="{FF2B5EF4-FFF2-40B4-BE49-F238E27FC236}">
                    <a16:creationId xmlns:a16="http://schemas.microsoft.com/office/drawing/2014/main" xmlns:a14="http://schemas.microsoft.com/office/drawing/2010/main" xmlns="" id="{99E9B12D-F0AD-42A2-8F13-62D6C3FD51D2}"/>
                  </a:ext>
                </a:extLst>
              </p:cNvPr>
              <p:cNvSpPr txBox="1">
                <a:spLocks noRot="1" noChangeAspect="1" noMove="1" noResize="1" noEditPoints="1" noAdjustHandles="1" noChangeArrowheads="1" noChangeShapeType="1" noTextEdit="1"/>
              </p:cNvSpPr>
              <p:nvPr/>
            </p:nvSpPr>
            <p:spPr>
              <a:xfrm>
                <a:off x="9564704" y="3516715"/>
                <a:ext cx="871841" cy="584584"/>
              </a:xfrm>
              <a:prstGeom prst="rect">
                <a:avLst/>
              </a:prstGeom>
              <a:blipFill rotWithShape="0">
                <a:blip r:embed="rId5"/>
                <a:stretch>
                  <a:fillRect/>
                </a:stretch>
              </a:blipFill>
            </p:spPr>
            <p:txBody>
              <a:bodyPr/>
              <a:lstStyle/>
              <a:p>
                <a:r>
                  <a:rPr lang="en-IN">
                    <a:noFill/>
                  </a:rPr>
                  <a:t> </a:t>
                </a:r>
              </a:p>
            </p:txBody>
          </p:sp>
        </mc:Fallback>
      </mc:AlternateContent>
      <p:sp>
        <p:nvSpPr>
          <p:cNvPr id="89" name="Rectangle 88"/>
          <p:cNvSpPr/>
          <p:nvPr/>
        </p:nvSpPr>
        <p:spPr>
          <a:xfrm>
            <a:off x="8561960" y="5148261"/>
            <a:ext cx="3630039" cy="400110"/>
          </a:xfrm>
          <a:prstGeom prst="rect">
            <a:avLst/>
          </a:prstGeom>
        </p:spPr>
        <p:txBody>
          <a:bodyPr wrap="square">
            <a:spAutoFit/>
          </a:bodyPr>
          <a:lstStyle/>
          <a:p>
            <a:r>
              <a:rPr lang="en-US" sz="2000" b="1" dirty="0">
                <a:solidFill>
                  <a:srgbClr val="1D3064"/>
                </a:solidFill>
                <a:latin typeface="+mj-lt"/>
              </a:rPr>
              <a:t>UTC= Coordinated Universal Time</a:t>
            </a:r>
          </a:p>
        </p:txBody>
      </p:sp>
    </p:spTree>
    <p:extLst>
      <p:ext uri="{BB962C8B-B14F-4D97-AF65-F5344CB8AC3E}">
        <p14:creationId xmlns:p14="http://schemas.microsoft.com/office/powerpoint/2010/main" val="13461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
                                            <p:txEl>
                                              <p:pRg st="4" end="4"/>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xit" presetSubtype="0" fill="hold" nodeType="clickEffect">
                                  <p:stCondLst>
                                    <p:cond delay="0"/>
                                  </p:stCondLst>
                                  <p:childTnLst>
                                    <p:set>
                                      <p:cBhvr>
                                        <p:cTn id="40" dur="1" fill="hold">
                                          <p:stCondLst>
                                            <p:cond delay="0"/>
                                          </p:stCondLst>
                                        </p:cTn>
                                        <p:tgtEl>
                                          <p:spTgt spid="14"/>
                                        </p:tgtEl>
                                        <p:attrNameLst>
                                          <p:attrName>style.visibility</p:attrName>
                                        </p:attrNameLst>
                                      </p:cBhvr>
                                      <p:to>
                                        <p:strVal val="hidden"/>
                                      </p:to>
                                    </p:set>
                                  </p:childTnLst>
                                </p:cTn>
                              </p:par>
                              <p:par>
                                <p:cTn id="41" presetID="1" presetClass="exit" presetSubtype="0" fill="hold" nodeType="withEffect">
                                  <p:stCondLst>
                                    <p:cond delay="0"/>
                                  </p:stCondLst>
                                  <p:childTnLst>
                                    <p:set>
                                      <p:cBhvr>
                                        <p:cTn id="42" dur="1" fill="hold">
                                          <p:stCondLst>
                                            <p:cond delay="0"/>
                                          </p:stCondLst>
                                        </p:cTn>
                                        <p:tgtEl>
                                          <p:spTgt spid="21"/>
                                        </p:tgtEl>
                                        <p:attrNameLst>
                                          <p:attrName>style.visibility</p:attrName>
                                        </p:attrNameLst>
                                      </p:cBhvr>
                                      <p:to>
                                        <p:strVal val="hidden"/>
                                      </p:to>
                                    </p:set>
                                  </p:childTnLst>
                                </p:cTn>
                              </p:par>
                              <p:par>
                                <p:cTn id="43" presetID="1" presetClass="entr" presetSubtype="0" fill="hold" nodeType="withEffect">
                                  <p:stCondLst>
                                    <p:cond delay="0"/>
                                  </p:stCondLst>
                                  <p:childTnLst>
                                    <p:set>
                                      <p:cBhvr>
                                        <p:cTn id="44" dur="1" fill="hold">
                                          <p:stCondLst>
                                            <p:cond delay="0"/>
                                          </p:stCondLst>
                                        </p:cTn>
                                        <p:tgtEl>
                                          <p:spTgt spid="5">
                                            <p:txEl>
                                              <p:pRg st="6" end="6"/>
                                            </p:txEl>
                                          </p:spTgt>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3"/>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1"/>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9"/>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5"/>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5">
                                            <p:txEl>
                                              <p:pRg st="7" end="7"/>
                                            </p:txEl>
                                          </p:spTgt>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xit" presetSubtype="0" fill="hold" nodeType="clickEffect">
                                  <p:stCondLst>
                                    <p:cond delay="0"/>
                                  </p:stCondLst>
                                  <p:childTnLst>
                                    <p:set>
                                      <p:cBhvr>
                                        <p:cTn id="66" dur="1" fill="hold">
                                          <p:stCondLst>
                                            <p:cond delay="0"/>
                                          </p:stCondLst>
                                        </p:cTn>
                                        <p:tgtEl>
                                          <p:spTgt spid="8"/>
                                        </p:tgtEl>
                                        <p:attrNameLst>
                                          <p:attrName>style.visibility</p:attrName>
                                        </p:attrNameLst>
                                      </p:cBhvr>
                                      <p:to>
                                        <p:strVal val="hidden"/>
                                      </p:to>
                                    </p:set>
                                  </p:childTnLst>
                                </p:cTn>
                              </p:par>
                              <p:par>
                                <p:cTn id="67" presetID="1" presetClass="exit" presetSubtype="0" fill="hold" nodeType="withEffect">
                                  <p:stCondLst>
                                    <p:cond delay="0"/>
                                  </p:stCondLst>
                                  <p:childTnLst>
                                    <p:set>
                                      <p:cBhvr>
                                        <p:cTn id="68" dur="1" fill="hold">
                                          <p:stCondLst>
                                            <p:cond delay="0"/>
                                          </p:stCondLst>
                                        </p:cTn>
                                        <p:tgtEl>
                                          <p:spTgt spid="9"/>
                                        </p:tgtEl>
                                        <p:attrNameLst>
                                          <p:attrName>style.visibility</p:attrName>
                                        </p:attrNameLst>
                                      </p:cBhvr>
                                      <p:to>
                                        <p:strVal val="hidden"/>
                                      </p:to>
                                    </p:set>
                                  </p:childTnLst>
                                </p:cTn>
                              </p:par>
                              <p:par>
                                <p:cTn id="69" presetID="1" presetClass="entr" presetSubtype="0" fill="hold" nodeType="withEffect">
                                  <p:stCondLst>
                                    <p:cond delay="0"/>
                                  </p:stCondLst>
                                  <p:childTnLst>
                                    <p:set>
                                      <p:cBhvr>
                                        <p:cTn id="70" dur="1" fill="hold">
                                          <p:stCondLst>
                                            <p:cond delay="0"/>
                                          </p:stCondLst>
                                        </p:cTn>
                                        <p:tgtEl>
                                          <p:spTgt spid="5">
                                            <p:txEl>
                                              <p:pRg st="9" end="9"/>
                                            </p:txEl>
                                          </p:spTgt>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87"/>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20"/>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13"/>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12"/>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26"/>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24"/>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5">
                                            <p:txEl>
                                              <p:pRg st="10" end="10"/>
                                            </p:txEl>
                                          </p:spTgt>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xit" presetSubtype="0" fill="hold" nodeType="clickEffect">
                                  <p:stCondLst>
                                    <p:cond delay="0"/>
                                  </p:stCondLst>
                                  <p:childTnLst>
                                    <p:set>
                                      <p:cBhvr>
                                        <p:cTn id="92" dur="1" fill="hold">
                                          <p:stCondLst>
                                            <p:cond delay="0"/>
                                          </p:stCondLst>
                                        </p:cTn>
                                        <p:tgtEl>
                                          <p:spTgt spid="13"/>
                                        </p:tgtEl>
                                        <p:attrNameLst>
                                          <p:attrName>style.visibility</p:attrName>
                                        </p:attrNameLst>
                                      </p:cBhvr>
                                      <p:to>
                                        <p:strVal val="hidden"/>
                                      </p:to>
                                    </p:set>
                                  </p:childTnLst>
                                </p:cTn>
                              </p:par>
                              <p:par>
                                <p:cTn id="93" presetID="1" presetClass="exit" presetSubtype="0" fill="hold" nodeType="withEffect">
                                  <p:stCondLst>
                                    <p:cond delay="0"/>
                                  </p:stCondLst>
                                  <p:childTnLst>
                                    <p:set>
                                      <p:cBhvr>
                                        <p:cTn id="94" dur="1" fill="hold">
                                          <p:stCondLst>
                                            <p:cond delay="0"/>
                                          </p:stCondLst>
                                        </p:cTn>
                                        <p:tgtEl>
                                          <p:spTgt spid="20"/>
                                        </p:tgtEl>
                                        <p:attrNameLst>
                                          <p:attrName>style.visibility</p:attrName>
                                        </p:attrNameLst>
                                      </p:cBhvr>
                                      <p:to>
                                        <p:strVal val="hidden"/>
                                      </p:to>
                                    </p:set>
                                  </p:childTnLst>
                                </p:cTn>
                              </p:par>
                              <p:par>
                                <p:cTn id="95" presetID="1" presetClass="entr" presetSubtype="0" fill="hold" nodeType="withEffect">
                                  <p:stCondLst>
                                    <p:cond delay="0"/>
                                  </p:stCondLst>
                                  <p:childTnLst>
                                    <p:set>
                                      <p:cBhvr>
                                        <p:cTn id="96" dur="1" fill="hold">
                                          <p:stCondLst>
                                            <p:cond delay="0"/>
                                          </p:stCondLst>
                                        </p:cTn>
                                        <p:tgtEl>
                                          <p:spTgt spid="5">
                                            <p:txEl>
                                              <p:pRg st="12" end="12"/>
                                            </p:txEl>
                                          </p:spTgt>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8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2" grpId="0"/>
      <p:bldP spid="23" grpId="0"/>
      <p:bldP spid="24" grpId="0"/>
      <p:bldP spid="25" grpId="0"/>
      <p:bldP spid="26" grpId="0"/>
      <p:bldP spid="86" grpId="0"/>
      <p:bldP spid="87" grpId="0"/>
      <p:bldP spid="88" grpId="0"/>
      <p:bldP spid="89"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Clock Skew</a:t>
            </a:r>
          </a:p>
        </p:txBody>
      </p:sp>
      <p:sp>
        <p:nvSpPr>
          <p:cNvPr id="5" name="Content Placeholder 2">
            <a:extLst>
              <a:ext uri="{FF2B5EF4-FFF2-40B4-BE49-F238E27FC236}">
                <a16:creationId xmlns:a16="http://schemas.microsoft.com/office/drawing/2014/main" xmlns="" id="{F7B6CBB3-BAA9-42B0-939E-0D9D629E6062}"/>
              </a:ext>
            </a:extLst>
          </p:cNvPr>
          <p:cNvSpPr txBox="1">
            <a:spLocks/>
          </p:cNvSpPr>
          <p:nvPr/>
        </p:nvSpPr>
        <p:spPr>
          <a:xfrm>
            <a:off x="131179" y="863444"/>
            <a:ext cx="11956046" cy="5590565"/>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ebdings" panose="05030102010509060703"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en-US" dirty="0">
                <a:solidFill>
                  <a:schemeClr val="accent6"/>
                </a:solidFill>
              </a:rPr>
              <a:t>Frequency of the clock </a:t>
            </a:r>
            <a:r>
              <a:rPr lang="en-US" dirty="0"/>
              <a:t>is defined as the ratio of the number of seconds counted by the </a:t>
            </a:r>
            <a:r>
              <a:rPr lang="en-US" dirty="0" smtClean="0"/>
              <a:t>software </a:t>
            </a:r>
            <a:r>
              <a:rPr lang="en-US" dirty="0"/>
              <a:t>clock for every UTC </a:t>
            </a:r>
            <a:r>
              <a:rPr lang="en-US" dirty="0" smtClean="0"/>
              <a:t>second</a:t>
            </a:r>
          </a:p>
          <a:p>
            <a:pPr marL="0" indent="0">
              <a:buNone/>
              <a:defRPr/>
            </a:pPr>
            <a:r>
              <a:rPr lang="en-US" i="1" dirty="0" smtClean="0">
                <a:solidFill>
                  <a:srgbClr val="1D3064"/>
                </a:solidFill>
              </a:rPr>
              <a:t>     Frequency = </a:t>
            </a:r>
            <a:r>
              <a:rPr lang="en-US" i="1" dirty="0" err="1" smtClean="0">
                <a:solidFill>
                  <a:srgbClr val="1D3064"/>
                </a:solidFill>
              </a:rPr>
              <a:t>dC</a:t>
            </a:r>
            <a:r>
              <a:rPr lang="en-US" i="1" dirty="0" smtClean="0">
                <a:solidFill>
                  <a:srgbClr val="1D3064"/>
                </a:solidFill>
              </a:rPr>
              <a:t>/</a:t>
            </a:r>
            <a:r>
              <a:rPr lang="en-US" i="1" dirty="0" err="1" smtClean="0">
                <a:solidFill>
                  <a:srgbClr val="1D3064"/>
                </a:solidFill>
              </a:rPr>
              <a:t>dt</a:t>
            </a:r>
            <a:endParaRPr lang="en-US" i="1" dirty="0" smtClean="0">
              <a:solidFill>
                <a:srgbClr val="1D3064"/>
              </a:solidFill>
            </a:endParaRPr>
          </a:p>
          <a:p>
            <a:pPr>
              <a:defRPr/>
            </a:pPr>
            <a:r>
              <a:rPr lang="en-US" dirty="0" smtClean="0">
                <a:solidFill>
                  <a:schemeClr val="accent6"/>
                </a:solidFill>
              </a:rPr>
              <a:t>Skew </a:t>
            </a:r>
            <a:r>
              <a:rPr lang="en-US" dirty="0">
                <a:solidFill>
                  <a:schemeClr val="accent6"/>
                </a:solidFill>
              </a:rPr>
              <a:t>of the clock </a:t>
            </a:r>
            <a:r>
              <a:rPr lang="en-US" dirty="0"/>
              <a:t>is defined as the extent to which the frequency differs from that of a perfect clock</a:t>
            </a:r>
          </a:p>
          <a:p>
            <a:pPr marL="0" indent="0">
              <a:buNone/>
              <a:defRPr/>
            </a:pPr>
            <a:r>
              <a:rPr lang="en-US" i="1" dirty="0" smtClean="0">
                <a:solidFill>
                  <a:srgbClr val="1D3064"/>
                </a:solidFill>
              </a:rPr>
              <a:t>     Skew </a:t>
            </a:r>
            <a:r>
              <a:rPr lang="en-US" i="1" dirty="0">
                <a:solidFill>
                  <a:srgbClr val="1D3064"/>
                </a:solidFill>
              </a:rPr>
              <a:t>= </a:t>
            </a:r>
            <a:r>
              <a:rPr lang="en-US" i="1" dirty="0" err="1">
                <a:solidFill>
                  <a:srgbClr val="1D3064"/>
                </a:solidFill>
              </a:rPr>
              <a:t>dC</a:t>
            </a:r>
            <a:r>
              <a:rPr lang="en-US" i="1" dirty="0">
                <a:solidFill>
                  <a:srgbClr val="1D3064"/>
                </a:solidFill>
              </a:rPr>
              <a:t>/</a:t>
            </a:r>
            <a:r>
              <a:rPr lang="en-US" i="1" dirty="0" err="1">
                <a:solidFill>
                  <a:srgbClr val="1D3064"/>
                </a:solidFill>
              </a:rPr>
              <a:t>dt</a:t>
            </a:r>
            <a:r>
              <a:rPr lang="en-US" i="1" dirty="0">
                <a:solidFill>
                  <a:srgbClr val="1D3064"/>
                </a:solidFill>
              </a:rPr>
              <a:t> – 1</a:t>
            </a:r>
          </a:p>
          <a:p>
            <a:pPr>
              <a:defRPr/>
            </a:pPr>
            <a:r>
              <a:rPr lang="en-US" dirty="0"/>
              <a:t>Hence, </a:t>
            </a:r>
          </a:p>
          <a:p>
            <a:pPr marL="0" indent="0">
              <a:buNone/>
              <a:defRPr/>
            </a:pPr>
            <a:endParaRPr lang="en-US" i="1" dirty="0">
              <a:solidFill>
                <a:srgbClr val="1D3064"/>
              </a:solidFill>
            </a:endParaRPr>
          </a:p>
        </p:txBody>
      </p:sp>
      <p:grpSp>
        <p:nvGrpSpPr>
          <p:cNvPr id="3" name="Group 2"/>
          <p:cNvGrpSpPr/>
          <p:nvPr/>
        </p:nvGrpSpPr>
        <p:grpSpPr>
          <a:xfrm>
            <a:off x="6891225" y="2800732"/>
            <a:ext cx="3349978" cy="3224435"/>
            <a:chOff x="7308028" y="3000818"/>
            <a:chExt cx="3349978" cy="3224435"/>
          </a:xfrm>
        </p:grpSpPr>
        <p:cxnSp>
          <p:nvCxnSpPr>
            <p:cNvPr id="10" name="Straight Arrow Connector 9">
              <a:extLst>
                <a:ext uri="{FF2B5EF4-FFF2-40B4-BE49-F238E27FC236}">
                  <a16:creationId xmlns:a16="http://schemas.microsoft.com/office/drawing/2014/main" xmlns="" id="{2354102A-1FD2-46F2-BC27-6353C6EA5598}"/>
                </a:ext>
              </a:extLst>
            </p:cNvPr>
            <p:cNvCxnSpPr/>
            <p:nvPr/>
          </p:nvCxnSpPr>
          <p:spPr>
            <a:xfrm flipV="1">
              <a:off x="7981951" y="3615343"/>
              <a:ext cx="1828800" cy="1905000"/>
            </a:xfrm>
            <a:prstGeom prst="straightConnector1">
              <a:avLst/>
            </a:prstGeom>
            <a:ln w="19050">
              <a:solidFill>
                <a:srgbClr val="1D3064"/>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1" name="Straight Arrow Connector 10">
              <a:extLst>
                <a:ext uri="{FF2B5EF4-FFF2-40B4-BE49-F238E27FC236}">
                  <a16:creationId xmlns:a16="http://schemas.microsoft.com/office/drawing/2014/main" xmlns="" id="{839608B8-99BC-4FFE-8C86-2D1DE5D8C082}"/>
                </a:ext>
              </a:extLst>
            </p:cNvPr>
            <p:cNvCxnSpPr/>
            <p:nvPr/>
          </p:nvCxnSpPr>
          <p:spPr>
            <a:xfrm flipV="1">
              <a:off x="7981951" y="3615343"/>
              <a:ext cx="1143000" cy="1905000"/>
            </a:xfrm>
            <a:prstGeom prst="straightConnector1">
              <a:avLst/>
            </a:prstGeom>
            <a:ln w="19050">
              <a:solidFill>
                <a:schemeClr val="tx1"/>
              </a:solidFill>
              <a:prstDash val="dash"/>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2" name="Straight Arrow Connector 11">
              <a:extLst>
                <a:ext uri="{FF2B5EF4-FFF2-40B4-BE49-F238E27FC236}">
                  <a16:creationId xmlns:a16="http://schemas.microsoft.com/office/drawing/2014/main" xmlns="" id="{629C208E-1C9D-40D0-84D3-9A4068E39C2B}"/>
                </a:ext>
              </a:extLst>
            </p:cNvPr>
            <p:cNvCxnSpPr/>
            <p:nvPr/>
          </p:nvCxnSpPr>
          <p:spPr>
            <a:xfrm flipV="1">
              <a:off x="7981951" y="4301143"/>
              <a:ext cx="1828800" cy="1219200"/>
            </a:xfrm>
            <a:prstGeom prst="straightConnector1">
              <a:avLst/>
            </a:prstGeom>
            <a:ln w="19050">
              <a:solidFill>
                <a:schemeClr val="accent6"/>
              </a:solidFill>
              <a:prstDash val="dashDot"/>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18" name="TextBox 17">
              <a:extLst>
                <a:ext uri="{FF2B5EF4-FFF2-40B4-BE49-F238E27FC236}">
                  <a16:creationId xmlns:a16="http://schemas.microsoft.com/office/drawing/2014/main" xmlns="" id="{A26BB817-5C5A-4107-8490-D873113E7891}"/>
                </a:ext>
              </a:extLst>
            </p:cNvPr>
            <p:cNvSpPr txBox="1">
              <a:spLocks noChangeArrowheads="1"/>
            </p:cNvSpPr>
            <p:nvPr/>
          </p:nvSpPr>
          <p:spPr bwMode="auto">
            <a:xfrm>
              <a:off x="8972551" y="5548919"/>
              <a:ext cx="3810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3"/>
                </a:buBlip>
                <a:defRPr sz="3200">
                  <a:solidFill>
                    <a:srgbClr val="808080"/>
                  </a:solidFill>
                  <a:latin typeface="Arial" panose="020B0604020202020204" pitchFamily="34" charset="0"/>
                  <a:cs typeface="Arial" panose="020B0604020202020204" pitchFamily="34" charset="0"/>
                </a:defRPr>
              </a:lvl1pPr>
              <a:lvl2pPr marL="742950" indent="-285750">
                <a:spcBef>
                  <a:spcPct val="20000"/>
                </a:spcBef>
                <a:buBlip>
                  <a:blip r:embed="rId3"/>
                </a:buBlip>
                <a:defRPr sz="2800">
                  <a:solidFill>
                    <a:srgbClr val="808080"/>
                  </a:solidFill>
                  <a:latin typeface="Arial" panose="020B0604020202020204" pitchFamily="34" charset="0"/>
                  <a:cs typeface="Arial" panose="020B0604020202020204" pitchFamily="34" charset="0"/>
                </a:defRPr>
              </a:lvl2pPr>
              <a:lvl3pPr marL="1143000" indent="-228600">
                <a:spcBef>
                  <a:spcPct val="20000"/>
                </a:spcBef>
                <a:buBlip>
                  <a:blip r:embed="rId3"/>
                </a:buBlip>
                <a:defRPr sz="2400">
                  <a:solidFill>
                    <a:srgbClr val="808080"/>
                  </a:solidFill>
                  <a:latin typeface="Arial" panose="020B0604020202020204" pitchFamily="34" charset="0"/>
                  <a:cs typeface="Arial" panose="020B0604020202020204" pitchFamily="34" charset="0"/>
                </a:defRPr>
              </a:lvl3pPr>
              <a:lvl4pPr marL="1600200" indent="-228600">
                <a:spcBef>
                  <a:spcPct val="20000"/>
                </a:spcBef>
                <a:buBlip>
                  <a:blip r:embed="rId3"/>
                </a:buBlip>
                <a:defRPr sz="2000">
                  <a:solidFill>
                    <a:srgbClr val="808080"/>
                  </a:solidFill>
                  <a:latin typeface="Arial" panose="020B0604020202020204" pitchFamily="34" charset="0"/>
                  <a:cs typeface="Arial" panose="020B0604020202020204" pitchFamily="34" charset="0"/>
                </a:defRPr>
              </a:lvl4pPr>
              <a:lvl5pPr marL="2057400" indent="-228600">
                <a:spcBef>
                  <a:spcPct val="20000"/>
                </a:spcBef>
                <a:buBlip>
                  <a:blip r:embed="rId3"/>
                </a:buBlip>
                <a:defRPr sz="2000">
                  <a:solidFill>
                    <a:srgbClr val="808080"/>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3"/>
                </a:buBlip>
                <a:defRPr sz="2000">
                  <a:solidFill>
                    <a:srgbClr val="808080"/>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3"/>
                </a:buBlip>
                <a:defRPr sz="2000">
                  <a:solidFill>
                    <a:srgbClr val="808080"/>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3"/>
                </a:buBlip>
                <a:defRPr sz="2000">
                  <a:solidFill>
                    <a:srgbClr val="808080"/>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3"/>
                </a:buBlip>
                <a:defRPr sz="2000">
                  <a:solidFill>
                    <a:srgbClr val="808080"/>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1200">
                  <a:solidFill>
                    <a:schemeClr val="tx1"/>
                  </a:solidFill>
                  <a:latin typeface="+mn-lt"/>
                </a:rPr>
                <a:t>10</a:t>
              </a:r>
            </a:p>
          </p:txBody>
        </p:sp>
        <p:grpSp>
          <p:nvGrpSpPr>
            <p:cNvPr id="76" name="Group 75"/>
            <p:cNvGrpSpPr/>
            <p:nvPr/>
          </p:nvGrpSpPr>
          <p:grpSpPr>
            <a:xfrm>
              <a:off x="7308028" y="3234343"/>
              <a:ext cx="2807523" cy="2990910"/>
              <a:chOff x="7412802" y="2176462"/>
              <a:chExt cx="2807523" cy="2990910"/>
            </a:xfrm>
          </p:grpSpPr>
          <p:cxnSp>
            <p:nvCxnSpPr>
              <p:cNvPr id="6" name="Straight Arrow Connector 5">
                <a:extLst>
                  <a:ext uri="{FF2B5EF4-FFF2-40B4-BE49-F238E27FC236}">
                    <a16:creationId xmlns:a16="http://schemas.microsoft.com/office/drawing/2014/main" xmlns="" id="{1746F86D-EB4A-4F2B-8625-A66E348D2FFC}"/>
                  </a:ext>
                </a:extLst>
              </p:cNvPr>
              <p:cNvCxnSpPr/>
              <p:nvPr/>
            </p:nvCxnSpPr>
            <p:spPr>
              <a:xfrm>
                <a:off x="8086725" y="4462462"/>
                <a:ext cx="2133600" cy="0"/>
              </a:xfrm>
              <a:prstGeom prst="straightConnector1">
                <a:avLst/>
              </a:prstGeom>
              <a:ln w="38100">
                <a:tailEnd type="arrow"/>
              </a:ln>
            </p:spPr>
            <p:style>
              <a:lnRef idx="1">
                <a:schemeClr val="dk1"/>
              </a:lnRef>
              <a:fillRef idx="0">
                <a:schemeClr val="dk1"/>
              </a:fillRef>
              <a:effectRef idx="0">
                <a:schemeClr val="dk1"/>
              </a:effectRef>
              <a:fontRef idx="minor">
                <a:schemeClr val="tx1"/>
              </a:fontRef>
            </p:style>
          </p:cxnSp>
          <p:cxnSp>
            <p:nvCxnSpPr>
              <p:cNvPr id="7" name="Straight Arrow Connector 6">
                <a:extLst>
                  <a:ext uri="{FF2B5EF4-FFF2-40B4-BE49-F238E27FC236}">
                    <a16:creationId xmlns:a16="http://schemas.microsoft.com/office/drawing/2014/main" xmlns="" id="{073ABED6-7FBA-4CD5-AA84-E86D32825809}"/>
                  </a:ext>
                </a:extLst>
              </p:cNvPr>
              <p:cNvCxnSpPr/>
              <p:nvPr/>
            </p:nvCxnSpPr>
            <p:spPr>
              <a:xfrm flipV="1">
                <a:off x="8086725" y="2176462"/>
                <a:ext cx="0" cy="2286000"/>
              </a:xfrm>
              <a:prstGeom prst="straightConnector1">
                <a:avLst/>
              </a:prstGeom>
              <a:ln w="38100">
                <a:tailEnd type="arrow"/>
              </a:ln>
            </p:spPr>
            <p:style>
              <a:lnRef idx="1">
                <a:schemeClr val="dk1"/>
              </a:lnRef>
              <a:fillRef idx="0">
                <a:schemeClr val="dk1"/>
              </a:fillRef>
              <a:effectRef idx="0">
                <a:schemeClr val="dk1"/>
              </a:effectRef>
              <a:fontRef idx="minor">
                <a:schemeClr val="tx1"/>
              </a:fontRef>
            </p:style>
          </p:cxnSp>
          <p:sp>
            <p:nvSpPr>
              <p:cNvPr id="15" name="TextBox 34">
                <a:extLst>
                  <a:ext uri="{FF2B5EF4-FFF2-40B4-BE49-F238E27FC236}">
                    <a16:creationId xmlns:a16="http://schemas.microsoft.com/office/drawing/2014/main" xmlns="" id="{104C864D-769C-4635-A83A-1F0D51FC1160}"/>
                  </a:ext>
                </a:extLst>
              </p:cNvPr>
              <p:cNvSpPr txBox="1">
                <a:spLocks noChangeArrowheads="1"/>
              </p:cNvSpPr>
              <p:nvPr/>
            </p:nvSpPr>
            <p:spPr bwMode="auto">
              <a:xfrm>
                <a:off x="8620125" y="4767262"/>
                <a:ext cx="9144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3"/>
                  </a:buBlip>
                  <a:defRPr sz="3200">
                    <a:solidFill>
                      <a:srgbClr val="808080"/>
                    </a:solidFill>
                    <a:latin typeface="Arial" panose="020B0604020202020204" pitchFamily="34" charset="0"/>
                    <a:cs typeface="Arial" panose="020B0604020202020204" pitchFamily="34" charset="0"/>
                  </a:defRPr>
                </a:lvl1pPr>
                <a:lvl2pPr marL="742950" indent="-285750">
                  <a:spcBef>
                    <a:spcPct val="20000"/>
                  </a:spcBef>
                  <a:buBlip>
                    <a:blip r:embed="rId3"/>
                  </a:buBlip>
                  <a:defRPr sz="2800">
                    <a:solidFill>
                      <a:srgbClr val="808080"/>
                    </a:solidFill>
                    <a:latin typeface="Arial" panose="020B0604020202020204" pitchFamily="34" charset="0"/>
                    <a:cs typeface="Arial" panose="020B0604020202020204" pitchFamily="34" charset="0"/>
                  </a:defRPr>
                </a:lvl2pPr>
                <a:lvl3pPr marL="1143000" indent="-228600">
                  <a:spcBef>
                    <a:spcPct val="20000"/>
                  </a:spcBef>
                  <a:buBlip>
                    <a:blip r:embed="rId3"/>
                  </a:buBlip>
                  <a:defRPr sz="2400">
                    <a:solidFill>
                      <a:srgbClr val="808080"/>
                    </a:solidFill>
                    <a:latin typeface="Arial" panose="020B0604020202020204" pitchFamily="34" charset="0"/>
                    <a:cs typeface="Arial" panose="020B0604020202020204" pitchFamily="34" charset="0"/>
                  </a:defRPr>
                </a:lvl3pPr>
                <a:lvl4pPr marL="1600200" indent="-228600">
                  <a:spcBef>
                    <a:spcPct val="20000"/>
                  </a:spcBef>
                  <a:buBlip>
                    <a:blip r:embed="rId3"/>
                  </a:buBlip>
                  <a:defRPr sz="2000">
                    <a:solidFill>
                      <a:srgbClr val="808080"/>
                    </a:solidFill>
                    <a:latin typeface="Arial" panose="020B0604020202020204" pitchFamily="34" charset="0"/>
                    <a:cs typeface="Arial" panose="020B0604020202020204" pitchFamily="34" charset="0"/>
                  </a:defRPr>
                </a:lvl4pPr>
                <a:lvl5pPr marL="2057400" indent="-228600">
                  <a:spcBef>
                    <a:spcPct val="20000"/>
                  </a:spcBef>
                  <a:buBlip>
                    <a:blip r:embed="rId3"/>
                  </a:buBlip>
                  <a:defRPr sz="2000">
                    <a:solidFill>
                      <a:srgbClr val="808080"/>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3"/>
                  </a:buBlip>
                  <a:defRPr sz="2000">
                    <a:solidFill>
                      <a:srgbClr val="808080"/>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3"/>
                  </a:buBlip>
                  <a:defRPr sz="2000">
                    <a:solidFill>
                      <a:srgbClr val="808080"/>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3"/>
                  </a:buBlip>
                  <a:defRPr sz="2000">
                    <a:solidFill>
                      <a:srgbClr val="808080"/>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3"/>
                  </a:buBlip>
                  <a:defRPr sz="2000">
                    <a:solidFill>
                      <a:srgbClr val="808080"/>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2000" dirty="0">
                    <a:solidFill>
                      <a:schemeClr val="tx1"/>
                    </a:solidFill>
                    <a:latin typeface="+mn-lt"/>
                  </a:rPr>
                  <a:t>UTC, </a:t>
                </a:r>
                <a:r>
                  <a:rPr lang="en-US" altLang="en-US" sz="2000" dirty="0">
                    <a:solidFill>
                      <a:schemeClr val="tx1"/>
                    </a:solidFill>
                    <a:latin typeface="+mn-lt"/>
                    <a:cs typeface="Courier New" panose="02070309020205020404" pitchFamily="49" charset="0"/>
                  </a:rPr>
                  <a:t>t</a:t>
                </a:r>
                <a:endParaRPr lang="en-US" altLang="en-US" sz="2000" dirty="0">
                  <a:solidFill>
                    <a:schemeClr val="tx1"/>
                  </a:solidFill>
                  <a:latin typeface="+mn-lt"/>
                </a:endParaRPr>
              </a:p>
            </p:txBody>
          </p:sp>
          <p:sp>
            <p:nvSpPr>
              <p:cNvPr id="16" name="TextBox 35">
                <a:extLst>
                  <a:ext uri="{FF2B5EF4-FFF2-40B4-BE49-F238E27FC236}">
                    <a16:creationId xmlns:a16="http://schemas.microsoft.com/office/drawing/2014/main" xmlns="" id="{855EAE94-9453-4C74-9DD6-5BBDA976DB44}"/>
                  </a:ext>
                </a:extLst>
              </p:cNvPr>
              <p:cNvSpPr txBox="1">
                <a:spLocks noChangeArrowheads="1"/>
              </p:cNvSpPr>
              <p:nvPr/>
            </p:nvSpPr>
            <p:spPr bwMode="auto">
              <a:xfrm rot="16200000">
                <a:off x="6660357" y="3157508"/>
                <a:ext cx="1905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3"/>
                  </a:buBlip>
                  <a:defRPr sz="3200">
                    <a:solidFill>
                      <a:srgbClr val="808080"/>
                    </a:solidFill>
                    <a:latin typeface="Arial" panose="020B0604020202020204" pitchFamily="34" charset="0"/>
                    <a:cs typeface="Arial" panose="020B0604020202020204" pitchFamily="34" charset="0"/>
                  </a:defRPr>
                </a:lvl1pPr>
                <a:lvl2pPr marL="742950" indent="-285750">
                  <a:spcBef>
                    <a:spcPct val="20000"/>
                  </a:spcBef>
                  <a:buBlip>
                    <a:blip r:embed="rId3"/>
                  </a:buBlip>
                  <a:defRPr sz="2800">
                    <a:solidFill>
                      <a:srgbClr val="808080"/>
                    </a:solidFill>
                    <a:latin typeface="Arial" panose="020B0604020202020204" pitchFamily="34" charset="0"/>
                    <a:cs typeface="Arial" panose="020B0604020202020204" pitchFamily="34" charset="0"/>
                  </a:defRPr>
                </a:lvl2pPr>
                <a:lvl3pPr marL="1143000" indent="-228600">
                  <a:spcBef>
                    <a:spcPct val="20000"/>
                  </a:spcBef>
                  <a:buBlip>
                    <a:blip r:embed="rId3"/>
                  </a:buBlip>
                  <a:defRPr sz="2400">
                    <a:solidFill>
                      <a:srgbClr val="808080"/>
                    </a:solidFill>
                    <a:latin typeface="Arial" panose="020B0604020202020204" pitchFamily="34" charset="0"/>
                    <a:cs typeface="Arial" panose="020B0604020202020204" pitchFamily="34" charset="0"/>
                  </a:defRPr>
                </a:lvl3pPr>
                <a:lvl4pPr marL="1600200" indent="-228600">
                  <a:spcBef>
                    <a:spcPct val="20000"/>
                  </a:spcBef>
                  <a:buBlip>
                    <a:blip r:embed="rId3"/>
                  </a:buBlip>
                  <a:defRPr sz="2000">
                    <a:solidFill>
                      <a:srgbClr val="808080"/>
                    </a:solidFill>
                    <a:latin typeface="Arial" panose="020B0604020202020204" pitchFamily="34" charset="0"/>
                    <a:cs typeface="Arial" panose="020B0604020202020204" pitchFamily="34" charset="0"/>
                  </a:defRPr>
                </a:lvl4pPr>
                <a:lvl5pPr marL="2057400" indent="-228600">
                  <a:spcBef>
                    <a:spcPct val="20000"/>
                  </a:spcBef>
                  <a:buBlip>
                    <a:blip r:embed="rId3"/>
                  </a:buBlip>
                  <a:defRPr sz="2000">
                    <a:solidFill>
                      <a:srgbClr val="808080"/>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3"/>
                  </a:buBlip>
                  <a:defRPr sz="2000">
                    <a:solidFill>
                      <a:srgbClr val="808080"/>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3"/>
                  </a:buBlip>
                  <a:defRPr sz="2000">
                    <a:solidFill>
                      <a:srgbClr val="808080"/>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3"/>
                  </a:buBlip>
                  <a:defRPr sz="2000">
                    <a:solidFill>
                      <a:srgbClr val="808080"/>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3"/>
                  </a:buBlip>
                  <a:defRPr sz="2000">
                    <a:solidFill>
                      <a:srgbClr val="808080"/>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2000" dirty="0">
                    <a:solidFill>
                      <a:schemeClr val="tx1"/>
                    </a:solidFill>
                    <a:latin typeface="+mn-lt"/>
                  </a:rPr>
                  <a:t>Clock time,</a:t>
                </a:r>
                <a:r>
                  <a:rPr lang="en-US" altLang="en-US" sz="2000" dirty="0">
                    <a:solidFill>
                      <a:schemeClr val="tx1"/>
                    </a:solidFill>
                    <a:latin typeface="+mn-lt"/>
                    <a:cs typeface="Courier New" panose="02070309020205020404" pitchFamily="49" charset="0"/>
                  </a:rPr>
                  <a:t> </a:t>
                </a:r>
                <a:r>
                  <a:rPr lang="en-US" altLang="en-US" sz="2000" dirty="0" err="1">
                    <a:solidFill>
                      <a:schemeClr val="tx1"/>
                    </a:solidFill>
                    <a:latin typeface="+mn-lt"/>
                    <a:cs typeface="Courier New" panose="02070309020205020404" pitchFamily="49" charset="0"/>
                  </a:rPr>
                  <a:t>C</a:t>
                </a:r>
                <a:r>
                  <a:rPr lang="en-US" altLang="en-US" sz="2000" baseline="-25000" dirty="0" err="1">
                    <a:solidFill>
                      <a:schemeClr val="tx1"/>
                    </a:solidFill>
                    <a:latin typeface="+mn-lt"/>
                    <a:cs typeface="Courier New" panose="02070309020205020404" pitchFamily="49" charset="0"/>
                  </a:rPr>
                  <a:t>p</a:t>
                </a:r>
                <a:r>
                  <a:rPr lang="en-US" altLang="en-US" sz="2000" dirty="0">
                    <a:solidFill>
                      <a:schemeClr val="tx1"/>
                    </a:solidFill>
                    <a:latin typeface="+mn-lt"/>
                    <a:cs typeface="Courier New" panose="02070309020205020404" pitchFamily="49" charset="0"/>
                  </a:rPr>
                  <a:t>(t)</a:t>
                </a:r>
                <a:endParaRPr lang="en-US" altLang="en-US" sz="2000" dirty="0">
                  <a:solidFill>
                    <a:schemeClr val="tx1"/>
                  </a:solidFill>
                  <a:latin typeface="+mn-lt"/>
                </a:endParaRPr>
              </a:p>
            </p:txBody>
          </p:sp>
          <p:sp>
            <p:nvSpPr>
              <p:cNvPr id="17" name="TextBox 36">
                <a:extLst>
                  <a:ext uri="{FF2B5EF4-FFF2-40B4-BE49-F238E27FC236}">
                    <a16:creationId xmlns:a16="http://schemas.microsoft.com/office/drawing/2014/main" xmlns="" id="{8D256305-6621-43D4-9AFC-36ABAE91E4C6}"/>
                  </a:ext>
                </a:extLst>
              </p:cNvPr>
              <p:cNvSpPr txBox="1">
                <a:spLocks noChangeArrowheads="1"/>
              </p:cNvSpPr>
              <p:nvPr/>
            </p:nvSpPr>
            <p:spPr bwMode="auto">
              <a:xfrm>
                <a:off x="7705725" y="3119438"/>
                <a:ext cx="3810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3"/>
                  </a:buBlip>
                  <a:defRPr sz="3200">
                    <a:solidFill>
                      <a:srgbClr val="808080"/>
                    </a:solidFill>
                    <a:latin typeface="Arial" panose="020B0604020202020204" pitchFamily="34" charset="0"/>
                    <a:cs typeface="Arial" panose="020B0604020202020204" pitchFamily="34" charset="0"/>
                  </a:defRPr>
                </a:lvl1pPr>
                <a:lvl2pPr marL="742950" indent="-285750">
                  <a:spcBef>
                    <a:spcPct val="20000"/>
                  </a:spcBef>
                  <a:buBlip>
                    <a:blip r:embed="rId3"/>
                  </a:buBlip>
                  <a:defRPr sz="2800">
                    <a:solidFill>
                      <a:srgbClr val="808080"/>
                    </a:solidFill>
                    <a:latin typeface="Arial" panose="020B0604020202020204" pitchFamily="34" charset="0"/>
                    <a:cs typeface="Arial" panose="020B0604020202020204" pitchFamily="34" charset="0"/>
                  </a:defRPr>
                </a:lvl2pPr>
                <a:lvl3pPr marL="1143000" indent="-228600">
                  <a:spcBef>
                    <a:spcPct val="20000"/>
                  </a:spcBef>
                  <a:buBlip>
                    <a:blip r:embed="rId3"/>
                  </a:buBlip>
                  <a:defRPr sz="2400">
                    <a:solidFill>
                      <a:srgbClr val="808080"/>
                    </a:solidFill>
                    <a:latin typeface="Arial" panose="020B0604020202020204" pitchFamily="34" charset="0"/>
                    <a:cs typeface="Arial" panose="020B0604020202020204" pitchFamily="34" charset="0"/>
                  </a:defRPr>
                </a:lvl3pPr>
                <a:lvl4pPr marL="1600200" indent="-228600">
                  <a:spcBef>
                    <a:spcPct val="20000"/>
                  </a:spcBef>
                  <a:buBlip>
                    <a:blip r:embed="rId3"/>
                  </a:buBlip>
                  <a:defRPr sz="2000">
                    <a:solidFill>
                      <a:srgbClr val="808080"/>
                    </a:solidFill>
                    <a:latin typeface="Arial" panose="020B0604020202020204" pitchFamily="34" charset="0"/>
                    <a:cs typeface="Arial" panose="020B0604020202020204" pitchFamily="34" charset="0"/>
                  </a:defRPr>
                </a:lvl4pPr>
                <a:lvl5pPr marL="2057400" indent="-228600">
                  <a:spcBef>
                    <a:spcPct val="20000"/>
                  </a:spcBef>
                  <a:buBlip>
                    <a:blip r:embed="rId3"/>
                  </a:buBlip>
                  <a:defRPr sz="2000">
                    <a:solidFill>
                      <a:srgbClr val="808080"/>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3"/>
                  </a:buBlip>
                  <a:defRPr sz="2000">
                    <a:solidFill>
                      <a:srgbClr val="808080"/>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3"/>
                  </a:buBlip>
                  <a:defRPr sz="2000">
                    <a:solidFill>
                      <a:srgbClr val="808080"/>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3"/>
                  </a:buBlip>
                  <a:defRPr sz="2000">
                    <a:solidFill>
                      <a:srgbClr val="808080"/>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3"/>
                  </a:buBlip>
                  <a:defRPr sz="2000">
                    <a:solidFill>
                      <a:srgbClr val="808080"/>
                    </a:solidFill>
                    <a:latin typeface="Arial" panose="020B0604020202020204" pitchFamily="34" charset="0"/>
                    <a:cs typeface="Arial" panose="020B0604020202020204" pitchFamily="34" charset="0"/>
                  </a:defRPr>
                </a:lvl9pPr>
              </a:lstStyle>
              <a:p>
                <a:pPr algn="r" eaLnBrk="1" hangingPunct="1">
                  <a:spcBef>
                    <a:spcPct val="0"/>
                  </a:spcBef>
                  <a:buFontTx/>
                  <a:buNone/>
                </a:pPr>
                <a:r>
                  <a:rPr lang="en-US" altLang="en-US" sz="1200">
                    <a:solidFill>
                      <a:schemeClr val="tx1"/>
                    </a:solidFill>
                    <a:latin typeface="+mn-lt"/>
                  </a:rPr>
                  <a:t>10</a:t>
                </a:r>
              </a:p>
            </p:txBody>
          </p:sp>
          <p:sp>
            <p:nvSpPr>
              <p:cNvPr id="19" name="TextBox 38">
                <a:extLst>
                  <a:ext uri="{FF2B5EF4-FFF2-40B4-BE49-F238E27FC236}">
                    <a16:creationId xmlns:a16="http://schemas.microsoft.com/office/drawing/2014/main" xmlns="" id="{59AA935F-F513-4897-B086-79409FA59E18}"/>
                  </a:ext>
                </a:extLst>
              </p:cNvPr>
              <p:cNvSpPr txBox="1">
                <a:spLocks noChangeArrowheads="1"/>
              </p:cNvSpPr>
              <p:nvPr/>
            </p:nvSpPr>
            <p:spPr bwMode="auto">
              <a:xfrm>
                <a:off x="7934325" y="4538663"/>
                <a:ext cx="3048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3"/>
                  </a:buBlip>
                  <a:defRPr sz="3200">
                    <a:solidFill>
                      <a:srgbClr val="808080"/>
                    </a:solidFill>
                    <a:latin typeface="Arial" panose="020B0604020202020204" pitchFamily="34" charset="0"/>
                    <a:cs typeface="Arial" panose="020B0604020202020204" pitchFamily="34" charset="0"/>
                  </a:defRPr>
                </a:lvl1pPr>
                <a:lvl2pPr marL="742950" indent="-285750">
                  <a:spcBef>
                    <a:spcPct val="20000"/>
                  </a:spcBef>
                  <a:buBlip>
                    <a:blip r:embed="rId3"/>
                  </a:buBlip>
                  <a:defRPr sz="2800">
                    <a:solidFill>
                      <a:srgbClr val="808080"/>
                    </a:solidFill>
                    <a:latin typeface="Arial" panose="020B0604020202020204" pitchFamily="34" charset="0"/>
                    <a:cs typeface="Arial" panose="020B0604020202020204" pitchFamily="34" charset="0"/>
                  </a:defRPr>
                </a:lvl2pPr>
                <a:lvl3pPr marL="1143000" indent="-228600">
                  <a:spcBef>
                    <a:spcPct val="20000"/>
                  </a:spcBef>
                  <a:buBlip>
                    <a:blip r:embed="rId3"/>
                  </a:buBlip>
                  <a:defRPr sz="2400">
                    <a:solidFill>
                      <a:srgbClr val="808080"/>
                    </a:solidFill>
                    <a:latin typeface="Arial" panose="020B0604020202020204" pitchFamily="34" charset="0"/>
                    <a:cs typeface="Arial" panose="020B0604020202020204" pitchFamily="34" charset="0"/>
                  </a:defRPr>
                </a:lvl3pPr>
                <a:lvl4pPr marL="1600200" indent="-228600">
                  <a:spcBef>
                    <a:spcPct val="20000"/>
                  </a:spcBef>
                  <a:buBlip>
                    <a:blip r:embed="rId3"/>
                  </a:buBlip>
                  <a:defRPr sz="2000">
                    <a:solidFill>
                      <a:srgbClr val="808080"/>
                    </a:solidFill>
                    <a:latin typeface="Arial" panose="020B0604020202020204" pitchFamily="34" charset="0"/>
                    <a:cs typeface="Arial" panose="020B0604020202020204" pitchFamily="34" charset="0"/>
                  </a:defRPr>
                </a:lvl4pPr>
                <a:lvl5pPr marL="2057400" indent="-228600">
                  <a:spcBef>
                    <a:spcPct val="20000"/>
                  </a:spcBef>
                  <a:buBlip>
                    <a:blip r:embed="rId3"/>
                  </a:buBlip>
                  <a:defRPr sz="2000">
                    <a:solidFill>
                      <a:srgbClr val="808080"/>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3"/>
                  </a:buBlip>
                  <a:defRPr sz="2000">
                    <a:solidFill>
                      <a:srgbClr val="808080"/>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3"/>
                  </a:buBlip>
                  <a:defRPr sz="2000">
                    <a:solidFill>
                      <a:srgbClr val="808080"/>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3"/>
                  </a:buBlip>
                  <a:defRPr sz="2000">
                    <a:solidFill>
                      <a:srgbClr val="808080"/>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3"/>
                  </a:buBlip>
                  <a:defRPr sz="2000">
                    <a:solidFill>
                      <a:srgbClr val="808080"/>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1200">
                    <a:solidFill>
                      <a:schemeClr val="tx1"/>
                    </a:solidFill>
                    <a:latin typeface="+mn-lt"/>
                  </a:rPr>
                  <a:t>0</a:t>
                </a:r>
              </a:p>
            </p:txBody>
          </p:sp>
        </p:grpSp>
        <p:sp>
          <p:nvSpPr>
            <p:cNvPr id="22" name="TextBox 21">
              <a:extLst>
                <a:ext uri="{FF2B5EF4-FFF2-40B4-BE49-F238E27FC236}">
                  <a16:creationId xmlns:a16="http://schemas.microsoft.com/office/drawing/2014/main" xmlns="" id="{0B167897-6293-4B1A-A4D8-273C3DA08AEB}"/>
                </a:ext>
              </a:extLst>
            </p:cNvPr>
            <p:cNvSpPr txBox="1">
              <a:spLocks noChangeArrowheads="1"/>
            </p:cNvSpPr>
            <p:nvPr/>
          </p:nvSpPr>
          <p:spPr bwMode="auto">
            <a:xfrm rot="18881476">
              <a:off x="8466826" y="3775936"/>
              <a:ext cx="166529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3"/>
                </a:buBlip>
                <a:defRPr sz="3200">
                  <a:solidFill>
                    <a:srgbClr val="808080"/>
                  </a:solidFill>
                  <a:latin typeface="Arial" panose="020B0604020202020204" pitchFamily="34" charset="0"/>
                  <a:cs typeface="Arial" panose="020B0604020202020204" pitchFamily="34" charset="0"/>
                </a:defRPr>
              </a:lvl1pPr>
              <a:lvl2pPr marL="742950" indent="-285750">
                <a:spcBef>
                  <a:spcPct val="20000"/>
                </a:spcBef>
                <a:buBlip>
                  <a:blip r:embed="rId3"/>
                </a:buBlip>
                <a:defRPr sz="2800">
                  <a:solidFill>
                    <a:srgbClr val="808080"/>
                  </a:solidFill>
                  <a:latin typeface="Arial" panose="020B0604020202020204" pitchFamily="34" charset="0"/>
                  <a:cs typeface="Arial" panose="020B0604020202020204" pitchFamily="34" charset="0"/>
                </a:defRPr>
              </a:lvl2pPr>
              <a:lvl3pPr marL="1143000" indent="-228600">
                <a:spcBef>
                  <a:spcPct val="20000"/>
                </a:spcBef>
                <a:buBlip>
                  <a:blip r:embed="rId3"/>
                </a:buBlip>
                <a:defRPr sz="2400">
                  <a:solidFill>
                    <a:srgbClr val="808080"/>
                  </a:solidFill>
                  <a:latin typeface="Arial" panose="020B0604020202020204" pitchFamily="34" charset="0"/>
                  <a:cs typeface="Arial" panose="020B0604020202020204" pitchFamily="34" charset="0"/>
                </a:defRPr>
              </a:lvl3pPr>
              <a:lvl4pPr marL="1600200" indent="-228600">
                <a:spcBef>
                  <a:spcPct val="20000"/>
                </a:spcBef>
                <a:buBlip>
                  <a:blip r:embed="rId3"/>
                </a:buBlip>
                <a:defRPr sz="2000">
                  <a:solidFill>
                    <a:srgbClr val="808080"/>
                  </a:solidFill>
                  <a:latin typeface="Arial" panose="020B0604020202020204" pitchFamily="34" charset="0"/>
                  <a:cs typeface="Arial" panose="020B0604020202020204" pitchFamily="34" charset="0"/>
                </a:defRPr>
              </a:lvl4pPr>
              <a:lvl5pPr marL="2057400" indent="-228600">
                <a:spcBef>
                  <a:spcPct val="20000"/>
                </a:spcBef>
                <a:buBlip>
                  <a:blip r:embed="rId3"/>
                </a:buBlip>
                <a:defRPr sz="2000">
                  <a:solidFill>
                    <a:srgbClr val="808080"/>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3"/>
                </a:buBlip>
                <a:defRPr sz="2000">
                  <a:solidFill>
                    <a:srgbClr val="808080"/>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3"/>
                </a:buBlip>
                <a:defRPr sz="2000">
                  <a:solidFill>
                    <a:srgbClr val="808080"/>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3"/>
                </a:buBlip>
                <a:defRPr sz="2000">
                  <a:solidFill>
                    <a:srgbClr val="808080"/>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3"/>
                </a:buBlip>
                <a:defRPr sz="2000">
                  <a:solidFill>
                    <a:srgbClr val="808080"/>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2000" dirty="0">
                  <a:solidFill>
                    <a:srgbClr val="1D3064"/>
                  </a:solidFill>
                  <a:latin typeface="+mn-lt"/>
                </a:rPr>
                <a:t>Perfect clock</a:t>
              </a:r>
            </a:p>
          </p:txBody>
        </p:sp>
        <p:sp>
          <p:nvSpPr>
            <p:cNvPr id="23" name="TextBox 22">
              <a:extLst>
                <a:ext uri="{FF2B5EF4-FFF2-40B4-BE49-F238E27FC236}">
                  <a16:creationId xmlns:a16="http://schemas.microsoft.com/office/drawing/2014/main" xmlns="" id="{381E5CE0-A984-4DF1-9EB9-FF152564BF30}"/>
                </a:ext>
              </a:extLst>
            </p:cNvPr>
            <p:cNvSpPr txBox="1"/>
            <p:nvPr/>
          </p:nvSpPr>
          <p:spPr>
            <a:xfrm rot="18262911">
              <a:off x="7902577" y="4013777"/>
              <a:ext cx="1295400" cy="400110"/>
            </a:xfrm>
            <a:prstGeom prst="rect">
              <a:avLst/>
            </a:prstGeom>
            <a:noFill/>
          </p:spPr>
          <p:txBody>
            <a:bodyPr>
              <a:spAutoFit/>
            </a:bodyPr>
            <a:lstStyle/>
            <a:p>
              <a:pPr eaLnBrk="1" hangingPunct="1">
                <a:defRPr/>
              </a:pPr>
              <a:r>
                <a:rPr lang="en-US" sz="2000" dirty="0">
                  <a:cs typeface="Arial" charset="0"/>
                </a:rPr>
                <a:t>Fast Clock</a:t>
              </a:r>
            </a:p>
          </p:txBody>
        </p:sp>
        <p:sp>
          <p:nvSpPr>
            <p:cNvPr id="24" name="TextBox 23">
              <a:extLst>
                <a:ext uri="{FF2B5EF4-FFF2-40B4-BE49-F238E27FC236}">
                  <a16:creationId xmlns:a16="http://schemas.microsoft.com/office/drawing/2014/main" xmlns="" id="{D765BF35-7E4B-4744-A7A0-40E2499E4A60}"/>
                </a:ext>
              </a:extLst>
            </p:cNvPr>
            <p:cNvSpPr txBox="1">
              <a:spLocks noChangeArrowheads="1"/>
            </p:cNvSpPr>
            <p:nvPr/>
          </p:nvSpPr>
          <p:spPr bwMode="auto">
            <a:xfrm rot="19631558">
              <a:off x="8688389" y="4276507"/>
              <a:ext cx="12954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3"/>
                </a:buBlip>
                <a:defRPr sz="3200">
                  <a:solidFill>
                    <a:srgbClr val="808080"/>
                  </a:solidFill>
                  <a:latin typeface="Arial" panose="020B0604020202020204" pitchFamily="34" charset="0"/>
                  <a:cs typeface="Arial" panose="020B0604020202020204" pitchFamily="34" charset="0"/>
                </a:defRPr>
              </a:lvl1pPr>
              <a:lvl2pPr marL="742950" indent="-285750">
                <a:spcBef>
                  <a:spcPct val="20000"/>
                </a:spcBef>
                <a:buBlip>
                  <a:blip r:embed="rId3"/>
                </a:buBlip>
                <a:defRPr sz="2800">
                  <a:solidFill>
                    <a:srgbClr val="808080"/>
                  </a:solidFill>
                  <a:latin typeface="Arial" panose="020B0604020202020204" pitchFamily="34" charset="0"/>
                  <a:cs typeface="Arial" panose="020B0604020202020204" pitchFamily="34" charset="0"/>
                </a:defRPr>
              </a:lvl2pPr>
              <a:lvl3pPr marL="1143000" indent="-228600">
                <a:spcBef>
                  <a:spcPct val="20000"/>
                </a:spcBef>
                <a:buBlip>
                  <a:blip r:embed="rId3"/>
                </a:buBlip>
                <a:defRPr sz="2400">
                  <a:solidFill>
                    <a:srgbClr val="808080"/>
                  </a:solidFill>
                  <a:latin typeface="Arial" panose="020B0604020202020204" pitchFamily="34" charset="0"/>
                  <a:cs typeface="Arial" panose="020B0604020202020204" pitchFamily="34" charset="0"/>
                </a:defRPr>
              </a:lvl3pPr>
              <a:lvl4pPr marL="1600200" indent="-228600">
                <a:spcBef>
                  <a:spcPct val="20000"/>
                </a:spcBef>
                <a:buBlip>
                  <a:blip r:embed="rId3"/>
                </a:buBlip>
                <a:defRPr sz="2000">
                  <a:solidFill>
                    <a:srgbClr val="808080"/>
                  </a:solidFill>
                  <a:latin typeface="Arial" panose="020B0604020202020204" pitchFamily="34" charset="0"/>
                  <a:cs typeface="Arial" panose="020B0604020202020204" pitchFamily="34" charset="0"/>
                </a:defRPr>
              </a:lvl4pPr>
              <a:lvl5pPr marL="2057400" indent="-228600">
                <a:spcBef>
                  <a:spcPct val="20000"/>
                </a:spcBef>
                <a:buBlip>
                  <a:blip r:embed="rId3"/>
                </a:buBlip>
                <a:defRPr sz="2000">
                  <a:solidFill>
                    <a:srgbClr val="808080"/>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3"/>
                </a:buBlip>
                <a:defRPr sz="2000">
                  <a:solidFill>
                    <a:srgbClr val="808080"/>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3"/>
                </a:buBlip>
                <a:defRPr sz="2000">
                  <a:solidFill>
                    <a:srgbClr val="808080"/>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3"/>
                </a:buBlip>
                <a:defRPr sz="2000">
                  <a:solidFill>
                    <a:srgbClr val="808080"/>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3"/>
                </a:buBlip>
                <a:defRPr sz="2000">
                  <a:solidFill>
                    <a:srgbClr val="808080"/>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2000" dirty="0">
                  <a:solidFill>
                    <a:schemeClr val="accent6"/>
                  </a:solidFill>
                  <a:latin typeface="+mn-lt"/>
                </a:rPr>
                <a:t>Slow Clock</a:t>
              </a:r>
            </a:p>
          </p:txBody>
        </p:sp>
        <p:sp>
          <p:nvSpPr>
            <p:cNvPr id="25" name="TextBox 24">
              <a:extLst>
                <a:ext uri="{FF2B5EF4-FFF2-40B4-BE49-F238E27FC236}">
                  <a16:creationId xmlns:a16="http://schemas.microsoft.com/office/drawing/2014/main" xmlns="" id="{9E4F2FC4-90BD-4FB8-91A5-628EF64D3C10}"/>
                </a:ext>
              </a:extLst>
            </p:cNvPr>
            <p:cNvSpPr txBox="1">
              <a:spLocks noChangeArrowheads="1"/>
            </p:cNvSpPr>
            <p:nvPr/>
          </p:nvSpPr>
          <p:spPr bwMode="auto">
            <a:xfrm>
              <a:off x="7600951" y="3462944"/>
              <a:ext cx="3810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3"/>
                </a:buBlip>
                <a:defRPr sz="3200">
                  <a:solidFill>
                    <a:srgbClr val="808080"/>
                  </a:solidFill>
                  <a:latin typeface="Arial" panose="020B0604020202020204" pitchFamily="34" charset="0"/>
                  <a:cs typeface="Arial" panose="020B0604020202020204" pitchFamily="34" charset="0"/>
                </a:defRPr>
              </a:lvl1pPr>
              <a:lvl2pPr marL="742950" indent="-285750">
                <a:spcBef>
                  <a:spcPct val="20000"/>
                </a:spcBef>
                <a:buBlip>
                  <a:blip r:embed="rId3"/>
                </a:buBlip>
                <a:defRPr sz="2800">
                  <a:solidFill>
                    <a:srgbClr val="808080"/>
                  </a:solidFill>
                  <a:latin typeface="Arial" panose="020B0604020202020204" pitchFamily="34" charset="0"/>
                  <a:cs typeface="Arial" panose="020B0604020202020204" pitchFamily="34" charset="0"/>
                </a:defRPr>
              </a:lvl2pPr>
              <a:lvl3pPr marL="1143000" indent="-228600">
                <a:spcBef>
                  <a:spcPct val="20000"/>
                </a:spcBef>
                <a:buBlip>
                  <a:blip r:embed="rId3"/>
                </a:buBlip>
                <a:defRPr sz="2400">
                  <a:solidFill>
                    <a:srgbClr val="808080"/>
                  </a:solidFill>
                  <a:latin typeface="Arial" panose="020B0604020202020204" pitchFamily="34" charset="0"/>
                  <a:cs typeface="Arial" panose="020B0604020202020204" pitchFamily="34" charset="0"/>
                </a:defRPr>
              </a:lvl3pPr>
              <a:lvl4pPr marL="1600200" indent="-228600">
                <a:spcBef>
                  <a:spcPct val="20000"/>
                </a:spcBef>
                <a:buBlip>
                  <a:blip r:embed="rId3"/>
                </a:buBlip>
                <a:defRPr sz="2000">
                  <a:solidFill>
                    <a:srgbClr val="808080"/>
                  </a:solidFill>
                  <a:latin typeface="Arial" panose="020B0604020202020204" pitchFamily="34" charset="0"/>
                  <a:cs typeface="Arial" panose="020B0604020202020204" pitchFamily="34" charset="0"/>
                </a:defRPr>
              </a:lvl4pPr>
              <a:lvl5pPr marL="2057400" indent="-228600">
                <a:spcBef>
                  <a:spcPct val="20000"/>
                </a:spcBef>
                <a:buBlip>
                  <a:blip r:embed="rId3"/>
                </a:buBlip>
                <a:defRPr sz="2000">
                  <a:solidFill>
                    <a:srgbClr val="808080"/>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3"/>
                </a:buBlip>
                <a:defRPr sz="2000">
                  <a:solidFill>
                    <a:srgbClr val="808080"/>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3"/>
                </a:buBlip>
                <a:defRPr sz="2000">
                  <a:solidFill>
                    <a:srgbClr val="808080"/>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3"/>
                </a:buBlip>
                <a:defRPr sz="2000">
                  <a:solidFill>
                    <a:srgbClr val="808080"/>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3"/>
                </a:buBlip>
                <a:defRPr sz="2000">
                  <a:solidFill>
                    <a:srgbClr val="808080"/>
                  </a:solidFill>
                  <a:latin typeface="Arial" panose="020B0604020202020204" pitchFamily="34" charset="0"/>
                  <a:cs typeface="Arial" panose="020B0604020202020204" pitchFamily="34" charset="0"/>
                </a:defRPr>
              </a:lvl9pPr>
            </a:lstStyle>
            <a:p>
              <a:pPr algn="r" eaLnBrk="1" hangingPunct="1">
                <a:spcBef>
                  <a:spcPct val="0"/>
                </a:spcBef>
                <a:buFontTx/>
                <a:buNone/>
              </a:pPr>
              <a:r>
                <a:rPr lang="en-US" altLang="en-US" sz="1200" dirty="0">
                  <a:solidFill>
                    <a:schemeClr val="tx1"/>
                  </a:solidFill>
                  <a:latin typeface="+mn-lt"/>
                </a:rPr>
                <a:t>15</a:t>
              </a:r>
            </a:p>
          </p:txBody>
        </p:sp>
        <p:sp>
          <p:nvSpPr>
            <p:cNvPr id="26" name="TextBox 25">
              <a:extLst>
                <a:ext uri="{FF2B5EF4-FFF2-40B4-BE49-F238E27FC236}">
                  <a16:creationId xmlns:a16="http://schemas.microsoft.com/office/drawing/2014/main" xmlns="" id="{D955D81B-DF23-4F15-895C-ABF545C89DAF}"/>
                </a:ext>
              </a:extLst>
            </p:cNvPr>
            <p:cNvSpPr txBox="1">
              <a:spLocks noChangeArrowheads="1"/>
            </p:cNvSpPr>
            <p:nvPr/>
          </p:nvSpPr>
          <p:spPr bwMode="auto">
            <a:xfrm>
              <a:off x="7600951" y="4634519"/>
              <a:ext cx="3810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3"/>
                </a:buBlip>
                <a:defRPr sz="3200">
                  <a:solidFill>
                    <a:srgbClr val="808080"/>
                  </a:solidFill>
                  <a:latin typeface="Arial" panose="020B0604020202020204" pitchFamily="34" charset="0"/>
                  <a:cs typeface="Arial" panose="020B0604020202020204" pitchFamily="34" charset="0"/>
                </a:defRPr>
              </a:lvl1pPr>
              <a:lvl2pPr marL="742950" indent="-285750">
                <a:spcBef>
                  <a:spcPct val="20000"/>
                </a:spcBef>
                <a:buBlip>
                  <a:blip r:embed="rId3"/>
                </a:buBlip>
                <a:defRPr sz="2800">
                  <a:solidFill>
                    <a:srgbClr val="808080"/>
                  </a:solidFill>
                  <a:latin typeface="Arial" panose="020B0604020202020204" pitchFamily="34" charset="0"/>
                  <a:cs typeface="Arial" panose="020B0604020202020204" pitchFamily="34" charset="0"/>
                </a:defRPr>
              </a:lvl2pPr>
              <a:lvl3pPr marL="1143000" indent="-228600">
                <a:spcBef>
                  <a:spcPct val="20000"/>
                </a:spcBef>
                <a:buBlip>
                  <a:blip r:embed="rId3"/>
                </a:buBlip>
                <a:defRPr sz="2400">
                  <a:solidFill>
                    <a:srgbClr val="808080"/>
                  </a:solidFill>
                  <a:latin typeface="Arial" panose="020B0604020202020204" pitchFamily="34" charset="0"/>
                  <a:cs typeface="Arial" panose="020B0604020202020204" pitchFamily="34" charset="0"/>
                </a:defRPr>
              </a:lvl3pPr>
              <a:lvl4pPr marL="1600200" indent="-228600">
                <a:spcBef>
                  <a:spcPct val="20000"/>
                </a:spcBef>
                <a:buBlip>
                  <a:blip r:embed="rId3"/>
                </a:buBlip>
                <a:defRPr sz="2000">
                  <a:solidFill>
                    <a:srgbClr val="808080"/>
                  </a:solidFill>
                  <a:latin typeface="Arial" panose="020B0604020202020204" pitchFamily="34" charset="0"/>
                  <a:cs typeface="Arial" panose="020B0604020202020204" pitchFamily="34" charset="0"/>
                </a:defRPr>
              </a:lvl4pPr>
              <a:lvl5pPr marL="2057400" indent="-228600">
                <a:spcBef>
                  <a:spcPct val="20000"/>
                </a:spcBef>
                <a:buBlip>
                  <a:blip r:embed="rId3"/>
                </a:buBlip>
                <a:defRPr sz="2000">
                  <a:solidFill>
                    <a:srgbClr val="808080"/>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3"/>
                </a:buBlip>
                <a:defRPr sz="2000">
                  <a:solidFill>
                    <a:srgbClr val="808080"/>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3"/>
                </a:buBlip>
                <a:defRPr sz="2000">
                  <a:solidFill>
                    <a:srgbClr val="808080"/>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3"/>
                </a:buBlip>
                <a:defRPr sz="2000">
                  <a:solidFill>
                    <a:srgbClr val="808080"/>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3"/>
                </a:buBlip>
                <a:defRPr sz="2000">
                  <a:solidFill>
                    <a:srgbClr val="808080"/>
                  </a:solidFill>
                  <a:latin typeface="Arial" panose="020B0604020202020204" pitchFamily="34" charset="0"/>
                  <a:cs typeface="Arial" panose="020B0604020202020204" pitchFamily="34" charset="0"/>
                </a:defRPr>
              </a:lvl9pPr>
            </a:lstStyle>
            <a:p>
              <a:pPr algn="r" eaLnBrk="1" hangingPunct="1">
                <a:spcBef>
                  <a:spcPct val="0"/>
                </a:spcBef>
                <a:buFontTx/>
                <a:buNone/>
              </a:pPr>
              <a:r>
                <a:rPr lang="en-US" altLang="en-US" sz="1200">
                  <a:solidFill>
                    <a:schemeClr val="tx1"/>
                  </a:solidFill>
                  <a:latin typeface="+mn-lt"/>
                </a:rPr>
                <a:t>7</a:t>
              </a:r>
            </a:p>
          </p:txBody>
        </p:sp>
        <mc:AlternateContent xmlns:mc="http://schemas.openxmlformats.org/markup-compatibility/2006" xmlns:a14="http://schemas.microsoft.com/office/drawing/2010/main">
          <mc:Choice Requires="a14">
            <p:sp>
              <p:nvSpPr>
                <p:cNvPr id="86" name="TextBox 85"/>
                <p:cNvSpPr txBox="1"/>
                <p:nvPr/>
              </p:nvSpPr>
              <p:spPr>
                <a:xfrm>
                  <a:off x="9786164" y="3026354"/>
                  <a:ext cx="871842" cy="58458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sz="2000" b="1" i="1" smtClean="0">
                                <a:solidFill>
                                  <a:srgbClr val="1D3064"/>
                                </a:solidFill>
                                <a:latin typeface="Cambria Math" panose="02040503050406030204" pitchFamily="18" charset="0"/>
                              </a:rPr>
                            </m:ctrlPr>
                          </m:fPr>
                          <m:num>
                            <m:r>
                              <a:rPr lang="en-US" sz="2000" b="1" i="1" smtClean="0">
                                <a:solidFill>
                                  <a:srgbClr val="1D3064"/>
                                </a:solidFill>
                                <a:latin typeface="Cambria Math" panose="02040503050406030204" pitchFamily="18" charset="0"/>
                              </a:rPr>
                              <m:t>𝒅𝑪</m:t>
                            </m:r>
                          </m:num>
                          <m:den>
                            <m:r>
                              <a:rPr lang="en-US" sz="2000" b="1" i="1" smtClean="0">
                                <a:solidFill>
                                  <a:srgbClr val="1D3064"/>
                                </a:solidFill>
                                <a:latin typeface="Cambria Math" panose="02040503050406030204" pitchFamily="18" charset="0"/>
                              </a:rPr>
                              <m:t>𝒅𝒕</m:t>
                            </m:r>
                          </m:den>
                        </m:f>
                        <m:r>
                          <a:rPr lang="en-US" sz="2000" b="1" i="1" smtClean="0">
                            <a:solidFill>
                              <a:srgbClr val="1D3064"/>
                            </a:solidFill>
                            <a:latin typeface="Cambria Math" panose="02040503050406030204" pitchFamily="18" charset="0"/>
                          </a:rPr>
                          <m:t>=</m:t>
                        </m:r>
                        <m:r>
                          <a:rPr lang="en-US" sz="2000" b="1" i="1" smtClean="0">
                            <a:solidFill>
                              <a:srgbClr val="1D3064"/>
                            </a:solidFill>
                            <a:latin typeface="Cambria Math" panose="02040503050406030204" pitchFamily="18" charset="0"/>
                          </a:rPr>
                          <m:t>𝟏</m:t>
                        </m:r>
                      </m:oMath>
                    </m:oMathPara>
                  </a14:m>
                  <a:endParaRPr lang="en-US" sz="2000" b="1" i="1" dirty="0">
                    <a:solidFill>
                      <a:srgbClr val="1D3064"/>
                    </a:solidFill>
                  </a:endParaRPr>
                </a:p>
              </p:txBody>
            </p:sp>
          </mc:Choice>
          <mc:Fallback xmlns="">
            <p:sp>
              <p:nvSpPr>
                <p:cNvPr id="86" name="TextBox 85"/>
                <p:cNvSpPr txBox="1">
                  <a:spLocks noRot="1" noChangeAspect="1" noMove="1" noResize="1" noEditPoints="1" noAdjustHandles="1" noChangeArrowheads="1" noChangeShapeType="1" noTextEdit="1"/>
                </p:cNvSpPr>
                <p:nvPr/>
              </p:nvSpPr>
              <p:spPr>
                <a:xfrm>
                  <a:off x="9786164" y="3026354"/>
                  <a:ext cx="871842" cy="584584"/>
                </a:xfrm>
                <a:prstGeom prst="rect">
                  <a:avLst/>
                </a:prstGeom>
                <a:blipFill rotWithShape="0">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xmlns="" id="{737343F2-66A0-4B97-9D39-A052F7BC26EE}"/>
                    </a:ext>
                  </a:extLst>
                </p:cNvPr>
                <p:cNvSpPr txBox="1"/>
                <p:nvPr/>
              </p:nvSpPr>
              <p:spPr>
                <a:xfrm>
                  <a:off x="8214906" y="3000818"/>
                  <a:ext cx="986246" cy="58458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sz="2000" b="1" i="1" smtClean="0">
                                <a:latin typeface="Cambria Math" panose="02040503050406030204" pitchFamily="18" charset="0"/>
                              </a:rPr>
                            </m:ctrlPr>
                          </m:fPr>
                          <m:num>
                            <m:r>
                              <a:rPr lang="en-US" sz="2000" b="1" i="1" smtClean="0">
                                <a:latin typeface="Cambria Math" panose="02040503050406030204" pitchFamily="18" charset="0"/>
                              </a:rPr>
                              <m:t>𝒅𝑪</m:t>
                            </m:r>
                          </m:num>
                          <m:den>
                            <m:r>
                              <a:rPr lang="en-US" sz="2000" b="1" i="1" smtClean="0">
                                <a:latin typeface="Cambria Math" panose="02040503050406030204" pitchFamily="18" charset="0"/>
                              </a:rPr>
                              <m:t>𝒅𝒕</m:t>
                            </m:r>
                          </m:den>
                        </m:f>
                        <m:r>
                          <a:rPr lang="en-US" sz="2000" b="1" i="1" smtClean="0">
                            <a:latin typeface="Cambria Math" panose="02040503050406030204" pitchFamily="18" charset="0"/>
                          </a:rPr>
                          <m:t>&gt;</m:t>
                        </m:r>
                        <m:r>
                          <a:rPr lang="en-US" sz="2000" b="1" i="1" smtClean="0">
                            <a:latin typeface="Cambria Math" panose="02040503050406030204" pitchFamily="18" charset="0"/>
                          </a:rPr>
                          <m:t>𝟏</m:t>
                        </m:r>
                      </m:oMath>
                    </m:oMathPara>
                  </a14:m>
                  <a:endParaRPr lang="en-US" sz="2000" b="1" i="1" dirty="0"/>
                </a:p>
              </p:txBody>
            </p:sp>
          </mc:Choice>
          <mc:Fallback xmlns="">
            <p:sp>
              <p:nvSpPr>
                <p:cNvPr id="87" name="TextBox 86">
                  <a:extLst>
                    <a:ext uri="{FF2B5EF4-FFF2-40B4-BE49-F238E27FC236}">
                      <a16:creationId xmlns:a16="http://schemas.microsoft.com/office/drawing/2014/main" xmlns:a14="http://schemas.microsoft.com/office/drawing/2010/main" xmlns="" id="{737343F2-66A0-4B97-9D39-A052F7BC26EE}"/>
                    </a:ext>
                  </a:extLst>
                </p:cNvPr>
                <p:cNvSpPr txBox="1">
                  <a:spLocks noRot="1" noChangeAspect="1" noMove="1" noResize="1" noEditPoints="1" noAdjustHandles="1" noChangeArrowheads="1" noChangeShapeType="1" noTextEdit="1"/>
                </p:cNvSpPr>
                <p:nvPr/>
              </p:nvSpPr>
              <p:spPr>
                <a:xfrm>
                  <a:off x="8214906" y="3000818"/>
                  <a:ext cx="986246" cy="584584"/>
                </a:xfrm>
                <a:prstGeom prst="rect">
                  <a:avLst/>
                </a:prstGeom>
                <a:blipFill rotWithShape="0">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8" name="TextBox 87">
                  <a:extLst>
                    <a:ext uri="{FF2B5EF4-FFF2-40B4-BE49-F238E27FC236}">
                      <a16:creationId xmlns:a16="http://schemas.microsoft.com/office/drawing/2014/main" xmlns="" id="{99E9B12D-F0AD-42A2-8F13-62D6C3FD51D2}"/>
                    </a:ext>
                  </a:extLst>
                </p:cNvPr>
                <p:cNvSpPr txBox="1"/>
                <p:nvPr/>
              </p:nvSpPr>
              <p:spPr>
                <a:xfrm>
                  <a:off x="9459930" y="4574596"/>
                  <a:ext cx="871841" cy="58458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sz="2000" b="1" i="1" smtClean="0">
                                <a:solidFill>
                                  <a:schemeClr val="accent6"/>
                                </a:solidFill>
                                <a:latin typeface="Cambria Math" panose="02040503050406030204" pitchFamily="18" charset="0"/>
                              </a:rPr>
                            </m:ctrlPr>
                          </m:fPr>
                          <m:num>
                            <m:r>
                              <a:rPr lang="en-US" sz="2000" b="1" i="1" smtClean="0">
                                <a:solidFill>
                                  <a:schemeClr val="accent6"/>
                                </a:solidFill>
                                <a:latin typeface="Cambria Math" panose="02040503050406030204" pitchFamily="18" charset="0"/>
                              </a:rPr>
                              <m:t>𝒅𝑪</m:t>
                            </m:r>
                          </m:num>
                          <m:den>
                            <m:r>
                              <a:rPr lang="en-US" sz="2000" b="1" i="1" smtClean="0">
                                <a:solidFill>
                                  <a:schemeClr val="accent6"/>
                                </a:solidFill>
                                <a:latin typeface="Cambria Math" panose="02040503050406030204" pitchFamily="18" charset="0"/>
                              </a:rPr>
                              <m:t>𝒅𝒕</m:t>
                            </m:r>
                          </m:den>
                        </m:f>
                        <m:r>
                          <a:rPr lang="en-US" sz="2000" b="1" i="1" smtClean="0">
                            <a:solidFill>
                              <a:schemeClr val="accent6"/>
                            </a:solidFill>
                            <a:latin typeface="Cambria Math" panose="02040503050406030204" pitchFamily="18" charset="0"/>
                          </a:rPr>
                          <m:t>&lt;</m:t>
                        </m:r>
                        <m:r>
                          <a:rPr lang="en-US" sz="2000" b="1" i="1" smtClean="0">
                            <a:solidFill>
                              <a:schemeClr val="accent6"/>
                            </a:solidFill>
                            <a:latin typeface="Cambria Math" panose="02040503050406030204" pitchFamily="18" charset="0"/>
                          </a:rPr>
                          <m:t>𝟏</m:t>
                        </m:r>
                      </m:oMath>
                    </m:oMathPara>
                  </a14:m>
                  <a:endParaRPr lang="en-US" sz="2000" b="1" i="1" dirty="0">
                    <a:solidFill>
                      <a:schemeClr val="accent6"/>
                    </a:solidFill>
                  </a:endParaRPr>
                </a:p>
              </p:txBody>
            </p:sp>
          </mc:Choice>
          <mc:Fallback xmlns="">
            <p:sp>
              <p:nvSpPr>
                <p:cNvPr id="88" name="TextBox 87">
                  <a:extLst>
                    <a:ext uri="{FF2B5EF4-FFF2-40B4-BE49-F238E27FC236}">
                      <a16:creationId xmlns:a16="http://schemas.microsoft.com/office/drawing/2014/main" xmlns:a14="http://schemas.microsoft.com/office/drawing/2010/main" xmlns="" id="{99E9B12D-F0AD-42A2-8F13-62D6C3FD51D2}"/>
                    </a:ext>
                  </a:extLst>
                </p:cNvPr>
                <p:cNvSpPr txBox="1">
                  <a:spLocks noRot="1" noChangeAspect="1" noMove="1" noResize="1" noEditPoints="1" noAdjustHandles="1" noChangeArrowheads="1" noChangeShapeType="1" noTextEdit="1"/>
                </p:cNvSpPr>
                <p:nvPr/>
              </p:nvSpPr>
              <p:spPr>
                <a:xfrm>
                  <a:off x="9459930" y="4574596"/>
                  <a:ext cx="871841" cy="584584"/>
                </a:xfrm>
                <a:prstGeom prst="rect">
                  <a:avLst/>
                </a:prstGeom>
                <a:blipFill rotWithShape="0">
                  <a:blip r:embed="rId6"/>
                  <a:stretch>
                    <a:fillRect/>
                  </a:stretch>
                </a:blipFill>
              </p:spPr>
              <p:txBody>
                <a:bodyPr/>
                <a:lstStyle/>
                <a:p>
                  <a:r>
                    <a:rPr lang="en-IN">
                      <a:noFill/>
                    </a:rPr>
                    <a:t> </a:t>
                  </a:r>
                </a:p>
              </p:txBody>
            </p:sp>
          </mc:Fallback>
        </mc:AlternateContent>
      </p:grpSp>
      <p:graphicFrame>
        <p:nvGraphicFramePr>
          <p:cNvPr id="30" name="Object 2">
            <a:extLst>
              <a:ext uri="{FF2B5EF4-FFF2-40B4-BE49-F238E27FC236}">
                <a16:creationId xmlns:a16="http://schemas.microsoft.com/office/drawing/2014/main" xmlns="" id="{55AFB2B2-A50E-489C-8D75-30BC4FF3DE89}"/>
              </a:ext>
            </a:extLst>
          </p:cNvPr>
          <p:cNvGraphicFramePr>
            <a:graphicFrameLocks noChangeAspect="1"/>
          </p:cNvGraphicFramePr>
          <p:nvPr>
            <p:extLst>
              <p:ext uri="{D42A27DB-BD31-4B8C-83A1-F6EECF244321}">
                <p14:modId xmlns:p14="http://schemas.microsoft.com/office/powerpoint/2010/main" val="223913659"/>
              </p:ext>
            </p:extLst>
          </p:nvPr>
        </p:nvGraphicFramePr>
        <p:xfrm>
          <a:off x="900503" y="4082794"/>
          <a:ext cx="4787900" cy="1752600"/>
        </p:xfrm>
        <a:graphic>
          <a:graphicData uri="http://schemas.openxmlformats.org/presentationml/2006/ole">
            <mc:AlternateContent xmlns:mc="http://schemas.openxmlformats.org/markup-compatibility/2006">
              <mc:Choice xmlns:v="urn:schemas-microsoft-com:vml" Requires="v">
                <p:oleObj spid="_x0000_s1288" name="Equation" r:id="rId7" imgW="1942920" imgH="711000" progId="Equation.3">
                  <p:embed/>
                </p:oleObj>
              </mc:Choice>
              <mc:Fallback>
                <p:oleObj name="Equation" r:id="rId7" imgW="1942920" imgH="711000" progId="Equation.3">
                  <p:embed/>
                  <p:pic>
                    <p:nvPicPr>
                      <p:cNvPr id="0" name=""/>
                      <p:cNvPicPr>
                        <a:picLocks noChangeAspect="1" noChangeArrowheads="1"/>
                      </p:cNvPicPr>
                      <p:nvPr/>
                    </p:nvPicPr>
                    <p:blipFill>
                      <a:blip r:embed="rId8"/>
                      <a:srcRect/>
                      <a:stretch>
                        <a:fillRect/>
                      </a:stretch>
                    </p:blipFill>
                    <p:spPr bwMode="auto">
                      <a:xfrm>
                        <a:off x="900503" y="4082794"/>
                        <a:ext cx="4787900" cy="1752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714981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Drifting of Clock</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pPr>
              <a:lnSpc>
                <a:spcPct val="100000"/>
              </a:lnSpc>
            </a:pPr>
            <a:r>
              <a:rPr lang="en-US" dirty="0"/>
              <a:t>Synchronization techniques</a:t>
            </a:r>
          </a:p>
          <a:p>
            <a:pPr marL="814387" lvl="2" indent="-457200">
              <a:buFont typeface="+mj-lt"/>
              <a:buAutoNum type="arabicPeriod"/>
            </a:pPr>
            <a:r>
              <a:rPr lang="en-US" sz="2400" dirty="0">
                <a:solidFill>
                  <a:schemeClr val="accent6"/>
                </a:solidFill>
              </a:rPr>
              <a:t>External Synchronization </a:t>
            </a:r>
            <a:r>
              <a:rPr lang="en-US" sz="2400" dirty="0"/>
              <a:t>: Synchronization with real time (external) clocks.</a:t>
            </a:r>
          </a:p>
          <a:p>
            <a:pPr marL="814387" lvl="2" indent="-457200">
              <a:buFont typeface="+mj-lt"/>
              <a:buAutoNum type="arabicPeriod"/>
            </a:pPr>
            <a:r>
              <a:rPr lang="en-US" sz="2400" dirty="0">
                <a:solidFill>
                  <a:schemeClr val="accent6"/>
                </a:solidFill>
              </a:rPr>
              <a:t>Mutual (Internal) Synchronization </a:t>
            </a:r>
            <a:r>
              <a:rPr lang="en-US" sz="2400" dirty="0"/>
              <a:t>: For consistent view of time across all nodes of the system</a:t>
            </a:r>
          </a:p>
        </p:txBody>
      </p:sp>
      <p:pic>
        <p:nvPicPr>
          <p:cNvPr id="5" name="Picture 3" descr="br1023-080124-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0305" y="2328450"/>
            <a:ext cx="2890405" cy="28904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6"/>
          <p:cNvSpPr txBox="1">
            <a:spLocks noChangeArrowheads="1"/>
          </p:cNvSpPr>
          <p:nvPr/>
        </p:nvSpPr>
        <p:spPr bwMode="auto">
          <a:xfrm>
            <a:off x="4625202" y="5523577"/>
            <a:ext cx="1768433"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omic Sans MS" panose="030F0702030302020204" pitchFamily="66" charset="0"/>
                <a:ea typeface="ＭＳ Ｐゴシック" pitchFamily="-107" charset="-128"/>
              </a:defRPr>
            </a:lvl1pPr>
            <a:lvl2pPr marL="37931725" indent="-37474525" eaLnBrk="0" hangingPunct="0">
              <a:defRPr sz="2400">
                <a:solidFill>
                  <a:schemeClr val="tx1"/>
                </a:solidFill>
                <a:latin typeface="Comic Sans MS" panose="030F0702030302020204" pitchFamily="66" charset="0"/>
                <a:ea typeface="ＭＳ Ｐゴシック" pitchFamily="-107" charset="-128"/>
              </a:defRPr>
            </a:lvl2pPr>
            <a:lvl3pPr eaLnBrk="0" hangingPunct="0">
              <a:defRPr sz="2400">
                <a:solidFill>
                  <a:schemeClr val="tx1"/>
                </a:solidFill>
                <a:latin typeface="Comic Sans MS" panose="030F0702030302020204" pitchFamily="66" charset="0"/>
                <a:ea typeface="ＭＳ Ｐゴシック" pitchFamily="-107" charset="-128"/>
              </a:defRPr>
            </a:lvl3pPr>
            <a:lvl4pPr eaLnBrk="0" hangingPunct="0">
              <a:defRPr sz="2400">
                <a:solidFill>
                  <a:schemeClr val="tx1"/>
                </a:solidFill>
                <a:latin typeface="Comic Sans MS" panose="030F0702030302020204" pitchFamily="66" charset="0"/>
                <a:ea typeface="ＭＳ Ｐゴシック" pitchFamily="-107" charset="-128"/>
              </a:defRPr>
            </a:lvl4pPr>
            <a:lvl5pPr eaLnBrk="0" hangingPunct="0">
              <a:defRPr sz="2400">
                <a:solidFill>
                  <a:schemeClr val="tx1"/>
                </a:solidFill>
                <a:latin typeface="Comic Sans MS" panose="030F0702030302020204" pitchFamily="66" charset="0"/>
                <a:ea typeface="ＭＳ Ｐゴシック" pitchFamily="-107"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pitchFamily="-107"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pitchFamily="-107"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pitchFamily="-107"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pitchFamily="-107" charset="-128"/>
              </a:defRPr>
            </a:lvl9pPr>
          </a:lstStyle>
          <a:p>
            <a:pPr algn="ctr" eaLnBrk="1" hangingPunct="1"/>
            <a:r>
              <a:rPr lang="en-US" altLang="en-US" dirty="0">
                <a:latin typeface="+mj-lt"/>
              </a:rPr>
              <a:t>Oct 23, 2016</a:t>
            </a:r>
          </a:p>
          <a:p>
            <a:pPr algn="ctr" eaLnBrk="1" hangingPunct="1"/>
            <a:r>
              <a:rPr lang="en-US" altLang="en-US" dirty="0">
                <a:latin typeface="+mj-lt"/>
              </a:rPr>
              <a:t>8:00:00</a:t>
            </a:r>
          </a:p>
        </p:txBody>
      </p:sp>
      <p:pic>
        <p:nvPicPr>
          <p:cNvPr id="7" name="Picture 7" descr="bm1023-080149-s"/>
          <p:cNvPicPr>
            <a:picLocks noChangeAspect="1" noChangeArrowheads="1"/>
          </p:cNvPicPr>
          <p:nvPr/>
        </p:nvPicPr>
        <p:blipFill rotWithShape="1">
          <a:blip r:embed="rId4">
            <a:extLst>
              <a:ext uri="{28A0092B-C50C-407E-A947-70E740481C1C}">
                <a14:useLocalDpi xmlns:a14="http://schemas.microsoft.com/office/drawing/2010/main" val="0"/>
              </a:ext>
            </a:extLst>
          </a:blip>
          <a:srcRect t="3776"/>
          <a:stretch/>
        </p:blipFill>
        <p:spPr bwMode="auto">
          <a:xfrm>
            <a:off x="6393635" y="2314575"/>
            <a:ext cx="3161291" cy="2980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 Box 8"/>
          <p:cNvSpPr txBox="1">
            <a:spLocks noChangeArrowheads="1"/>
          </p:cNvSpPr>
          <p:nvPr/>
        </p:nvSpPr>
        <p:spPr bwMode="auto">
          <a:xfrm>
            <a:off x="2457613" y="5294977"/>
            <a:ext cx="108234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omic Sans MS" panose="030F0702030302020204" pitchFamily="66" charset="0"/>
                <a:ea typeface="ＭＳ Ｐゴシック" pitchFamily="-107" charset="-128"/>
              </a:defRPr>
            </a:lvl1pPr>
            <a:lvl2pPr marL="37931725" indent="-37474525" eaLnBrk="0" hangingPunct="0">
              <a:defRPr sz="2400">
                <a:solidFill>
                  <a:schemeClr val="tx1"/>
                </a:solidFill>
                <a:latin typeface="Comic Sans MS" panose="030F0702030302020204" pitchFamily="66" charset="0"/>
                <a:ea typeface="ＭＳ Ｐゴシック" pitchFamily="-107" charset="-128"/>
              </a:defRPr>
            </a:lvl2pPr>
            <a:lvl3pPr eaLnBrk="0" hangingPunct="0">
              <a:defRPr sz="2400">
                <a:solidFill>
                  <a:schemeClr val="tx1"/>
                </a:solidFill>
                <a:latin typeface="Comic Sans MS" panose="030F0702030302020204" pitchFamily="66" charset="0"/>
                <a:ea typeface="ＭＳ Ｐゴシック" pitchFamily="-107" charset="-128"/>
              </a:defRPr>
            </a:lvl3pPr>
            <a:lvl4pPr eaLnBrk="0" hangingPunct="0">
              <a:defRPr sz="2400">
                <a:solidFill>
                  <a:schemeClr val="tx1"/>
                </a:solidFill>
                <a:latin typeface="Comic Sans MS" panose="030F0702030302020204" pitchFamily="66" charset="0"/>
                <a:ea typeface="ＭＳ Ｐゴシック" pitchFamily="-107" charset="-128"/>
              </a:defRPr>
            </a:lvl4pPr>
            <a:lvl5pPr eaLnBrk="0" hangingPunct="0">
              <a:defRPr sz="2400">
                <a:solidFill>
                  <a:schemeClr val="tx1"/>
                </a:solidFill>
                <a:latin typeface="Comic Sans MS" panose="030F0702030302020204" pitchFamily="66" charset="0"/>
                <a:ea typeface="ＭＳ Ｐゴシック" pitchFamily="-107"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pitchFamily="-107"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pitchFamily="-107"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pitchFamily="-107"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pitchFamily="-107" charset="-128"/>
              </a:defRPr>
            </a:lvl9pPr>
          </a:lstStyle>
          <a:p>
            <a:pPr algn="ctr" eaLnBrk="1" hangingPunct="1"/>
            <a:r>
              <a:rPr lang="en-US" altLang="en-US" sz="2000" dirty="0"/>
              <a:t>8:01:24</a:t>
            </a:r>
            <a:endParaRPr lang="en-US" altLang="en-US" dirty="0"/>
          </a:p>
        </p:txBody>
      </p:sp>
      <p:sp>
        <p:nvSpPr>
          <p:cNvPr id="9" name="Text Box 9"/>
          <p:cNvSpPr txBox="1">
            <a:spLocks noChangeArrowheads="1"/>
          </p:cNvSpPr>
          <p:nvPr/>
        </p:nvSpPr>
        <p:spPr bwMode="auto">
          <a:xfrm>
            <a:off x="7539831" y="5294977"/>
            <a:ext cx="108234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omic Sans MS" panose="030F0702030302020204" pitchFamily="66" charset="0"/>
                <a:ea typeface="ＭＳ Ｐゴシック" pitchFamily="-107" charset="-128"/>
              </a:defRPr>
            </a:lvl1pPr>
            <a:lvl2pPr marL="37931725" indent="-37474525" eaLnBrk="0" hangingPunct="0">
              <a:defRPr sz="2400">
                <a:solidFill>
                  <a:schemeClr val="tx1"/>
                </a:solidFill>
                <a:latin typeface="Comic Sans MS" panose="030F0702030302020204" pitchFamily="66" charset="0"/>
                <a:ea typeface="ＭＳ Ｐゴシック" pitchFamily="-107" charset="-128"/>
              </a:defRPr>
            </a:lvl2pPr>
            <a:lvl3pPr eaLnBrk="0" hangingPunct="0">
              <a:defRPr sz="2400">
                <a:solidFill>
                  <a:schemeClr val="tx1"/>
                </a:solidFill>
                <a:latin typeface="Comic Sans MS" panose="030F0702030302020204" pitchFamily="66" charset="0"/>
                <a:ea typeface="ＭＳ Ｐゴシック" pitchFamily="-107" charset="-128"/>
              </a:defRPr>
            </a:lvl3pPr>
            <a:lvl4pPr eaLnBrk="0" hangingPunct="0">
              <a:defRPr sz="2400">
                <a:solidFill>
                  <a:schemeClr val="tx1"/>
                </a:solidFill>
                <a:latin typeface="Comic Sans MS" panose="030F0702030302020204" pitchFamily="66" charset="0"/>
                <a:ea typeface="ＭＳ Ｐゴシック" pitchFamily="-107" charset="-128"/>
              </a:defRPr>
            </a:lvl4pPr>
            <a:lvl5pPr eaLnBrk="0" hangingPunct="0">
              <a:defRPr sz="2400">
                <a:solidFill>
                  <a:schemeClr val="tx1"/>
                </a:solidFill>
                <a:latin typeface="Comic Sans MS" panose="030F0702030302020204" pitchFamily="66" charset="0"/>
                <a:ea typeface="ＭＳ Ｐゴシック" pitchFamily="-107"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pitchFamily="-107"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pitchFamily="-107"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pitchFamily="-107"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pitchFamily="-107" charset="-128"/>
              </a:defRPr>
            </a:lvl9pPr>
          </a:lstStyle>
          <a:p>
            <a:pPr algn="ctr" eaLnBrk="1" hangingPunct="1"/>
            <a:r>
              <a:rPr lang="en-US" altLang="en-US" sz="2000" dirty="0"/>
              <a:t>8:01:48</a:t>
            </a:r>
          </a:p>
        </p:txBody>
      </p:sp>
      <p:sp>
        <p:nvSpPr>
          <p:cNvPr id="10" name="Text Box 10"/>
          <p:cNvSpPr txBox="1">
            <a:spLocks noChangeArrowheads="1"/>
          </p:cNvSpPr>
          <p:nvPr/>
        </p:nvSpPr>
        <p:spPr bwMode="auto">
          <a:xfrm>
            <a:off x="1301749" y="5599777"/>
            <a:ext cx="3169565"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Comic Sans MS" panose="030F0702030302020204" pitchFamily="66" charset="0"/>
                <a:ea typeface="ＭＳ Ｐゴシック" pitchFamily="-107" charset="-128"/>
              </a:defRPr>
            </a:lvl1pPr>
            <a:lvl2pPr marL="37931725" indent="-37474525" eaLnBrk="0" hangingPunct="0">
              <a:defRPr sz="2400">
                <a:solidFill>
                  <a:schemeClr val="tx1"/>
                </a:solidFill>
                <a:latin typeface="Comic Sans MS" panose="030F0702030302020204" pitchFamily="66" charset="0"/>
                <a:ea typeface="ＭＳ Ｐゴシック" pitchFamily="-107" charset="-128"/>
              </a:defRPr>
            </a:lvl2pPr>
            <a:lvl3pPr eaLnBrk="0" hangingPunct="0">
              <a:defRPr sz="2400">
                <a:solidFill>
                  <a:schemeClr val="tx1"/>
                </a:solidFill>
                <a:latin typeface="Comic Sans MS" panose="030F0702030302020204" pitchFamily="66" charset="0"/>
                <a:ea typeface="ＭＳ Ｐゴシック" pitchFamily="-107" charset="-128"/>
              </a:defRPr>
            </a:lvl3pPr>
            <a:lvl4pPr eaLnBrk="0" hangingPunct="0">
              <a:defRPr sz="2400">
                <a:solidFill>
                  <a:schemeClr val="tx1"/>
                </a:solidFill>
                <a:latin typeface="Comic Sans MS" panose="030F0702030302020204" pitchFamily="66" charset="0"/>
                <a:ea typeface="ＭＳ Ｐゴシック" pitchFamily="-107" charset="-128"/>
              </a:defRPr>
            </a:lvl4pPr>
            <a:lvl5pPr eaLnBrk="0" hangingPunct="0">
              <a:defRPr sz="2400">
                <a:solidFill>
                  <a:schemeClr val="tx1"/>
                </a:solidFill>
                <a:latin typeface="Comic Sans MS" panose="030F0702030302020204" pitchFamily="66" charset="0"/>
                <a:ea typeface="ＭＳ Ｐゴシック" pitchFamily="-107"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pitchFamily="-107"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pitchFamily="-107"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pitchFamily="-107"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pitchFamily="-107" charset="-128"/>
              </a:defRPr>
            </a:lvl9pPr>
          </a:lstStyle>
          <a:p>
            <a:pPr algn="ctr" eaLnBrk="1" hangingPunct="1"/>
            <a:r>
              <a:rPr lang="en-US" altLang="en-US" sz="2000" dirty="0">
                <a:latin typeface="+mj-lt"/>
              </a:rPr>
              <a:t>Skew = +84 seconds</a:t>
            </a:r>
          </a:p>
          <a:p>
            <a:pPr algn="ctr" eaLnBrk="1" hangingPunct="1"/>
            <a:r>
              <a:rPr lang="en-US" altLang="en-US" sz="2000" dirty="0">
                <a:latin typeface="+mj-lt"/>
              </a:rPr>
              <a:t>+84 seconds/35 days</a:t>
            </a:r>
          </a:p>
          <a:p>
            <a:pPr algn="ctr" eaLnBrk="1" hangingPunct="1"/>
            <a:r>
              <a:rPr lang="en-US" altLang="en-US" sz="2000" dirty="0">
                <a:latin typeface="+mj-lt"/>
              </a:rPr>
              <a:t>Drift = +2.4 sec/day</a:t>
            </a:r>
          </a:p>
        </p:txBody>
      </p:sp>
      <p:sp>
        <p:nvSpPr>
          <p:cNvPr id="11" name="Text Box 11"/>
          <p:cNvSpPr txBox="1">
            <a:spLocks noChangeArrowheads="1"/>
          </p:cNvSpPr>
          <p:nvPr/>
        </p:nvSpPr>
        <p:spPr bwMode="auto">
          <a:xfrm>
            <a:off x="6547524" y="5599777"/>
            <a:ext cx="3147338"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Comic Sans MS" panose="030F0702030302020204" pitchFamily="66" charset="0"/>
                <a:ea typeface="ＭＳ Ｐゴシック" pitchFamily="-107" charset="-128"/>
              </a:defRPr>
            </a:lvl1pPr>
            <a:lvl2pPr marL="37931725" indent="-37474525" eaLnBrk="0" hangingPunct="0">
              <a:defRPr sz="2400">
                <a:solidFill>
                  <a:schemeClr val="tx1"/>
                </a:solidFill>
                <a:latin typeface="Comic Sans MS" panose="030F0702030302020204" pitchFamily="66" charset="0"/>
                <a:ea typeface="ＭＳ Ｐゴシック" pitchFamily="-107" charset="-128"/>
              </a:defRPr>
            </a:lvl2pPr>
            <a:lvl3pPr eaLnBrk="0" hangingPunct="0">
              <a:defRPr sz="2400">
                <a:solidFill>
                  <a:schemeClr val="tx1"/>
                </a:solidFill>
                <a:latin typeface="Comic Sans MS" panose="030F0702030302020204" pitchFamily="66" charset="0"/>
                <a:ea typeface="ＭＳ Ｐゴシック" pitchFamily="-107" charset="-128"/>
              </a:defRPr>
            </a:lvl3pPr>
            <a:lvl4pPr eaLnBrk="0" hangingPunct="0">
              <a:defRPr sz="2400">
                <a:solidFill>
                  <a:schemeClr val="tx1"/>
                </a:solidFill>
                <a:latin typeface="Comic Sans MS" panose="030F0702030302020204" pitchFamily="66" charset="0"/>
                <a:ea typeface="ＭＳ Ｐゴシック" pitchFamily="-107" charset="-128"/>
              </a:defRPr>
            </a:lvl4pPr>
            <a:lvl5pPr eaLnBrk="0" hangingPunct="0">
              <a:defRPr sz="2400">
                <a:solidFill>
                  <a:schemeClr val="tx1"/>
                </a:solidFill>
                <a:latin typeface="Comic Sans MS" panose="030F0702030302020204" pitchFamily="66" charset="0"/>
                <a:ea typeface="ＭＳ Ｐゴシック" pitchFamily="-107"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pitchFamily="-107"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pitchFamily="-107"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pitchFamily="-107"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pitchFamily="-107" charset="-128"/>
              </a:defRPr>
            </a:lvl9pPr>
          </a:lstStyle>
          <a:p>
            <a:pPr algn="ctr" eaLnBrk="1" hangingPunct="1"/>
            <a:r>
              <a:rPr lang="en-US" altLang="en-US" sz="2000" dirty="0">
                <a:latin typeface="+mj-lt"/>
              </a:rPr>
              <a:t>Skew = +108 seconds</a:t>
            </a:r>
          </a:p>
          <a:p>
            <a:pPr algn="ctr" eaLnBrk="1" hangingPunct="1"/>
            <a:r>
              <a:rPr lang="en-US" altLang="en-US" sz="2000" dirty="0">
                <a:latin typeface="+mj-lt"/>
              </a:rPr>
              <a:t>+108 seconds/35 days</a:t>
            </a:r>
          </a:p>
          <a:p>
            <a:pPr algn="ctr" eaLnBrk="1" hangingPunct="1"/>
            <a:r>
              <a:rPr lang="en-US" altLang="en-US" sz="2000" dirty="0">
                <a:latin typeface="+mj-lt"/>
              </a:rPr>
              <a:t>Drift = +3.1 sec/day</a:t>
            </a:r>
          </a:p>
        </p:txBody>
      </p:sp>
    </p:spTree>
    <p:extLst>
      <p:ext uri="{BB962C8B-B14F-4D97-AF65-F5344CB8AC3E}">
        <p14:creationId xmlns:p14="http://schemas.microsoft.com/office/powerpoint/2010/main" val="23941159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9" grpId="0"/>
      <p:bldP spid="10" grpId="0"/>
      <p:bldP spid="1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Dealing with Drift</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r>
              <a:rPr lang="en-US" dirty="0"/>
              <a:t>Assume we set computer to true time. (It is not good idea to set clock back.)</a:t>
            </a:r>
          </a:p>
          <a:p>
            <a:pPr marL="714375" lvl="2" indent="-357188"/>
            <a:r>
              <a:rPr lang="en-US" sz="2400" dirty="0"/>
              <a:t>Illusion of time moving backwards can confuse message ordering and software development environments.</a:t>
            </a:r>
          </a:p>
          <a:p>
            <a:pPr marL="400050"/>
            <a:r>
              <a:rPr lang="en-US" dirty="0"/>
              <a:t>There should be go for gradual clock correction.</a:t>
            </a:r>
          </a:p>
          <a:p>
            <a:pPr marL="714375" lvl="2" indent="-357188"/>
            <a:r>
              <a:rPr lang="en-US" sz="2400" b="1" dirty="0"/>
              <a:t>If fast</a:t>
            </a:r>
            <a:r>
              <a:rPr lang="en-US" sz="2400" dirty="0"/>
              <a:t>: Make clock run slower until it synchronizes.</a:t>
            </a:r>
          </a:p>
          <a:p>
            <a:pPr marL="714375" lvl="2" indent="-357188"/>
            <a:r>
              <a:rPr lang="en-US" sz="2400" b="1" dirty="0"/>
              <a:t>If slow</a:t>
            </a:r>
            <a:r>
              <a:rPr lang="en-US" sz="2400" dirty="0"/>
              <a:t>: Make clock run faster until it synchronizes.</a:t>
            </a:r>
          </a:p>
          <a:p>
            <a:r>
              <a:rPr lang="en-US" altLang="en-US" dirty="0"/>
              <a:t>Operating System can change rate at which it requests interrupts.</a:t>
            </a:r>
          </a:p>
          <a:p>
            <a:pPr marL="714375" lvl="2" indent="-357188"/>
            <a:r>
              <a:rPr lang="en-US" altLang="en-US" sz="2400" dirty="0"/>
              <a:t>if system requests interrupts every 14 </a:t>
            </a:r>
            <a:r>
              <a:rPr lang="en-US" altLang="en-US" sz="2400" dirty="0" err="1"/>
              <a:t>msec</a:t>
            </a:r>
            <a:r>
              <a:rPr lang="en-US" altLang="en-US" sz="2400" dirty="0"/>
              <a:t> but clock is too slow: request interrupts at 12 msec.</a:t>
            </a:r>
          </a:p>
          <a:p>
            <a:r>
              <a:rPr lang="en-US" altLang="en-US" dirty="0">
                <a:solidFill>
                  <a:schemeClr val="accent6"/>
                </a:solidFill>
              </a:rPr>
              <a:t>Software correction</a:t>
            </a:r>
            <a:r>
              <a:rPr lang="en-US" altLang="en-US" dirty="0"/>
              <a:t>: Redefine the interval.</a:t>
            </a:r>
          </a:p>
        </p:txBody>
      </p:sp>
    </p:spTree>
    <p:extLst>
      <p:ext uri="{BB962C8B-B14F-4D97-AF65-F5344CB8AC3E}">
        <p14:creationId xmlns:p14="http://schemas.microsoft.com/office/powerpoint/2010/main" val="3167989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Dealing with Drift</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r>
              <a:rPr lang="en-US" altLang="en-US" dirty="0"/>
              <a:t>In a distributed system, achieving agreement on time is not easy.</a:t>
            </a:r>
          </a:p>
          <a:p>
            <a:r>
              <a:rPr lang="en-US" altLang="en-US" dirty="0"/>
              <a:t>Assume no global agreement on time.  Let’s see what happens</a:t>
            </a:r>
            <a:r>
              <a:rPr lang="en-US" altLang="en-US" dirty="0" smtClean="0"/>
              <a:t>:</a:t>
            </a:r>
          </a:p>
          <a:p>
            <a:endParaRPr lang="en-US" altLang="en-US" dirty="0"/>
          </a:p>
          <a:p>
            <a:endParaRPr lang="en-US" altLang="en-US" dirty="0" smtClean="0"/>
          </a:p>
          <a:p>
            <a:endParaRPr lang="en-US" altLang="en-US" dirty="0"/>
          </a:p>
          <a:p>
            <a:endParaRPr lang="en-US" altLang="en-US" dirty="0" smtClean="0"/>
          </a:p>
          <a:p>
            <a:endParaRPr lang="en-US" altLang="en-US" dirty="0"/>
          </a:p>
          <a:p>
            <a:r>
              <a:rPr lang="en-US" altLang="en-US" dirty="0"/>
              <a:t>Assume that the compiler and editor are on different machines</a:t>
            </a:r>
          </a:p>
          <a:p>
            <a:r>
              <a:rPr lang="en-US" altLang="en-US" dirty="0" err="1">
                <a:solidFill>
                  <a:schemeClr val="accent6"/>
                </a:solidFill>
              </a:rPr>
              <a:t>output.o</a:t>
            </a:r>
            <a:r>
              <a:rPr lang="en-US" altLang="en-US" dirty="0">
                <a:solidFill>
                  <a:schemeClr val="accent6"/>
                </a:solidFill>
              </a:rPr>
              <a:t> </a:t>
            </a:r>
            <a:r>
              <a:rPr lang="en-US" altLang="en-US" dirty="0"/>
              <a:t>has time 2144 </a:t>
            </a:r>
            <a:r>
              <a:rPr lang="en-US" altLang="en-US" dirty="0" err="1"/>
              <a:t>msec</a:t>
            </a:r>
            <a:endParaRPr lang="en-US" altLang="en-US" dirty="0"/>
          </a:p>
          <a:p>
            <a:r>
              <a:rPr lang="en-US" altLang="en-US" dirty="0" err="1">
                <a:solidFill>
                  <a:schemeClr val="accent6"/>
                </a:solidFill>
              </a:rPr>
              <a:t>output.c</a:t>
            </a:r>
            <a:r>
              <a:rPr lang="en-US" altLang="en-US" dirty="0"/>
              <a:t> is modified but is assigned time 2143 </a:t>
            </a:r>
            <a:r>
              <a:rPr lang="en-US" altLang="en-US" dirty="0" err="1"/>
              <a:t>msec</a:t>
            </a:r>
            <a:r>
              <a:rPr lang="en-US" altLang="en-US" dirty="0"/>
              <a:t> because the clock on its machine is slightly behind.</a:t>
            </a:r>
          </a:p>
          <a:p>
            <a:r>
              <a:rPr lang="en-US" altLang="en-US" dirty="0">
                <a:solidFill>
                  <a:schemeClr val="accent6"/>
                </a:solidFill>
              </a:rPr>
              <a:t>Make</a:t>
            </a:r>
            <a:r>
              <a:rPr lang="en-US" altLang="en-US" dirty="0"/>
              <a:t> will not call the compiler.</a:t>
            </a:r>
          </a:p>
          <a:p>
            <a:r>
              <a:rPr lang="en-US" altLang="en-US" dirty="0"/>
              <a:t>The resulting executable will have a mixture of object files from old and new sources</a:t>
            </a:r>
            <a:r>
              <a:rPr lang="en-US" altLang="en-US" dirty="0" smtClean="0"/>
              <a:t>.</a:t>
            </a:r>
            <a:endParaRPr lang="en-US" altLang="en-US" dirty="0"/>
          </a:p>
          <a:p>
            <a:endParaRPr lang="en-US" altLang="en-US" dirty="0"/>
          </a:p>
        </p:txBody>
      </p:sp>
      <p:pic>
        <p:nvPicPr>
          <p:cNvPr id="5" name="Picture 4"/>
          <p:cNvPicPr>
            <a:picLocks noChangeAspect="1"/>
          </p:cNvPicPr>
          <p:nvPr/>
        </p:nvPicPr>
        <p:blipFill>
          <a:blip r:embed="rId2"/>
          <a:stretch>
            <a:fillRect/>
          </a:stretch>
        </p:blipFill>
        <p:spPr>
          <a:xfrm>
            <a:off x="495300" y="1746121"/>
            <a:ext cx="9332885" cy="2148045"/>
          </a:xfrm>
          <a:prstGeom prst="rect">
            <a:avLst/>
          </a:prstGeom>
        </p:spPr>
      </p:pic>
    </p:spTree>
    <p:extLst>
      <p:ext uri="{BB962C8B-B14F-4D97-AF65-F5344CB8AC3E}">
        <p14:creationId xmlns:p14="http://schemas.microsoft.com/office/powerpoint/2010/main" val="9110844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Physical Clocks</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r>
              <a:rPr lang="en-US" altLang="en-US" dirty="0"/>
              <a:t>It is impossible to guarantee that crystals in different computers all run at exactly the same frequency. This difference in time values is </a:t>
            </a:r>
            <a:r>
              <a:rPr lang="en-US" altLang="en-US" b="1" dirty="0">
                <a:solidFill>
                  <a:schemeClr val="accent6"/>
                </a:solidFill>
              </a:rPr>
              <a:t>clock skew</a:t>
            </a:r>
            <a:r>
              <a:rPr lang="en-US" altLang="en-US" dirty="0"/>
              <a:t>.</a:t>
            </a:r>
            <a:endParaRPr lang="en-US" altLang="en-US" b="1" dirty="0"/>
          </a:p>
          <a:p>
            <a:r>
              <a:rPr lang="en-US" altLang="en-US" dirty="0"/>
              <a:t>“Exact” time was computed by astronomers</a:t>
            </a:r>
          </a:p>
          <a:p>
            <a:pPr marL="714375" lvl="2" indent="-357188"/>
            <a:r>
              <a:rPr lang="en-US" altLang="en-US" sz="2400" dirty="0"/>
              <a:t>The difference between two transits of the sun is termed a solar </a:t>
            </a:r>
            <a:r>
              <a:rPr lang="en-US" altLang="en-US" sz="2400" dirty="0" smtClean="0"/>
              <a:t>day.</a:t>
            </a:r>
          </a:p>
          <a:p>
            <a:pPr marL="714375" lvl="2" indent="-357188"/>
            <a:r>
              <a:rPr lang="en-US" altLang="en-US" sz="2400" dirty="0" smtClean="0"/>
              <a:t>Divide </a:t>
            </a:r>
            <a:r>
              <a:rPr lang="en-US" altLang="en-US" sz="2400" dirty="0"/>
              <a:t>a solar day by </a:t>
            </a:r>
            <a:r>
              <a:rPr lang="en-US" altLang="en-US" sz="2400" dirty="0">
                <a:solidFill>
                  <a:srgbClr val="1D3064"/>
                </a:solidFill>
              </a:rPr>
              <a:t>24*60*60</a:t>
            </a:r>
            <a:r>
              <a:rPr lang="en-US" altLang="en-US" sz="2400" dirty="0"/>
              <a:t> yields a solar second.</a:t>
            </a:r>
          </a:p>
          <a:p>
            <a:r>
              <a:rPr lang="en-US" altLang="en-US" dirty="0"/>
              <a:t>However, the earth is slowing! (35 days less in a year over 300 million years)</a:t>
            </a:r>
          </a:p>
          <a:p>
            <a:r>
              <a:rPr lang="en-US" altLang="en-US" dirty="0"/>
              <a:t>There are also short-term variations caused by turbulence deep in the earth’s core.</a:t>
            </a:r>
          </a:p>
          <a:p>
            <a:pPr marL="714375" lvl="2" indent="-357188"/>
            <a:r>
              <a:rPr lang="en-US" altLang="en-US" sz="2400" dirty="0"/>
              <a:t>A large number of days (n) were used </a:t>
            </a:r>
            <a:r>
              <a:rPr lang="en-US" altLang="en-US" sz="2400" dirty="0" smtClean="0"/>
              <a:t>to </a:t>
            </a:r>
            <a:r>
              <a:rPr lang="en-US" altLang="en-US" sz="2400" dirty="0"/>
              <a:t>the average day length, then dividing by 86,400 to determine the mean solar second.</a:t>
            </a:r>
          </a:p>
        </p:txBody>
      </p:sp>
    </p:spTree>
    <p:extLst>
      <p:ext uri="{BB962C8B-B14F-4D97-AF65-F5344CB8AC3E}">
        <p14:creationId xmlns:p14="http://schemas.microsoft.com/office/powerpoint/2010/main" val="15511831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Physical Clocks</a:t>
            </a:r>
          </a:p>
        </p:txBody>
      </p:sp>
      <p:pic>
        <p:nvPicPr>
          <p:cNvPr id="4" name="Picture 3"/>
          <p:cNvPicPr>
            <a:picLocks noChangeAspect="1" noChangeArrowheads="1"/>
          </p:cNvPicPr>
          <p:nvPr/>
        </p:nvPicPr>
        <p:blipFill>
          <a:blip r:embed="rId2">
            <a:extLst>
              <a:ext uri="{28A0092B-C50C-407E-A947-70E740481C1C}">
                <a14:useLocalDpi xmlns:a14="http://schemas.microsoft.com/office/drawing/2010/main" val="0"/>
              </a:ext>
            </a:extLst>
          </a:blip>
          <a:srcRect l="24345" t="41087" r="20523" b="35347"/>
          <a:stretch>
            <a:fillRect/>
          </a:stretch>
        </p:blipFill>
        <p:spPr bwMode="auto">
          <a:xfrm>
            <a:off x="1321594" y="963456"/>
            <a:ext cx="7691437" cy="4652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3060566" y="5868674"/>
            <a:ext cx="4523995" cy="461665"/>
          </a:xfrm>
          <a:prstGeom prst="rect">
            <a:avLst/>
          </a:prstGeom>
          <a:solidFill>
            <a:srgbClr val="1D3064"/>
          </a:solidFill>
        </p:spPr>
        <p:txBody>
          <a:bodyPr wrap="none">
            <a:spAutoFit/>
          </a:bodyPr>
          <a:lstStyle/>
          <a:p>
            <a:pPr>
              <a:buFont typeface="Wingdings" panose="05000000000000000000" pitchFamily="2" charset="2"/>
              <a:buNone/>
            </a:pPr>
            <a:r>
              <a:rPr lang="en-US" altLang="en-US" sz="2400" dirty="0">
                <a:solidFill>
                  <a:schemeClr val="bg1"/>
                </a:solidFill>
              </a:rPr>
              <a:t>Computation of the mean solar day.</a:t>
            </a:r>
          </a:p>
        </p:txBody>
      </p:sp>
    </p:spTree>
    <p:extLst>
      <p:ext uri="{BB962C8B-B14F-4D97-AF65-F5344CB8AC3E}">
        <p14:creationId xmlns:p14="http://schemas.microsoft.com/office/powerpoint/2010/main" val="218339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Physical Clocks</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r>
              <a:rPr lang="en-US" altLang="en-US" dirty="0"/>
              <a:t>How Computer Clocks Are </a:t>
            </a:r>
            <a:r>
              <a:rPr lang="en-US" altLang="en-US" dirty="0" smtClean="0"/>
              <a:t>Implemented ?</a:t>
            </a:r>
          </a:p>
          <a:p>
            <a:r>
              <a:rPr lang="en-US" altLang="en-US" dirty="0" smtClean="0"/>
              <a:t>A </a:t>
            </a:r>
            <a:r>
              <a:rPr lang="en-US" altLang="en-US" dirty="0"/>
              <a:t>computer clock usually consists </a:t>
            </a:r>
            <a:r>
              <a:rPr lang="en-US" altLang="en-US" dirty="0" smtClean="0"/>
              <a:t>of three components</a:t>
            </a:r>
          </a:p>
          <a:p>
            <a:pPr marL="814387" lvl="2" indent="-457200">
              <a:buFont typeface="+mj-lt"/>
              <a:buAutoNum type="arabicPeriod"/>
            </a:pPr>
            <a:r>
              <a:rPr lang="en-US" altLang="en-US" sz="2400" b="1" dirty="0" smtClean="0">
                <a:solidFill>
                  <a:srgbClr val="1D3064"/>
                </a:solidFill>
              </a:rPr>
              <a:t>A </a:t>
            </a:r>
            <a:r>
              <a:rPr lang="en-US" altLang="en-US" sz="2400" b="1" dirty="0">
                <a:solidFill>
                  <a:srgbClr val="1D3064"/>
                </a:solidFill>
              </a:rPr>
              <a:t>quartz crystal </a:t>
            </a:r>
            <a:r>
              <a:rPr lang="en-US" altLang="en-US" sz="2400" dirty="0"/>
              <a:t>that oscillates at a well-defined frequency,</a:t>
            </a:r>
          </a:p>
          <a:p>
            <a:pPr marL="814387" lvl="2" indent="-457200">
              <a:buFont typeface="+mj-lt"/>
              <a:buAutoNum type="arabicPeriod"/>
            </a:pPr>
            <a:r>
              <a:rPr lang="en-US" altLang="en-US" sz="2400" b="1" dirty="0" smtClean="0">
                <a:solidFill>
                  <a:srgbClr val="1D3064"/>
                </a:solidFill>
              </a:rPr>
              <a:t>A </a:t>
            </a:r>
            <a:r>
              <a:rPr lang="en-US" altLang="en-US" sz="2400" b="1" dirty="0">
                <a:solidFill>
                  <a:srgbClr val="1D3064"/>
                </a:solidFill>
              </a:rPr>
              <a:t>constant register </a:t>
            </a:r>
            <a:r>
              <a:rPr lang="en-US" altLang="en-US" sz="2400" dirty="0"/>
              <a:t>- used to store a constant value that is decided based on the frequency of oscillation of the quartz</a:t>
            </a:r>
          </a:p>
          <a:p>
            <a:pPr marL="814387" lvl="2" indent="-457200">
              <a:buFont typeface="+mj-lt"/>
              <a:buAutoNum type="arabicPeriod"/>
            </a:pPr>
            <a:r>
              <a:rPr lang="en-US" altLang="en-US" sz="2400" b="1" dirty="0" smtClean="0">
                <a:solidFill>
                  <a:srgbClr val="1D3064"/>
                </a:solidFill>
              </a:rPr>
              <a:t>A </a:t>
            </a:r>
            <a:r>
              <a:rPr lang="en-US" altLang="en-US" sz="2400" b="1" dirty="0">
                <a:solidFill>
                  <a:srgbClr val="1D3064"/>
                </a:solidFill>
              </a:rPr>
              <a:t>counter register </a:t>
            </a:r>
            <a:r>
              <a:rPr lang="en-US" altLang="en-US" sz="2400" dirty="0"/>
              <a:t>- is used to keep track of the oscillations of the quartz crystal.</a:t>
            </a:r>
          </a:p>
          <a:p>
            <a:r>
              <a:rPr lang="en-US" altLang="en-US" dirty="0" smtClean="0"/>
              <a:t>The </a:t>
            </a:r>
            <a:r>
              <a:rPr lang="en-US" altLang="en-US" dirty="0"/>
              <a:t>value in the counter register is </a:t>
            </a:r>
            <a:r>
              <a:rPr lang="en-US" altLang="en-US" dirty="0">
                <a:solidFill>
                  <a:schemeClr val="accent6"/>
                </a:solidFill>
              </a:rPr>
              <a:t>decremented </a:t>
            </a:r>
            <a:r>
              <a:rPr lang="en-US" altLang="en-US" dirty="0" smtClean="0">
                <a:solidFill>
                  <a:schemeClr val="accent6"/>
                </a:solidFill>
              </a:rPr>
              <a:t>by 1 </a:t>
            </a:r>
            <a:r>
              <a:rPr lang="en-US" altLang="en-US" dirty="0"/>
              <a:t>for </a:t>
            </a:r>
            <a:r>
              <a:rPr lang="en-US" altLang="en-US" dirty="0">
                <a:solidFill>
                  <a:schemeClr val="accent6"/>
                </a:solidFill>
              </a:rPr>
              <a:t>each Oscillation </a:t>
            </a:r>
            <a:r>
              <a:rPr lang="en-US" altLang="en-US" dirty="0"/>
              <a:t>of the quartz crystal. </a:t>
            </a:r>
            <a:r>
              <a:rPr lang="en-US" altLang="en-US" dirty="0" smtClean="0"/>
              <a:t>When the </a:t>
            </a:r>
            <a:r>
              <a:rPr lang="en-US" altLang="en-US" dirty="0"/>
              <a:t>value of the counter register </a:t>
            </a:r>
            <a:r>
              <a:rPr lang="en-US" altLang="en-US" dirty="0">
                <a:solidFill>
                  <a:schemeClr val="accent6"/>
                </a:solidFill>
              </a:rPr>
              <a:t>becomes zero</a:t>
            </a:r>
            <a:r>
              <a:rPr lang="en-US" altLang="en-US" dirty="0"/>
              <a:t>, </a:t>
            </a:r>
            <a:r>
              <a:rPr lang="en-US" altLang="en-US" dirty="0" smtClean="0"/>
              <a:t>an </a:t>
            </a:r>
            <a:r>
              <a:rPr lang="en-US" altLang="en-US" dirty="0" smtClean="0">
                <a:solidFill>
                  <a:schemeClr val="accent6"/>
                </a:solidFill>
              </a:rPr>
              <a:t>interrupt </a:t>
            </a:r>
            <a:r>
              <a:rPr lang="en-US" altLang="en-US" dirty="0">
                <a:solidFill>
                  <a:schemeClr val="accent6"/>
                </a:solidFill>
              </a:rPr>
              <a:t>is generated </a:t>
            </a:r>
            <a:r>
              <a:rPr lang="en-US" altLang="en-US" dirty="0"/>
              <a:t>and its value is </a:t>
            </a:r>
            <a:r>
              <a:rPr lang="en-US" altLang="en-US" dirty="0" smtClean="0"/>
              <a:t>reinitialized to </a:t>
            </a:r>
            <a:r>
              <a:rPr lang="en-US" altLang="en-US" dirty="0"/>
              <a:t>the value in the constant register.</a:t>
            </a:r>
          </a:p>
          <a:p>
            <a:r>
              <a:rPr lang="en-US" altLang="en-US" dirty="0" smtClean="0"/>
              <a:t>Each </a:t>
            </a:r>
            <a:r>
              <a:rPr lang="en-US" altLang="en-US" dirty="0"/>
              <a:t>interrupt is called a </a:t>
            </a:r>
            <a:r>
              <a:rPr lang="en-US" altLang="en-US" dirty="0">
                <a:solidFill>
                  <a:schemeClr val="accent6"/>
                </a:solidFill>
              </a:rPr>
              <a:t>clock tick</a:t>
            </a:r>
            <a:r>
              <a:rPr lang="en-US" altLang="en-US" dirty="0"/>
              <a:t>.</a:t>
            </a:r>
            <a:endParaRPr lang="en-US" altLang="en-US" sz="2400" dirty="0"/>
          </a:p>
        </p:txBody>
      </p:sp>
    </p:spTree>
    <p:extLst>
      <p:ext uri="{BB962C8B-B14F-4D97-AF65-F5344CB8AC3E}">
        <p14:creationId xmlns:p14="http://schemas.microsoft.com/office/powerpoint/2010/main" val="14157805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Synchronization to a time server</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r>
              <a:rPr lang="en-US" altLang="en-US" dirty="0"/>
              <a:t>Suppose a server with an accurate clock (e.g., GPS-receiver)</a:t>
            </a:r>
          </a:p>
          <a:p>
            <a:pPr marL="714375" lvl="2" indent="-357188"/>
            <a:r>
              <a:rPr lang="en-US" altLang="en-US" sz="2400" dirty="0"/>
              <a:t>Could simply issue an RPC to obtain the time:</a:t>
            </a:r>
          </a:p>
          <a:p>
            <a:endParaRPr lang="en-US" altLang="en-US" dirty="0"/>
          </a:p>
          <a:p>
            <a:endParaRPr lang="en-US" altLang="en-US" dirty="0" smtClean="0"/>
          </a:p>
          <a:p>
            <a:endParaRPr lang="en-US" altLang="en-US" dirty="0"/>
          </a:p>
          <a:p>
            <a:endParaRPr lang="en-US" altLang="en-US" dirty="0" smtClean="0"/>
          </a:p>
          <a:p>
            <a:endParaRPr lang="en-US" altLang="en-US" dirty="0"/>
          </a:p>
          <a:p>
            <a:endParaRPr lang="en-US" altLang="en-US" dirty="0" smtClean="0"/>
          </a:p>
          <a:p>
            <a:endParaRPr lang="en-US" altLang="en-US" dirty="0"/>
          </a:p>
          <a:p>
            <a:endParaRPr lang="en-US" altLang="en-US" dirty="0" smtClean="0"/>
          </a:p>
          <a:p>
            <a:r>
              <a:rPr lang="en-US" altLang="en-US" dirty="0"/>
              <a:t>But this doesn’t account for network latency</a:t>
            </a:r>
          </a:p>
          <a:p>
            <a:pPr marL="714375" lvl="2" indent="-357188"/>
            <a:r>
              <a:rPr lang="en-US" altLang="en-US" sz="2400" dirty="0"/>
              <a:t>Message delays will have outdated server’s answer</a:t>
            </a:r>
          </a:p>
          <a:p>
            <a:endParaRPr lang="en-US" altLang="en-US" dirty="0" smtClean="0"/>
          </a:p>
          <a:p>
            <a:endParaRPr lang="en-US" altLang="en-US" dirty="0"/>
          </a:p>
          <a:p>
            <a:endParaRPr lang="en-US" altLang="en-US" sz="2400" dirty="0"/>
          </a:p>
        </p:txBody>
      </p:sp>
      <p:grpSp>
        <p:nvGrpSpPr>
          <p:cNvPr id="31" name="Group 30"/>
          <p:cNvGrpSpPr/>
          <p:nvPr/>
        </p:nvGrpSpPr>
        <p:grpSpPr>
          <a:xfrm>
            <a:off x="3147217" y="1925933"/>
            <a:ext cx="5596732" cy="3260430"/>
            <a:chOff x="2076673" y="3334634"/>
            <a:chExt cx="4329999" cy="2120311"/>
          </a:xfrm>
        </p:grpSpPr>
        <p:sp>
          <p:nvSpPr>
            <p:cNvPr id="32" name="Rectangle 31"/>
            <p:cNvSpPr>
              <a:spLocks/>
            </p:cNvSpPr>
            <p:nvPr/>
          </p:nvSpPr>
          <p:spPr bwMode="auto">
            <a:xfrm>
              <a:off x="2076673" y="3516482"/>
              <a:ext cx="541963" cy="240183"/>
            </a:xfrm>
            <a:prstGeom prst="rect">
              <a:avLst/>
            </a:prstGeom>
            <a:noFill/>
            <a:ln w="12700" cap="flat">
              <a:noFill/>
              <a:miter lim="800000"/>
              <a:headEnd type="none" w="med" len="med"/>
              <a:tailEnd type="none" w="med" len="med"/>
            </a:ln>
          </p:spPr>
          <p:txBody>
            <a:bodyPr wrap="none" lIns="0" tIns="0" rIns="0" bIns="0" anchor="ctr">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dirty="0">
                  <a:latin typeface="+mj-lt"/>
                  <a:ea typeface="Gill Sans" pitchFamily="-84" charset="0"/>
                  <a:cs typeface="Arial"/>
                </a:rPr>
                <a:t>Client</a:t>
              </a:r>
            </a:p>
          </p:txBody>
        </p:sp>
        <p:sp>
          <p:nvSpPr>
            <p:cNvPr id="33" name="Rectangle 32"/>
            <p:cNvSpPr>
              <a:spLocks/>
            </p:cNvSpPr>
            <p:nvPr/>
          </p:nvSpPr>
          <p:spPr bwMode="auto">
            <a:xfrm>
              <a:off x="5515315" y="3506662"/>
              <a:ext cx="891357" cy="240183"/>
            </a:xfrm>
            <a:prstGeom prst="rect">
              <a:avLst/>
            </a:prstGeom>
            <a:noFill/>
            <a:ln w="12700" cap="flat">
              <a:noFill/>
              <a:miter lim="800000"/>
              <a:headEnd type="none" w="med" len="med"/>
              <a:tailEnd type="none" w="med" len="med"/>
            </a:ln>
          </p:spPr>
          <p:txBody>
            <a:bodyPr wrap="square" lIns="0" tIns="0" rIns="0" bIns="0" anchor="ctr">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a:latin typeface="+mj-lt"/>
                  <a:ea typeface="Gill Sans" pitchFamily="-84" charset="0"/>
                  <a:cs typeface="Arial"/>
                </a:rPr>
                <a:t>Server</a:t>
              </a:r>
              <a:endParaRPr lang="en-US" sz="2400" dirty="0">
                <a:latin typeface="+mj-lt"/>
                <a:ea typeface="Gill Sans" pitchFamily="-84" charset="0"/>
                <a:cs typeface="Arial"/>
              </a:endParaRPr>
            </a:p>
          </p:txBody>
        </p:sp>
        <p:pic>
          <p:nvPicPr>
            <p:cNvPr id="34" name="Picture 33" descr="Mac-Book-Black-On-48x48.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55300" y="3334634"/>
              <a:ext cx="609600" cy="609600"/>
            </a:xfrm>
            <a:prstGeom prst="rect">
              <a:avLst/>
            </a:prstGeom>
          </p:spPr>
        </p:pic>
        <p:pic>
          <p:nvPicPr>
            <p:cNvPr id="35" name="Picture 34" descr="server-48x48.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05715" y="3334634"/>
              <a:ext cx="609600" cy="609600"/>
            </a:xfrm>
            <a:prstGeom prst="rect">
              <a:avLst/>
            </a:prstGeom>
          </p:spPr>
        </p:pic>
        <p:sp>
          <p:nvSpPr>
            <p:cNvPr id="36" name="TextBox 12"/>
            <p:cNvSpPr txBox="1"/>
            <p:nvPr/>
          </p:nvSpPr>
          <p:spPr>
            <a:xfrm rot="373032">
              <a:off x="3422303" y="3869258"/>
              <a:ext cx="1326009" cy="300228"/>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i="1" dirty="0">
                  <a:latin typeface="+mj-lt"/>
                  <a:cs typeface="Arial"/>
                </a:rPr>
                <a:t>Time of day?</a:t>
              </a:r>
            </a:p>
          </p:txBody>
        </p:sp>
        <p:cxnSp>
          <p:nvCxnSpPr>
            <p:cNvPr id="37" name="Straight Connector 36"/>
            <p:cNvCxnSpPr>
              <a:stCxn id="37" idx="2"/>
            </p:cNvCxnSpPr>
            <p:nvPr/>
          </p:nvCxnSpPr>
          <p:spPr>
            <a:xfrm>
              <a:off x="2960100" y="3944234"/>
              <a:ext cx="778" cy="1510711"/>
            </a:xfrm>
            <a:prstGeom prst="line">
              <a:avLst/>
            </a:prstGeom>
            <a:ln>
              <a:prstDash val="solid"/>
            </a:ln>
            <a:effectLst/>
          </p:spPr>
          <p:style>
            <a:lnRef idx="3">
              <a:schemeClr val="dk1"/>
            </a:lnRef>
            <a:fillRef idx="0">
              <a:schemeClr val="dk1"/>
            </a:fillRef>
            <a:effectRef idx="2">
              <a:schemeClr val="dk1"/>
            </a:effectRef>
            <a:fontRef idx="minor">
              <a:schemeClr val="tx1"/>
            </a:fontRef>
          </p:style>
        </p:cxnSp>
        <p:cxnSp>
          <p:nvCxnSpPr>
            <p:cNvPr id="38" name="Straight Connector 37"/>
            <p:cNvCxnSpPr>
              <a:stCxn id="38" idx="2"/>
            </p:cNvCxnSpPr>
            <p:nvPr/>
          </p:nvCxnSpPr>
          <p:spPr>
            <a:xfrm>
              <a:off x="5210515" y="3944234"/>
              <a:ext cx="0" cy="1481512"/>
            </a:xfrm>
            <a:prstGeom prst="line">
              <a:avLst/>
            </a:prstGeom>
            <a:ln>
              <a:prstDash val="solid"/>
            </a:ln>
            <a:effectLst/>
          </p:spPr>
          <p:style>
            <a:lnRef idx="3">
              <a:schemeClr val="dk1"/>
            </a:lnRef>
            <a:fillRef idx="0">
              <a:schemeClr val="dk1"/>
            </a:fillRef>
            <a:effectRef idx="2">
              <a:schemeClr val="dk1"/>
            </a:effectRef>
            <a:fontRef idx="minor">
              <a:schemeClr val="tx1"/>
            </a:fontRef>
          </p:style>
        </p:cxnSp>
        <p:sp>
          <p:nvSpPr>
            <p:cNvPr id="39" name="TextBox 15"/>
            <p:cNvSpPr txBox="1"/>
            <p:nvPr/>
          </p:nvSpPr>
          <p:spPr>
            <a:xfrm>
              <a:off x="5315793" y="5025636"/>
              <a:ext cx="785287" cy="300228"/>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dirty="0">
                  <a:latin typeface="+mj-lt"/>
                  <a:ea typeface="Arial" charset="0"/>
                  <a:cs typeface="Arial" charset="0"/>
                </a:rPr>
                <a:t>Time ↓</a:t>
              </a:r>
            </a:p>
          </p:txBody>
        </p:sp>
        <p:cxnSp>
          <p:nvCxnSpPr>
            <p:cNvPr id="40" name="Curved Connector 8"/>
            <p:cNvCxnSpPr/>
            <p:nvPr/>
          </p:nvCxnSpPr>
          <p:spPr>
            <a:xfrm flipH="1" flipV="1">
              <a:off x="2960101" y="4126322"/>
              <a:ext cx="2250414" cy="252159"/>
            </a:xfrm>
            <a:prstGeom prst="straightConnector1">
              <a:avLst/>
            </a:prstGeom>
            <a:ln>
              <a:prstDash val="solid"/>
              <a:headEnd type="arrow"/>
              <a:tailEnd type="none"/>
            </a:ln>
            <a:effectLst/>
          </p:spPr>
          <p:style>
            <a:lnRef idx="3">
              <a:schemeClr val="dk1"/>
            </a:lnRef>
            <a:fillRef idx="0">
              <a:schemeClr val="dk1"/>
            </a:fillRef>
            <a:effectRef idx="2">
              <a:schemeClr val="dk1"/>
            </a:effectRef>
            <a:fontRef idx="minor">
              <a:schemeClr val="tx1"/>
            </a:fontRef>
          </p:style>
        </p:cxnSp>
        <p:cxnSp>
          <p:nvCxnSpPr>
            <p:cNvPr id="41" name="Curved Connector 8"/>
            <p:cNvCxnSpPr/>
            <p:nvPr/>
          </p:nvCxnSpPr>
          <p:spPr>
            <a:xfrm flipV="1">
              <a:off x="2960099" y="4636510"/>
              <a:ext cx="2250416" cy="351571"/>
            </a:xfrm>
            <a:prstGeom prst="straightConnector1">
              <a:avLst/>
            </a:prstGeom>
            <a:ln>
              <a:prstDash val="solid"/>
              <a:headEnd type="arrow"/>
              <a:tailEnd type="none"/>
            </a:ln>
            <a:effectLst/>
          </p:spPr>
          <p:style>
            <a:lnRef idx="3">
              <a:schemeClr val="dk1"/>
            </a:lnRef>
            <a:fillRef idx="0">
              <a:schemeClr val="dk1"/>
            </a:fillRef>
            <a:effectRef idx="2">
              <a:schemeClr val="dk1"/>
            </a:effectRef>
            <a:fontRef idx="minor">
              <a:schemeClr val="tx1"/>
            </a:fontRef>
          </p:style>
        </p:cxnSp>
        <p:sp>
          <p:nvSpPr>
            <p:cNvPr id="42" name="TextBox 23"/>
            <p:cNvSpPr txBox="1"/>
            <p:nvPr/>
          </p:nvSpPr>
          <p:spPr>
            <a:xfrm rot="21147479">
              <a:off x="3574753" y="4447201"/>
              <a:ext cx="903105" cy="300228"/>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i="1" dirty="0">
                  <a:latin typeface="+mj-lt"/>
                  <a:cs typeface="Arial"/>
                </a:rPr>
                <a:t>2:50 PM</a:t>
              </a:r>
            </a:p>
          </p:txBody>
        </p:sp>
      </p:grpSp>
    </p:spTree>
    <p:extLst>
      <p:ext uri="{BB962C8B-B14F-4D97-AF65-F5344CB8AC3E}">
        <p14:creationId xmlns:p14="http://schemas.microsoft.com/office/powerpoint/2010/main" val="2264417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10" end="1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Cristian’s Algorithm</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r>
              <a:rPr lang="en-US" altLang="en-US" dirty="0" err="1"/>
              <a:t>Flaviu</a:t>
            </a:r>
            <a:r>
              <a:rPr lang="en-US" altLang="en-US" dirty="0"/>
              <a:t> Cristian (in 1989) provided an algorithm to synchronize networked computers with a time </a:t>
            </a:r>
            <a:r>
              <a:rPr lang="en-US" altLang="en-US" dirty="0" smtClean="0"/>
              <a:t>server</a:t>
            </a:r>
            <a:endParaRPr lang="en-US" altLang="en-US" sz="2400" dirty="0"/>
          </a:p>
          <a:p>
            <a:r>
              <a:rPr lang="en-US" altLang="en-US" dirty="0"/>
              <a:t>The basic idea:</a:t>
            </a:r>
          </a:p>
          <a:p>
            <a:pPr marL="714375" lvl="2" indent="-357188"/>
            <a:r>
              <a:rPr lang="en-US" altLang="en-US" sz="2400" dirty="0"/>
              <a:t>Identify a network time server that has an accurate source for time (e.g.,  the time server has a UTC receiver)</a:t>
            </a:r>
          </a:p>
          <a:p>
            <a:pPr marL="714375" lvl="2" indent="-357188"/>
            <a:r>
              <a:rPr lang="en-US" altLang="en-US" sz="2400" dirty="0"/>
              <a:t>All the clients contact the network time server for synchronization</a:t>
            </a:r>
          </a:p>
          <a:p>
            <a:r>
              <a:rPr lang="en-US" altLang="en-US" dirty="0"/>
              <a:t>However, the network delays incurred when the client contacts the time server results in outdated time</a:t>
            </a:r>
          </a:p>
          <a:p>
            <a:pPr marL="714375" lvl="2" indent="-357188"/>
            <a:r>
              <a:rPr lang="en-US" altLang="en-US" sz="2400" dirty="0"/>
              <a:t>The algorithm estimates the network delays and compensates for it</a:t>
            </a:r>
          </a:p>
        </p:txBody>
      </p:sp>
    </p:spTree>
    <p:extLst>
      <p:ext uri="{BB962C8B-B14F-4D97-AF65-F5344CB8AC3E}">
        <p14:creationId xmlns:p14="http://schemas.microsoft.com/office/powerpoint/2010/main" val="1007013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latin typeface="+mn-lt"/>
              </a:rPr>
              <a:t>Cristian’s Algorithm</a:t>
            </a:r>
          </a:p>
        </p:txBody>
      </p:sp>
      <p:sp>
        <p:nvSpPr>
          <p:cNvPr id="4" name="Content Placeholder 2">
            <a:extLst>
              <a:ext uri="{FF2B5EF4-FFF2-40B4-BE49-F238E27FC236}">
                <a16:creationId xmlns="" xmlns:a16="http://schemas.microsoft.com/office/drawing/2014/main" id="{D30E362A-6FEE-460C-BD92-90669DCE5A1B}"/>
              </a:ext>
            </a:extLst>
          </p:cNvPr>
          <p:cNvSpPr txBox="1">
            <a:spLocks/>
          </p:cNvSpPr>
          <p:nvPr/>
        </p:nvSpPr>
        <p:spPr>
          <a:xfrm>
            <a:off x="131181" y="3514726"/>
            <a:ext cx="11929640" cy="2939284"/>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ebdings" panose="05030102010509060703"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en-US" dirty="0" err="1" smtClean="0">
                <a:cs typeface="Courier New" pitchFamily="49" charset="0"/>
              </a:rPr>
              <a:t>Ser</a:t>
            </a:r>
            <a:r>
              <a:rPr lang="en-US" dirty="0" smtClean="0"/>
              <a:t> replies to </a:t>
            </a:r>
            <a:r>
              <a:rPr lang="en-US" dirty="0" err="1" smtClean="0">
                <a:cs typeface="Courier New" pitchFamily="49" charset="0"/>
              </a:rPr>
              <a:t>Cli</a:t>
            </a:r>
            <a:r>
              <a:rPr lang="en-US" dirty="0" smtClean="0"/>
              <a:t> at its local time </a:t>
            </a:r>
            <a:r>
              <a:rPr lang="en-US" dirty="0" smtClean="0">
                <a:cs typeface="Courier New" pitchFamily="49" charset="0"/>
              </a:rPr>
              <a:t>T3</a:t>
            </a:r>
            <a:r>
              <a:rPr lang="en-US" dirty="0" smtClean="0"/>
              <a:t>, piggybacking </a:t>
            </a:r>
            <a:r>
              <a:rPr lang="en-US" dirty="0" smtClean="0">
                <a:cs typeface="Courier New" pitchFamily="49" charset="0"/>
              </a:rPr>
              <a:t>T1</a:t>
            </a:r>
            <a:r>
              <a:rPr lang="en-US" dirty="0" smtClean="0"/>
              <a:t> and </a:t>
            </a:r>
            <a:r>
              <a:rPr lang="en-US" dirty="0" smtClean="0">
                <a:cs typeface="Courier New" pitchFamily="49" charset="0"/>
              </a:rPr>
              <a:t>T2</a:t>
            </a:r>
          </a:p>
          <a:p>
            <a:pPr>
              <a:defRPr/>
            </a:pPr>
            <a:r>
              <a:rPr lang="en-US" dirty="0" err="1" smtClean="0">
                <a:cs typeface="Courier New" pitchFamily="49" charset="0"/>
              </a:rPr>
              <a:t>Cli</a:t>
            </a:r>
            <a:r>
              <a:rPr lang="en-US" dirty="0" smtClean="0">
                <a:cs typeface="Courier New" pitchFamily="49" charset="0"/>
              </a:rPr>
              <a:t> </a:t>
            </a:r>
            <a:r>
              <a:rPr lang="en-US" dirty="0" smtClean="0"/>
              <a:t>receives the reply at its local time </a:t>
            </a:r>
            <a:r>
              <a:rPr lang="en-US" dirty="0" smtClean="0">
                <a:cs typeface="Courier New" pitchFamily="49" charset="0"/>
              </a:rPr>
              <a:t>T4</a:t>
            </a:r>
          </a:p>
          <a:p>
            <a:pPr marL="714375" lvl="2" indent="-357188">
              <a:defRPr/>
            </a:pPr>
            <a:r>
              <a:rPr lang="en-US" sz="2400" dirty="0" err="1"/>
              <a:t>dTres</a:t>
            </a:r>
            <a:r>
              <a:rPr lang="en-US" sz="2400" dirty="0"/>
              <a:t> is the network delay for response transmission</a:t>
            </a:r>
          </a:p>
          <a:p>
            <a:pPr>
              <a:defRPr/>
            </a:pPr>
            <a:r>
              <a:rPr lang="en-US" dirty="0" smtClean="0"/>
              <a:t>Now </a:t>
            </a:r>
            <a:r>
              <a:rPr lang="en-US" dirty="0" err="1" smtClean="0">
                <a:cs typeface="Courier New" pitchFamily="49" charset="0"/>
              </a:rPr>
              <a:t>Cli</a:t>
            </a:r>
            <a:r>
              <a:rPr lang="en-US" dirty="0" smtClean="0"/>
              <a:t> has the information </a:t>
            </a:r>
            <a:r>
              <a:rPr lang="en-US" dirty="0" smtClean="0">
                <a:cs typeface="Courier New" pitchFamily="49" charset="0"/>
              </a:rPr>
              <a:t>T1</a:t>
            </a:r>
            <a:r>
              <a:rPr lang="en-US" dirty="0" smtClean="0"/>
              <a:t>, </a:t>
            </a:r>
            <a:r>
              <a:rPr lang="en-US" dirty="0" smtClean="0">
                <a:cs typeface="Courier New" pitchFamily="49" charset="0"/>
              </a:rPr>
              <a:t>T2</a:t>
            </a:r>
            <a:r>
              <a:rPr lang="en-US" dirty="0" smtClean="0"/>
              <a:t>, </a:t>
            </a:r>
            <a:r>
              <a:rPr lang="en-US" dirty="0" smtClean="0">
                <a:cs typeface="Courier New" pitchFamily="49" charset="0"/>
              </a:rPr>
              <a:t>T3</a:t>
            </a:r>
            <a:r>
              <a:rPr lang="en-US" dirty="0" smtClean="0"/>
              <a:t> and </a:t>
            </a:r>
            <a:r>
              <a:rPr lang="en-US" dirty="0" smtClean="0">
                <a:cs typeface="Courier New" pitchFamily="49" charset="0"/>
              </a:rPr>
              <a:t>T4</a:t>
            </a:r>
          </a:p>
          <a:p>
            <a:pPr>
              <a:defRPr/>
            </a:pPr>
            <a:r>
              <a:rPr lang="en-US" b="1" dirty="0" smtClean="0"/>
              <a:t>Assuming that the transmission delay from </a:t>
            </a:r>
            <a:r>
              <a:rPr lang="en-US" b="1" dirty="0" err="1" smtClean="0">
                <a:cs typeface="Courier New" pitchFamily="49" charset="0"/>
              </a:rPr>
              <a:t>Cli</a:t>
            </a:r>
            <a:r>
              <a:rPr lang="en-US" b="1" dirty="0" err="1" smtClean="0">
                <a:sym typeface="Wingdings" pitchFamily="2" charset="2"/>
              </a:rPr>
              <a:t></a:t>
            </a:r>
            <a:r>
              <a:rPr lang="en-US" b="1" dirty="0" err="1" smtClean="0">
                <a:cs typeface="Courier New" pitchFamily="49" charset="0"/>
              </a:rPr>
              <a:t>Ser</a:t>
            </a:r>
            <a:r>
              <a:rPr lang="en-US" b="1" dirty="0" smtClean="0"/>
              <a:t> and </a:t>
            </a:r>
            <a:r>
              <a:rPr lang="en-US" b="1" dirty="0" err="1" smtClean="0">
                <a:cs typeface="Courier New" pitchFamily="49" charset="0"/>
              </a:rPr>
              <a:t>Ser</a:t>
            </a:r>
            <a:r>
              <a:rPr lang="en-US" b="1" dirty="0" err="1" smtClean="0">
                <a:sym typeface="Wingdings" pitchFamily="2" charset="2"/>
              </a:rPr>
              <a:t></a:t>
            </a:r>
            <a:r>
              <a:rPr lang="en-US" b="1" dirty="0" err="1" smtClean="0">
                <a:cs typeface="Courier New" pitchFamily="49" charset="0"/>
              </a:rPr>
              <a:t>Cli</a:t>
            </a:r>
            <a:r>
              <a:rPr lang="en-US" b="1" dirty="0" smtClean="0"/>
              <a:t> are the same</a:t>
            </a:r>
          </a:p>
          <a:p>
            <a:pPr>
              <a:buFontTx/>
              <a:buNone/>
              <a:defRPr/>
            </a:pPr>
            <a:r>
              <a:rPr lang="en-US" dirty="0" smtClean="0">
                <a:cs typeface="Courier New" pitchFamily="49" charset="0"/>
              </a:rPr>
              <a:t>					</a:t>
            </a:r>
            <a:r>
              <a:rPr lang="en-US" b="1" dirty="0" smtClean="0">
                <a:cs typeface="Courier New" pitchFamily="49" charset="0"/>
              </a:rPr>
              <a:t>T2-T1 ≈ T4–T3</a:t>
            </a:r>
            <a:endParaRPr lang="en-US" b="1" dirty="0">
              <a:cs typeface="Courier New" pitchFamily="49" charset="0"/>
            </a:endParaRPr>
          </a:p>
        </p:txBody>
      </p:sp>
      <p:cxnSp>
        <p:nvCxnSpPr>
          <p:cNvPr id="5" name="Straight Arrow Connector 4">
            <a:extLst>
              <a:ext uri="{FF2B5EF4-FFF2-40B4-BE49-F238E27FC236}">
                <a16:creationId xmlns="" xmlns:a16="http://schemas.microsoft.com/office/drawing/2014/main" id="{E9A0F3BA-A0F8-40F5-A992-E69864099F94}"/>
              </a:ext>
            </a:extLst>
          </p:cNvPr>
          <p:cNvCxnSpPr/>
          <p:nvPr/>
        </p:nvCxnSpPr>
        <p:spPr>
          <a:xfrm>
            <a:off x="8410576" y="1579563"/>
            <a:ext cx="2743200" cy="0"/>
          </a:xfrm>
          <a:prstGeom prst="straightConnector1">
            <a:avLst/>
          </a:prstGeom>
          <a:ln w="3810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 name="Straight Arrow Connector 5">
            <a:extLst>
              <a:ext uri="{FF2B5EF4-FFF2-40B4-BE49-F238E27FC236}">
                <a16:creationId xmlns="" xmlns:a16="http://schemas.microsoft.com/office/drawing/2014/main" id="{44182BBF-450D-43C8-AD3F-CD8BA6DA37A2}"/>
              </a:ext>
            </a:extLst>
          </p:cNvPr>
          <p:cNvCxnSpPr/>
          <p:nvPr/>
        </p:nvCxnSpPr>
        <p:spPr>
          <a:xfrm>
            <a:off x="8410576" y="2722563"/>
            <a:ext cx="2667000" cy="0"/>
          </a:xfrm>
          <a:prstGeom prst="straightConnector1">
            <a:avLst/>
          </a:prstGeom>
          <a:ln w="38100">
            <a:solidFill>
              <a:schemeClr val="accent6"/>
            </a:solidFill>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7" name="TextBox 6">
            <a:extLst>
              <a:ext uri="{FF2B5EF4-FFF2-40B4-BE49-F238E27FC236}">
                <a16:creationId xmlns="" xmlns:a16="http://schemas.microsoft.com/office/drawing/2014/main" id="{3E408A32-19D9-4173-BDE7-61194410B718}"/>
              </a:ext>
            </a:extLst>
          </p:cNvPr>
          <p:cNvSpPr txBox="1">
            <a:spLocks noChangeArrowheads="1"/>
          </p:cNvSpPr>
          <p:nvPr/>
        </p:nvSpPr>
        <p:spPr bwMode="auto">
          <a:xfrm>
            <a:off x="7300912" y="1155700"/>
            <a:ext cx="194786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2"/>
              </a:buBlip>
              <a:defRPr sz="3200">
                <a:solidFill>
                  <a:srgbClr val="808080"/>
                </a:solidFill>
                <a:latin typeface="Arial" panose="020B0604020202020204" pitchFamily="34" charset="0"/>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2000" dirty="0">
                <a:solidFill>
                  <a:schemeClr val="tx1"/>
                </a:solidFill>
                <a:latin typeface="+mn-lt"/>
              </a:rPr>
              <a:t>Time Server </a:t>
            </a:r>
            <a:r>
              <a:rPr lang="en-US" altLang="en-US" sz="2000" dirty="0" err="1">
                <a:solidFill>
                  <a:schemeClr val="tx1"/>
                </a:solidFill>
                <a:latin typeface="+mn-lt"/>
                <a:cs typeface="Courier New" panose="02070309020205020404" pitchFamily="49" charset="0"/>
              </a:rPr>
              <a:t>Ser</a:t>
            </a:r>
            <a:endParaRPr lang="en-US" altLang="en-US" sz="2000" dirty="0">
              <a:solidFill>
                <a:schemeClr val="tx1"/>
              </a:solidFill>
              <a:latin typeface="+mn-lt"/>
              <a:cs typeface="Courier New" panose="02070309020205020404" pitchFamily="49" charset="0"/>
            </a:endParaRPr>
          </a:p>
        </p:txBody>
      </p:sp>
      <p:sp>
        <p:nvSpPr>
          <p:cNvPr id="8" name="TextBox 7">
            <a:extLst>
              <a:ext uri="{FF2B5EF4-FFF2-40B4-BE49-F238E27FC236}">
                <a16:creationId xmlns="" xmlns:a16="http://schemas.microsoft.com/office/drawing/2014/main" id="{A8336634-AF73-4177-ACB6-3E54D268A517}"/>
              </a:ext>
            </a:extLst>
          </p:cNvPr>
          <p:cNvSpPr txBox="1">
            <a:spLocks noChangeArrowheads="1"/>
          </p:cNvSpPr>
          <p:nvPr/>
        </p:nvSpPr>
        <p:spPr bwMode="auto">
          <a:xfrm>
            <a:off x="7648576" y="2755900"/>
            <a:ext cx="1143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3200">
                <a:solidFill>
                  <a:srgbClr val="808080"/>
                </a:solidFill>
                <a:latin typeface="Arial" panose="020B0604020202020204" pitchFamily="34" charset="0"/>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2000" dirty="0">
                <a:solidFill>
                  <a:schemeClr val="accent6"/>
                </a:solidFill>
                <a:latin typeface="+mn-lt"/>
              </a:rPr>
              <a:t>Client </a:t>
            </a:r>
            <a:r>
              <a:rPr lang="en-US" altLang="en-US" sz="2000" dirty="0" err="1">
                <a:solidFill>
                  <a:schemeClr val="accent6"/>
                </a:solidFill>
                <a:latin typeface="+mn-lt"/>
                <a:cs typeface="Courier New" panose="02070309020205020404" pitchFamily="49" charset="0"/>
              </a:rPr>
              <a:t>Cli</a:t>
            </a:r>
            <a:endParaRPr lang="en-US" altLang="en-US" sz="2000" dirty="0">
              <a:solidFill>
                <a:schemeClr val="accent6"/>
              </a:solidFill>
              <a:latin typeface="+mn-lt"/>
              <a:cs typeface="Courier New" panose="02070309020205020404" pitchFamily="49" charset="0"/>
            </a:endParaRPr>
          </a:p>
        </p:txBody>
      </p:sp>
      <p:cxnSp>
        <p:nvCxnSpPr>
          <p:cNvPr id="9" name="Straight Arrow Connector 8">
            <a:extLst>
              <a:ext uri="{FF2B5EF4-FFF2-40B4-BE49-F238E27FC236}">
                <a16:creationId xmlns="" xmlns:a16="http://schemas.microsoft.com/office/drawing/2014/main" id="{32B74E9B-5B69-44BC-B7BA-8B9C7FAAED37}"/>
              </a:ext>
            </a:extLst>
          </p:cNvPr>
          <p:cNvCxnSpPr/>
          <p:nvPr/>
        </p:nvCxnSpPr>
        <p:spPr>
          <a:xfrm flipV="1">
            <a:off x="9020176" y="1612901"/>
            <a:ext cx="838200" cy="1109663"/>
          </a:xfrm>
          <a:prstGeom prst="straightConnector1">
            <a:avLst/>
          </a:prstGeom>
          <a:ln w="38100">
            <a:solidFill>
              <a:schemeClr val="accent6"/>
            </a:solidFill>
            <a:headEnd type="none" w="med" len="med"/>
            <a:tailEnd type="arrow" w="med" len="med"/>
          </a:ln>
        </p:spPr>
        <p:style>
          <a:lnRef idx="1">
            <a:schemeClr val="dk1"/>
          </a:lnRef>
          <a:fillRef idx="0">
            <a:schemeClr val="dk1"/>
          </a:fillRef>
          <a:effectRef idx="0">
            <a:schemeClr val="dk1"/>
          </a:effectRef>
          <a:fontRef idx="minor">
            <a:schemeClr val="tx1"/>
          </a:fontRef>
        </p:style>
      </p:cxnSp>
      <p:sp>
        <p:nvSpPr>
          <p:cNvPr id="10" name="TextBox 11">
            <a:extLst>
              <a:ext uri="{FF2B5EF4-FFF2-40B4-BE49-F238E27FC236}">
                <a16:creationId xmlns="" xmlns:a16="http://schemas.microsoft.com/office/drawing/2014/main" id="{2B980A5D-C7B6-46D4-811D-E1CC9B937E83}"/>
              </a:ext>
            </a:extLst>
          </p:cNvPr>
          <p:cNvSpPr txBox="1">
            <a:spLocks noChangeArrowheads="1"/>
          </p:cNvSpPr>
          <p:nvPr/>
        </p:nvSpPr>
        <p:spPr bwMode="auto">
          <a:xfrm>
            <a:off x="8791576" y="2679700"/>
            <a:ext cx="5334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3200">
                <a:solidFill>
                  <a:srgbClr val="808080"/>
                </a:solidFill>
                <a:latin typeface="Arial" panose="020B0604020202020204" pitchFamily="34" charset="0"/>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2000">
                <a:solidFill>
                  <a:schemeClr val="tx1"/>
                </a:solidFill>
                <a:latin typeface="+mn-lt"/>
                <a:cs typeface="Courier New" panose="02070309020205020404" pitchFamily="49" charset="0"/>
              </a:rPr>
              <a:t>T1</a:t>
            </a:r>
          </a:p>
        </p:txBody>
      </p:sp>
      <p:sp>
        <p:nvSpPr>
          <p:cNvPr id="11" name="TextBox 12">
            <a:extLst>
              <a:ext uri="{FF2B5EF4-FFF2-40B4-BE49-F238E27FC236}">
                <a16:creationId xmlns="" xmlns:a16="http://schemas.microsoft.com/office/drawing/2014/main" id="{3451FA65-7956-4193-B2B1-53EF08B07946}"/>
              </a:ext>
            </a:extLst>
          </p:cNvPr>
          <p:cNvSpPr txBox="1">
            <a:spLocks noChangeArrowheads="1"/>
          </p:cNvSpPr>
          <p:nvPr/>
        </p:nvSpPr>
        <p:spPr bwMode="auto">
          <a:xfrm>
            <a:off x="9553576" y="1274764"/>
            <a:ext cx="5334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3200">
                <a:solidFill>
                  <a:srgbClr val="808080"/>
                </a:solidFill>
                <a:latin typeface="Arial" panose="020B0604020202020204" pitchFamily="34" charset="0"/>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2000" dirty="0">
                <a:solidFill>
                  <a:schemeClr val="tx1"/>
                </a:solidFill>
                <a:latin typeface="+mn-lt"/>
                <a:cs typeface="Courier New" panose="02070309020205020404" pitchFamily="49" charset="0"/>
              </a:rPr>
              <a:t>T2</a:t>
            </a:r>
          </a:p>
        </p:txBody>
      </p:sp>
      <p:sp>
        <p:nvSpPr>
          <p:cNvPr id="12" name="TextBox 13">
            <a:extLst>
              <a:ext uri="{FF2B5EF4-FFF2-40B4-BE49-F238E27FC236}">
                <a16:creationId xmlns="" xmlns:a16="http://schemas.microsoft.com/office/drawing/2014/main" id="{B7D5053B-786B-4170-B134-CA45C1C0D00A}"/>
              </a:ext>
            </a:extLst>
          </p:cNvPr>
          <p:cNvSpPr txBox="1">
            <a:spLocks noChangeArrowheads="1"/>
          </p:cNvSpPr>
          <p:nvPr/>
        </p:nvSpPr>
        <p:spPr bwMode="auto">
          <a:xfrm>
            <a:off x="9934576" y="1274764"/>
            <a:ext cx="5334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3200">
                <a:solidFill>
                  <a:srgbClr val="808080"/>
                </a:solidFill>
                <a:latin typeface="Arial" panose="020B0604020202020204" pitchFamily="34" charset="0"/>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2000">
                <a:solidFill>
                  <a:schemeClr val="tx1"/>
                </a:solidFill>
                <a:latin typeface="+mn-lt"/>
                <a:cs typeface="Courier New" panose="02070309020205020404" pitchFamily="49" charset="0"/>
              </a:rPr>
              <a:t>T3</a:t>
            </a:r>
          </a:p>
        </p:txBody>
      </p:sp>
      <p:cxnSp>
        <p:nvCxnSpPr>
          <p:cNvPr id="13" name="Straight Arrow Connector 12">
            <a:extLst>
              <a:ext uri="{FF2B5EF4-FFF2-40B4-BE49-F238E27FC236}">
                <a16:creationId xmlns="" xmlns:a16="http://schemas.microsoft.com/office/drawing/2014/main" id="{8C058058-BE65-4297-9544-F421D15B8DCF}"/>
              </a:ext>
            </a:extLst>
          </p:cNvPr>
          <p:cNvCxnSpPr>
            <a:stCxn id="12" idx="2"/>
          </p:cNvCxnSpPr>
          <p:nvPr/>
        </p:nvCxnSpPr>
        <p:spPr>
          <a:xfrm>
            <a:off x="10201276" y="1674874"/>
            <a:ext cx="800100" cy="1081026"/>
          </a:xfrm>
          <a:prstGeom prst="straightConnector1">
            <a:avLst/>
          </a:prstGeom>
          <a:ln w="38100">
            <a:solidFill>
              <a:schemeClr val="tx1"/>
            </a:solidFill>
            <a:headEnd type="none" w="med" len="med"/>
            <a:tailEnd type="arrow" w="med" len="med"/>
          </a:ln>
        </p:spPr>
        <p:style>
          <a:lnRef idx="1">
            <a:schemeClr val="dk1"/>
          </a:lnRef>
          <a:fillRef idx="0">
            <a:schemeClr val="dk1"/>
          </a:fillRef>
          <a:effectRef idx="0">
            <a:schemeClr val="dk1"/>
          </a:effectRef>
          <a:fontRef idx="minor">
            <a:schemeClr val="tx1"/>
          </a:fontRef>
        </p:style>
      </p:cxnSp>
      <p:sp>
        <p:nvSpPr>
          <p:cNvPr id="14" name="TextBox 17">
            <a:extLst>
              <a:ext uri="{FF2B5EF4-FFF2-40B4-BE49-F238E27FC236}">
                <a16:creationId xmlns="" xmlns:a16="http://schemas.microsoft.com/office/drawing/2014/main" id="{E0566E55-2BF0-4A4B-ABFE-041AEF89C0F3}"/>
              </a:ext>
            </a:extLst>
          </p:cNvPr>
          <p:cNvSpPr txBox="1">
            <a:spLocks noChangeArrowheads="1"/>
          </p:cNvSpPr>
          <p:nvPr/>
        </p:nvSpPr>
        <p:spPr bwMode="auto">
          <a:xfrm>
            <a:off x="10848976" y="2679700"/>
            <a:ext cx="5334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3200">
                <a:solidFill>
                  <a:srgbClr val="808080"/>
                </a:solidFill>
                <a:latin typeface="Arial" panose="020B0604020202020204" pitchFamily="34" charset="0"/>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2000">
                <a:solidFill>
                  <a:schemeClr val="tx1"/>
                </a:solidFill>
                <a:latin typeface="+mn-lt"/>
                <a:cs typeface="Courier New" panose="02070309020205020404" pitchFamily="49" charset="0"/>
              </a:rPr>
              <a:t>T4</a:t>
            </a:r>
          </a:p>
        </p:txBody>
      </p:sp>
      <p:cxnSp>
        <p:nvCxnSpPr>
          <p:cNvPr id="15" name="Straight Arrow Connector 14">
            <a:extLst>
              <a:ext uri="{FF2B5EF4-FFF2-40B4-BE49-F238E27FC236}">
                <a16:creationId xmlns="" xmlns:a16="http://schemas.microsoft.com/office/drawing/2014/main" id="{A106CF62-B3D0-4CA9-9721-B6650C6A52D3}"/>
              </a:ext>
            </a:extLst>
          </p:cNvPr>
          <p:cNvCxnSpPr/>
          <p:nvPr/>
        </p:nvCxnSpPr>
        <p:spPr>
          <a:xfrm flipV="1">
            <a:off x="10163176" y="1579563"/>
            <a:ext cx="0" cy="1143000"/>
          </a:xfrm>
          <a:prstGeom prst="straightConnector1">
            <a:avLst/>
          </a:prstGeom>
          <a:ln w="19050">
            <a:solidFill>
              <a:schemeClr val="tx1"/>
            </a:solidFill>
            <a:prstDash val="sysDash"/>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6" name="Straight Arrow Connector 15">
            <a:extLst>
              <a:ext uri="{FF2B5EF4-FFF2-40B4-BE49-F238E27FC236}">
                <a16:creationId xmlns="" xmlns:a16="http://schemas.microsoft.com/office/drawing/2014/main" id="{893BC6AF-B548-4452-BA7A-A1A7218D7796}"/>
              </a:ext>
            </a:extLst>
          </p:cNvPr>
          <p:cNvCxnSpPr/>
          <p:nvPr/>
        </p:nvCxnSpPr>
        <p:spPr>
          <a:xfrm flipV="1">
            <a:off x="9858376" y="1612900"/>
            <a:ext cx="0" cy="1143000"/>
          </a:xfrm>
          <a:prstGeom prst="straightConnector1">
            <a:avLst/>
          </a:prstGeom>
          <a:ln w="19050">
            <a:solidFill>
              <a:schemeClr val="tx1"/>
            </a:solidFill>
            <a:prstDash val="sysDash"/>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17" name="Rectangle 16">
            <a:extLst>
              <a:ext uri="{FF2B5EF4-FFF2-40B4-BE49-F238E27FC236}">
                <a16:creationId xmlns="" xmlns:a16="http://schemas.microsoft.com/office/drawing/2014/main" id="{CD65BF2B-E0B5-414A-AE4C-CDE1890A589E}"/>
              </a:ext>
            </a:extLst>
          </p:cNvPr>
          <p:cNvSpPr/>
          <p:nvPr/>
        </p:nvSpPr>
        <p:spPr>
          <a:xfrm>
            <a:off x="8715376" y="1917700"/>
            <a:ext cx="457200" cy="304800"/>
          </a:xfrm>
          <a:prstGeom prst="rect">
            <a:avLst/>
          </a:prstGeom>
          <a:solidFill>
            <a:srgbClr val="1D306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2000" dirty="0">
                <a:solidFill>
                  <a:schemeClr val="bg1"/>
                </a:solidFill>
              </a:rPr>
              <a:t>T1</a:t>
            </a:r>
          </a:p>
        </p:txBody>
      </p:sp>
      <p:sp>
        <p:nvSpPr>
          <p:cNvPr id="18" name="Rectangle 17">
            <a:extLst>
              <a:ext uri="{FF2B5EF4-FFF2-40B4-BE49-F238E27FC236}">
                <a16:creationId xmlns="" xmlns:a16="http://schemas.microsoft.com/office/drawing/2014/main" id="{4A709DB2-2F93-47D7-B590-0C598C7F0F50}"/>
              </a:ext>
            </a:extLst>
          </p:cNvPr>
          <p:cNvSpPr/>
          <p:nvPr/>
        </p:nvSpPr>
        <p:spPr>
          <a:xfrm>
            <a:off x="10696576" y="1917700"/>
            <a:ext cx="1464258" cy="304800"/>
          </a:xfrm>
          <a:prstGeom prst="rect">
            <a:avLst/>
          </a:prstGeom>
          <a:solidFill>
            <a:srgbClr val="1D306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2000" dirty="0">
                <a:solidFill>
                  <a:schemeClr val="bg1"/>
                </a:solidFill>
              </a:rPr>
              <a:t>T1, T2, T3</a:t>
            </a:r>
          </a:p>
        </p:txBody>
      </p:sp>
      <p:sp>
        <p:nvSpPr>
          <p:cNvPr id="19" name="Content Placeholder 2">
            <a:extLst>
              <a:ext uri="{FF2B5EF4-FFF2-40B4-BE49-F238E27FC236}">
                <a16:creationId xmlns="" xmlns:a16="http://schemas.microsoft.com/office/drawing/2014/main" id="{2187077A-BF4A-40BE-9A1E-0B671F690DCE}"/>
              </a:ext>
            </a:extLst>
          </p:cNvPr>
          <p:cNvSpPr txBox="1">
            <a:spLocks/>
          </p:cNvSpPr>
          <p:nvPr/>
        </p:nvSpPr>
        <p:spPr bwMode="auto">
          <a:xfrm>
            <a:off x="157586" y="949385"/>
            <a:ext cx="6231519" cy="2130425"/>
          </a:xfrm>
          <a:prstGeom prst="rect">
            <a:avLst/>
          </a:prstGeom>
          <a:noFill/>
          <a:ln w="9525">
            <a:noFill/>
            <a:miter lim="800000"/>
            <a:headEnd/>
            <a:tailEnd/>
          </a:ln>
        </p:spPr>
        <p:txBody>
          <a:bodyPr/>
          <a:lstStyle/>
          <a:p>
            <a:pPr marL="265113" indent="-265113" algn="just">
              <a:lnSpc>
                <a:spcPct val="90000"/>
              </a:lnSpc>
              <a:spcBef>
                <a:spcPts val="1000"/>
              </a:spcBef>
              <a:buClr>
                <a:schemeClr val="accent6"/>
              </a:buClr>
              <a:buFont typeface="Webdings" panose="05030102010509060703" pitchFamily="18" charset="2"/>
              <a:buChar char=""/>
              <a:defRPr/>
            </a:pPr>
            <a:r>
              <a:rPr lang="en-US" sz="2400" dirty="0">
                <a:cs typeface="Courier New" pitchFamily="49" charset="0"/>
              </a:rPr>
              <a:t>Client </a:t>
            </a:r>
            <a:r>
              <a:rPr lang="en-US" sz="2400" dirty="0" err="1">
                <a:cs typeface="Courier New" pitchFamily="49" charset="0"/>
              </a:rPr>
              <a:t>Cli</a:t>
            </a:r>
            <a:r>
              <a:rPr lang="en-US" sz="2400" dirty="0">
                <a:cs typeface="Courier New" pitchFamily="49" charset="0"/>
              </a:rPr>
              <a:t> sends a request to Time Server Ser, time stamped its local clock time T1</a:t>
            </a:r>
          </a:p>
          <a:p>
            <a:pPr marL="265113" indent="-265113" algn="just">
              <a:lnSpc>
                <a:spcPct val="90000"/>
              </a:lnSpc>
              <a:spcBef>
                <a:spcPts val="1000"/>
              </a:spcBef>
              <a:buClr>
                <a:schemeClr val="accent6"/>
              </a:buClr>
              <a:buFont typeface="Webdings" panose="05030102010509060703" pitchFamily="18" charset="2"/>
              <a:buChar char=""/>
              <a:defRPr/>
            </a:pPr>
            <a:r>
              <a:rPr lang="en-US" sz="2400" dirty="0" err="1">
                <a:cs typeface="Courier New" pitchFamily="49" charset="0"/>
              </a:rPr>
              <a:t>Ser</a:t>
            </a:r>
            <a:r>
              <a:rPr lang="en-US" sz="2400" dirty="0">
                <a:cs typeface="Courier New" pitchFamily="49" charset="0"/>
              </a:rPr>
              <a:t> will record the time of receipt  T2 according to its local clock</a:t>
            </a:r>
          </a:p>
          <a:p>
            <a:pPr marL="265113" lvl="1" indent="-265113" algn="just">
              <a:lnSpc>
                <a:spcPct val="90000"/>
              </a:lnSpc>
              <a:spcBef>
                <a:spcPts val="1000"/>
              </a:spcBef>
              <a:buClr>
                <a:schemeClr val="accent6"/>
              </a:buClr>
              <a:buFont typeface="Webdings" panose="05030102010509060703" pitchFamily="18" charset="2"/>
              <a:buChar char=""/>
              <a:defRPr/>
            </a:pPr>
            <a:r>
              <a:rPr lang="en-US" sz="2400" dirty="0" err="1">
                <a:cs typeface="Courier New" pitchFamily="49" charset="0"/>
              </a:rPr>
              <a:t>dTreq</a:t>
            </a:r>
            <a:r>
              <a:rPr lang="en-US" sz="2400" dirty="0">
                <a:cs typeface="Courier New" pitchFamily="49" charset="0"/>
              </a:rPr>
              <a:t> is network delay for request transmission</a:t>
            </a:r>
          </a:p>
        </p:txBody>
      </p:sp>
      <p:sp>
        <p:nvSpPr>
          <p:cNvPr id="20" name="TextBox 11">
            <a:extLst>
              <a:ext uri="{FF2B5EF4-FFF2-40B4-BE49-F238E27FC236}">
                <a16:creationId xmlns="" xmlns:a16="http://schemas.microsoft.com/office/drawing/2014/main" id="{9780643A-B85D-466B-B4E8-6A3306FF7725}"/>
              </a:ext>
            </a:extLst>
          </p:cNvPr>
          <p:cNvSpPr txBox="1">
            <a:spLocks noChangeArrowheads="1"/>
          </p:cNvSpPr>
          <p:nvPr/>
        </p:nvSpPr>
        <p:spPr bwMode="auto">
          <a:xfrm>
            <a:off x="9172576" y="2832100"/>
            <a:ext cx="609600" cy="254000"/>
          </a:xfrm>
          <a:prstGeom prst="rect">
            <a:avLst/>
          </a:prstGeom>
          <a:noFill/>
          <a:ln w="9525">
            <a:noFill/>
            <a:miter lim="800000"/>
            <a:headEnd/>
            <a:tailEnd/>
          </a:ln>
        </p:spPr>
        <p:txBody>
          <a:bodyPr>
            <a:spAutoFit/>
          </a:bodyPr>
          <a:lstStyle/>
          <a:p>
            <a:pPr eaLnBrk="1" hangingPunct="1">
              <a:defRPr/>
            </a:pPr>
            <a:r>
              <a:rPr lang="en-US" sz="1050" dirty="0" err="1">
                <a:cs typeface="Courier New" pitchFamily="49" charset="0"/>
              </a:rPr>
              <a:t>dTreq</a:t>
            </a:r>
            <a:endParaRPr lang="en-US" sz="1050" dirty="0">
              <a:cs typeface="Courier New" pitchFamily="49" charset="0"/>
            </a:endParaRPr>
          </a:p>
        </p:txBody>
      </p:sp>
      <p:cxnSp>
        <p:nvCxnSpPr>
          <p:cNvPr id="21" name="Straight Arrow Connector 20">
            <a:extLst>
              <a:ext uri="{FF2B5EF4-FFF2-40B4-BE49-F238E27FC236}">
                <a16:creationId xmlns="" xmlns:a16="http://schemas.microsoft.com/office/drawing/2014/main" id="{587B54E7-F51C-4847-9408-5AD86BFB971B}"/>
              </a:ext>
            </a:extLst>
          </p:cNvPr>
          <p:cNvCxnSpPr/>
          <p:nvPr/>
        </p:nvCxnSpPr>
        <p:spPr>
          <a:xfrm flipH="1">
            <a:off x="9020176" y="3060700"/>
            <a:ext cx="838200" cy="0"/>
          </a:xfrm>
          <a:prstGeom prst="straightConnector1">
            <a:avLst/>
          </a:prstGeom>
          <a:ln w="3175">
            <a:solidFill>
              <a:schemeClr val="tx1"/>
            </a:solidFill>
            <a:prstDash val="sysDash"/>
            <a:headEnd type="arrow" w="med" len="med"/>
            <a:tailEnd type="arrow" w="med" len="med"/>
          </a:ln>
        </p:spPr>
        <p:style>
          <a:lnRef idx="1">
            <a:schemeClr val="dk1"/>
          </a:lnRef>
          <a:fillRef idx="0">
            <a:schemeClr val="dk1"/>
          </a:fillRef>
          <a:effectRef idx="0">
            <a:schemeClr val="dk1"/>
          </a:effectRef>
          <a:fontRef idx="minor">
            <a:schemeClr val="tx1"/>
          </a:fontRef>
        </p:style>
      </p:cxnSp>
      <p:sp>
        <p:nvSpPr>
          <p:cNvPr id="22" name="TextBox 11">
            <a:extLst>
              <a:ext uri="{FF2B5EF4-FFF2-40B4-BE49-F238E27FC236}">
                <a16:creationId xmlns="" xmlns:a16="http://schemas.microsoft.com/office/drawing/2014/main" id="{738A7B4F-622C-4FAA-9E08-520075E5240A}"/>
              </a:ext>
            </a:extLst>
          </p:cNvPr>
          <p:cNvSpPr txBox="1">
            <a:spLocks noChangeArrowheads="1"/>
          </p:cNvSpPr>
          <p:nvPr/>
        </p:nvSpPr>
        <p:spPr bwMode="auto">
          <a:xfrm>
            <a:off x="10315576" y="2832100"/>
            <a:ext cx="609600" cy="254000"/>
          </a:xfrm>
          <a:prstGeom prst="rect">
            <a:avLst/>
          </a:prstGeom>
          <a:noFill/>
          <a:ln w="9525">
            <a:noFill/>
            <a:miter lim="800000"/>
            <a:headEnd/>
            <a:tailEnd/>
          </a:ln>
        </p:spPr>
        <p:txBody>
          <a:bodyPr>
            <a:spAutoFit/>
          </a:bodyPr>
          <a:lstStyle/>
          <a:p>
            <a:pPr eaLnBrk="1" hangingPunct="1">
              <a:defRPr/>
            </a:pPr>
            <a:r>
              <a:rPr lang="en-US" sz="1050" dirty="0" err="1">
                <a:cs typeface="Courier New" pitchFamily="49" charset="0"/>
              </a:rPr>
              <a:t>dTres</a:t>
            </a:r>
            <a:endParaRPr lang="en-US" sz="1050" dirty="0">
              <a:cs typeface="Courier New" pitchFamily="49" charset="0"/>
            </a:endParaRPr>
          </a:p>
        </p:txBody>
      </p:sp>
      <p:cxnSp>
        <p:nvCxnSpPr>
          <p:cNvPr id="23" name="Straight Arrow Connector 22">
            <a:extLst>
              <a:ext uri="{FF2B5EF4-FFF2-40B4-BE49-F238E27FC236}">
                <a16:creationId xmlns="" xmlns:a16="http://schemas.microsoft.com/office/drawing/2014/main" id="{55CDAF27-44CA-4A8E-AC93-3DF2F9F08593}"/>
              </a:ext>
            </a:extLst>
          </p:cNvPr>
          <p:cNvCxnSpPr/>
          <p:nvPr/>
        </p:nvCxnSpPr>
        <p:spPr>
          <a:xfrm flipH="1">
            <a:off x="10163176" y="3060700"/>
            <a:ext cx="838200" cy="0"/>
          </a:xfrm>
          <a:prstGeom prst="straightConnector1">
            <a:avLst/>
          </a:prstGeom>
          <a:ln w="3175">
            <a:solidFill>
              <a:schemeClr val="tx1"/>
            </a:solidFill>
            <a:prstDash val="sysDash"/>
            <a:headEnd type="arrow" w="med" len="med"/>
            <a:tailEnd type="arrow" w="med" len="med"/>
          </a:ln>
        </p:spPr>
        <p:style>
          <a:lnRef idx="1">
            <a:schemeClr val="dk1"/>
          </a:lnRef>
          <a:fillRef idx="0">
            <a:schemeClr val="dk1"/>
          </a:fillRef>
          <a:effectRef idx="0">
            <a:schemeClr val="dk1"/>
          </a:effectRef>
          <a:fontRef idx="minor">
            <a:schemeClr val="tx1"/>
          </a:fontRef>
        </p:style>
      </p:cxnSp>
      <p:sp>
        <p:nvSpPr>
          <p:cNvPr id="24" name="Rectangle 23"/>
          <p:cNvSpPr>
            <a:spLocks/>
          </p:cNvSpPr>
          <p:nvPr/>
        </p:nvSpPr>
        <p:spPr bwMode="auto">
          <a:xfrm>
            <a:off x="6886176" y="2379841"/>
            <a:ext cx="602729" cy="307777"/>
          </a:xfrm>
          <a:prstGeom prst="rect">
            <a:avLst/>
          </a:prstGeom>
          <a:noFill/>
          <a:ln w="12700" cap="flat">
            <a:noFill/>
            <a:miter lim="800000"/>
            <a:headEnd type="none" w="med" len="med"/>
            <a:tailEnd type="none" w="med" len="med"/>
          </a:ln>
        </p:spPr>
        <p:txBody>
          <a:bodyPr wrap="none" lIns="0" tIns="0" rIns="0" bIns="0" anchor="ctr">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b="1" dirty="0">
                <a:latin typeface="+mj-lt"/>
                <a:ea typeface="Helvetica Neue Medium" charset="0"/>
                <a:cs typeface="Helvetica Neue Medium" charset="0"/>
              </a:rPr>
              <a:t>Client</a:t>
            </a:r>
          </a:p>
        </p:txBody>
      </p:sp>
      <p:sp>
        <p:nvSpPr>
          <p:cNvPr id="25" name="Rectangle 24"/>
          <p:cNvSpPr>
            <a:spLocks/>
          </p:cNvSpPr>
          <p:nvPr/>
        </p:nvSpPr>
        <p:spPr bwMode="auto">
          <a:xfrm>
            <a:off x="6702834" y="1011337"/>
            <a:ext cx="891357" cy="307777"/>
          </a:xfrm>
          <a:prstGeom prst="rect">
            <a:avLst/>
          </a:prstGeom>
          <a:noFill/>
          <a:ln w="12700" cap="flat">
            <a:noFill/>
            <a:miter lim="800000"/>
            <a:headEnd type="none" w="med" len="med"/>
            <a:tailEnd type="none" w="med" len="med"/>
          </a:ln>
        </p:spPr>
        <p:txBody>
          <a:bodyPr wrap="square" lIns="0" tIns="0" rIns="0" bIns="0" anchor="ctr">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b="1" dirty="0">
                <a:latin typeface="+mj-lt"/>
                <a:ea typeface="Helvetica Neue Medium" charset="0"/>
                <a:cs typeface="Helvetica Neue Medium" charset="0"/>
              </a:rPr>
              <a:t>Server</a:t>
            </a:r>
          </a:p>
        </p:txBody>
      </p:sp>
      <p:pic>
        <p:nvPicPr>
          <p:cNvPr id="26" name="Picture 25" descr="Mac-Book-Black-On-48x48.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37243" y="2715817"/>
            <a:ext cx="609600" cy="609600"/>
          </a:xfrm>
          <a:prstGeom prst="rect">
            <a:avLst/>
          </a:prstGeom>
        </p:spPr>
      </p:pic>
      <p:pic>
        <p:nvPicPr>
          <p:cNvPr id="27" name="Picture 26" descr="server-48x48.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43712" y="1350224"/>
            <a:ext cx="609600" cy="609600"/>
          </a:xfrm>
          <a:prstGeom prst="rect">
            <a:avLst/>
          </a:prstGeom>
        </p:spPr>
      </p:pic>
    </p:spTree>
    <p:extLst>
      <p:ext uri="{BB962C8B-B14F-4D97-AF65-F5344CB8AC3E}">
        <p14:creationId xmlns:p14="http://schemas.microsoft.com/office/powerpoint/2010/main" val="37479811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9">
                                            <p:txEl>
                                              <p:pRg st="0" end="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9">
                                            <p:txEl>
                                              <p:pRg st="1" end="1"/>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9">
                                            <p:txEl>
                                              <p:pRg st="2" end="2"/>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1"/>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0"/>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2"/>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3"/>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8"/>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4">
                                            <p:txEl>
                                              <p:pRg st="1" end="1"/>
                                            </p:txEl>
                                          </p:spTgt>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4"/>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4">
                                            <p:txEl>
                                              <p:pRg st="2" end="2"/>
                                            </p:txEl>
                                          </p:spTgt>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15"/>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22"/>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23"/>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4">
                                            <p:txEl>
                                              <p:pRg st="4" end="4"/>
                                            </p:txEl>
                                          </p:spTgt>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0" grpId="0"/>
      <p:bldP spid="11" grpId="0"/>
      <p:bldP spid="12" grpId="0"/>
      <p:bldP spid="14" grpId="0"/>
      <p:bldP spid="17" grpId="0" animBg="1"/>
      <p:bldP spid="18" grpId="0" animBg="1"/>
      <p:bldP spid="20" grpId="0"/>
      <p:bldP spid="22" grpId="0"/>
      <p:bldP spid="24" grpId="0"/>
      <p:bldP spid="2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latin typeface="+mn-lt"/>
              </a:rPr>
              <a:t>Cristian’s Algorithm</a:t>
            </a:r>
          </a:p>
        </p:txBody>
      </p:sp>
      <p:sp>
        <p:nvSpPr>
          <p:cNvPr id="24" name="Content Placeholder 23"/>
          <p:cNvSpPr>
            <a:spLocks noGrp="1"/>
          </p:cNvSpPr>
          <p:nvPr>
            <p:ph idx="1"/>
          </p:nvPr>
        </p:nvSpPr>
        <p:spPr/>
        <p:txBody>
          <a:bodyPr/>
          <a:lstStyle/>
          <a:p>
            <a:r>
              <a:rPr lang="en-US" dirty="0"/>
              <a:t>Note times:</a:t>
            </a:r>
          </a:p>
          <a:p>
            <a:pPr marL="714375" lvl="2" indent="-357188">
              <a:defRPr/>
            </a:pPr>
            <a:r>
              <a:rPr lang="en-US" sz="2400" dirty="0"/>
              <a:t>Request sent: T0</a:t>
            </a:r>
          </a:p>
          <a:p>
            <a:pPr marL="714375" lvl="2" indent="-357188">
              <a:defRPr/>
            </a:pPr>
            <a:r>
              <a:rPr lang="en-US" sz="2400" dirty="0"/>
              <a:t>Reply received: T1</a:t>
            </a:r>
          </a:p>
          <a:p>
            <a:r>
              <a:rPr lang="en-US" dirty="0"/>
              <a:t>Assume network delays are symmetric.</a:t>
            </a:r>
          </a:p>
          <a:p>
            <a:r>
              <a:rPr lang="en-US" dirty="0"/>
              <a:t>Client sets time to</a:t>
            </a:r>
            <a:r>
              <a:rPr lang="en-US" dirty="0" smtClean="0"/>
              <a:t>:</a:t>
            </a:r>
            <a:endParaRPr lang="en-US" dirty="0"/>
          </a:p>
        </p:txBody>
      </p:sp>
      <p:sp>
        <p:nvSpPr>
          <p:cNvPr id="25" name="Text Box 20">
            <a:extLst>
              <a:ext uri="{FF2B5EF4-FFF2-40B4-BE49-F238E27FC236}">
                <a16:creationId xmlns="" xmlns:a16="http://schemas.microsoft.com/office/drawing/2014/main" id="{8E099E1F-6004-490E-8CE7-860E440F1BC3}"/>
              </a:ext>
            </a:extLst>
          </p:cNvPr>
          <p:cNvSpPr txBox="1">
            <a:spLocks noChangeArrowheads="1"/>
          </p:cNvSpPr>
          <p:nvPr/>
        </p:nvSpPr>
        <p:spPr bwMode="auto">
          <a:xfrm>
            <a:off x="5330572" y="4955069"/>
            <a:ext cx="2908553"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lg"/>
              </a14:hiddenLine>
            </a:ext>
          </a:extLst>
        </p:spPr>
        <p:txBody>
          <a:bodyPr wrap="none">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pPr algn="just"/>
            <a:r>
              <a:rPr lang="en-US" altLang="en-US" dirty="0">
                <a:latin typeface="+mj-lt"/>
              </a:rPr>
              <a:t>= estimated overhead</a:t>
            </a:r>
            <a:br>
              <a:rPr lang="en-US" altLang="en-US" dirty="0">
                <a:latin typeface="+mj-lt"/>
              </a:rPr>
            </a:br>
            <a:r>
              <a:rPr lang="en-US" altLang="en-US" dirty="0">
                <a:latin typeface="+mj-lt"/>
              </a:rPr>
              <a:t>   in each direction</a:t>
            </a:r>
          </a:p>
        </p:txBody>
      </p:sp>
      <p:grpSp>
        <p:nvGrpSpPr>
          <p:cNvPr id="26" name="Group 23">
            <a:extLst>
              <a:ext uri="{FF2B5EF4-FFF2-40B4-BE49-F238E27FC236}">
                <a16:creationId xmlns="" xmlns:a16="http://schemas.microsoft.com/office/drawing/2014/main" id="{642B6705-DE8B-415D-81D9-C4ED0CE964BF}"/>
              </a:ext>
            </a:extLst>
          </p:cNvPr>
          <p:cNvGrpSpPr>
            <a:grpSpLocks/>
          </p:cNvGrpSpPr>
          <p:nvPr/>
        </p:nvGrpSpPr>
        <p:grpSpPr bwMode="auto">
          <a:xfrm>
            <a:off x="3438525" y="4407380"/>
            <a:ext cx="1828800" cy="304800"/>
            <a:chOff x="2016" y="1824"/>
            <a:chExt cx="1152" cy="192"/>
          </a:xfrm>
        </p:grpSpPr>
        <p:sp>
          <p:nvSpPr>
            <p:cNvPr id="27" name="AutoShape 24">
              <a:extLst>
                <a:ext uri="{FF2B5EF4-FFF2-40B4-BE49-F238E27FC236}">
                  <a16:creationId xmlns="" xmlns:a16="http://schemas.microsoft.com/office/drawing/2014/main" id="{F32BE330-C117-4910-87C8-A49F8186FDDD}"/>
                </a:ext>
              </a:extLst>
            </p:cNvPr>
            <p:cNvSpPr>
              <a:spLocks/>
            </p:cNvSpPr>
            <p:nvPr/>
          </p:nvSpPr>
          <p:spPr bwMode="auto">
            <a:xfrm rot="5400000">
              <a:off x="2208" y="1632"/>
              <a:ext cx="192" cy="576"/>
            </a:xfrm>
            <a:prstGeom prst="rightBrace">
              <a:avLst>
                <a:gd name="adj1" fmla="val 25000"/>
                <a:gd name="adj2" fmla="val 50000"/>
              </a:avLst>
            </a:prstGeom>
            <a:noFill/>
            <a:ln w="25400">
              <a:solidFill>
                <a:schemeClr val="tx2"/>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pPr eaLnBrk="1" hangingPunct="1"/>
              <a:endParaRPr lang="en-US" altLang="en-US">
                <a:latin typeface="+mj-lt"/>
              </a:endParaRPr>
            </a:p>
          </p:txBody>
        </p:sp>
        <p:sp>
          <p:nvSpPr>
            <p:cNvPr id="28" name="AutoShape 25">
              <a:extLst>
                <a:ext uri="{FF2B5EF4-FFF2-40B4-BE49-F238E27FC236}">
                  <a16:creationId xmlns="" xmlns:a16="http://schemas.microsoft.com/office/drawing/2014/main" id="{331D1578-E4DF-43B7-B232-2593FC3F70A0}"/>
                </a:ext>
              </a:extLst>
            </p:cNvPr>
            <p:cNvSpPr>
              <a:spLocks/>
            </p:cNvSpPr>
            <p:nvPr/>
          </p:nvSpPr>
          <p:spPr bwMode="auto">
            <a:xfrm rot="5400000">
              <a:off x="2784" y="1632"/>
              <a:ext cx="192" cy="576"/>
            </a:xfrm>
            <a:prstGeom prst="rightBrace">
              <a:avLst>
                <a:gd name="adj1" fmla="val 25000"/>
                <a:gd name="adj2" fmla="val 50000"/>
              </a:avLst>
            </a:prstGeom>
            <a:noFill/>
            <a:ln w="25400">
              <a:solidFill>
                <a:schemeClr val="tx2"/>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pPr eaLnBrk="1" hangingPunct="1"/>
              <a:endParaRPr lang="en-US" altLang="en-US">
                <a:latin typeface="+mj-lt"/>
              </a:endParaRPr>
            </a:p>
          </p:txBody>
        </p:sp>
      </p:grpSp>
      <mc:AlternateContent xmlns:mc="http://schemas.openxmlformats.org/markup-compatibility/2006" xmlns:a14="http://schemas.microsoft.com/office/drawing/2010/main">
        <mc:Choice Requires="a14">
          <p:sp>
            <p:nvSpPr>
              <p:cNvPr id="29" name="TextBox 28">
                <a:extLst>
                  <a:ext uri="{FF2B5EF4-FFF2-40B4-BE49-F238E27FC236}">
                    <a16:creationId xmlns="" xmlns:a16="http://schemas.microsoft.com/office/drawing/2014/main" id="{7B6C9D31-4FE0-4A16-8A5C-B97A33572758}"/>
                  </a:ext>
                </a:extLst>
              </p:cNvPr>
              <p:cNvSpPr txBox="1"/>
              <p:nvPr/>
            </p:nvSpPr>
            <p:spPr>
              <a:xfrm>
                <a:off x="4270987" y="4959406"/>
                <a:ext cx="1127360" cy="689035"/>
              </a:xfrm>
              <a:prstGeom prst="rect">
                <a:avLst/>
              </a:prstGeom>
              <a:noFill/>
              <a:ln>
                <a:solidFill>
                  <a:schemeClr val="tx2"/>
                </a:solidFill>
              </a:ln>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pt-BR" sz="2400" i="1" smtClean="0">
                              <a:latin typeface="Cambria Math" panose="02040503050406030204" pitchFamily="18" charset="0"/>
                            </a:rPr>
                          </m:ctrlPr>
                        </m:fPr>
                        <m:num>
                          <m:sSub>
                            <m:sSubPr>
                              <m:ctrlPr>
                                <a:rPr lang="pt-BR" sz="2400" i="1">
                                  <a:latin typeface="Cambria Math" panose="02040503050406030204" pitchFamily="18" charset="0"/>
                                </a:rPr>
                              </m:ctrlPr>
                            </m:sSubPr>
                            <m:e>
                              <m:r>
                                <a:rPr lang="en-US" sz="2400" b="0" i="1" smtClean="0">
                                  <a:latin typeface="Cambria Math" panose="02040503050406030204" pitchFamily="18" charset="0"/>
                                </a:rPr>
                                <m:t>𝑇</m:t>
                              </m:r>
                            </m:e>
                            <m:sub>
                              <m:r>
                                <a:rPr lang="en-US" sz="2400" b="0" i="1" smtClean="0">
                                  <a:latin typeface="Cambria Math" panose="02040503050406030204" pitchFamily="18" charset="0"/>
                                </a:rPr>
                                <m:t>1 </m:t>
                              </m:r>
                            </m:sub>
                          </m:sSub>
                          <m:r>
                            <a:rPr lang="en-US" sz="2400" b="0" i="1" smtClean="0">
                              <a:latin typeface="Cambria Math" panose="02040503050406030204" pitchFamily="18" charset="0"/>
                            </a:rPr>
                            <m:t>−</m:t>
                          </m:r>
                          <m:sSub>
                            <m:sSubPr>
                              <m:ctrlPr>
                                <a:rPr lang="pt-BR" sz="2400" i="1" smtClean="0">
                                  <a:latin typeface="Cambria Math" panose="02040503050406030204" pitchFamily="18" charset="0"/>
                                </a:rPr>
                              </m:ctrlPr>
                            </m:sSubPr>
                            <m:e>
                              <m:r>
                                <a:rPr lang="en-US" sz="2400" b="0" i="1" smtClean="0">
                                  <a:latin typeface="Cambria Math" panose="02040503050406030204" pitchFamily="18" charset="0"/>
                                </a:rPr>
                                <m:t>𝑇</m:t>
                              </m:r>
                            </m:e>
                            <m:sub>
                              <m:r>
                                <a:rPr lang="en-US" sz="2400" b="0" i="1" smtClean="0">
                                  <a:latin typeface="Cambria Math" panose="02040503050406030204" pitchFamily="18" charset="0"/>
                                </a:rPr>
                                <m:t>0</m:t>
                              </m:r>
                            </m:sub>
                          </m:sSub>
                        </m:num>
                        <m:den>
                          <m:r>
                            <a:rPr lang="en-US" sz="2400" b="0" i="1" smtClean="0">
                              <a:latin typeface="Cambria Math" panose="02040503050406030204" pitchFamily="18" charset="0"/>
                            </a:rPr>
                            <m:t>2</m:t>
                          </m:r>
                        </m:den>
                      </m:f>
                    </m:oMath>
                  </m:oMathPara>
                </a14:m>
                <a:endParaRPr lang="en-US" dirty="0">
                  <a:latin typeface="+mj-lt"/>
                </a:endParaRPr>
              </a:p>
            </p:txBody>
          </p:sp>
        </mc:Choice>
        <mc:Fallback xmlns="">
          <p:sp>
            <p:nvSpPr>
              <p:cNvPr id="29" name="TextBox 28">
                <a:extLst>
                  <a:ext uri="{FF2B5EF4-FFF2-40B4-BE49-F238E27FC236}">
                    <a16:creationId xmlns:a16="http://schemas.microsoft.com/office/drawing/2014/main" xmlns:a14="http://schemas.microsoft.com/office/drawing/2010/main" xmlns="" id="{7B6C9D31-4FE0-4A16-8A5C-B97A33572758}"/>
                  </a:ext>
                </a:extLst>
              </p:cNvPr>
              <p:cNvSpPr txBox="1">
                <a:spLocks noRot="1" noChangeAspect="1" noMove="1" noResize="1" noEditPoints="1" noAdjustHandles="1" noChangeArrowheads="1" noChangeShapeType="1" noTextEdit="1"/>
              </p:cNvSpPr>
              <p:nvPr/>
            </p:nvSpPr>
            <p:spPr>
              <a:xfrm>
                <a:off x="4270987" y="4959406"/>
                <a:ext cx="1127360" cy="689035"/>
              </a:xfrm>
              <a:prstGeom prst="rect">
                <a:avLst/>
              </a:prstGeom>
              <a:blipFill rotWithShape="0">
                <a:blip r:embed="rId2"/>
                <a:stretch>
                  <a:fillRect/>
                </a:stretch>
              </a:blipFill>
              <a:ln>
                <a:solidFill>
                  <a:schemeClr val="tx2"/>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 xmlns:a16="http://schemas.microsoft.com/office/drawing/2014/main" id="{9280F3D7-60D4-4D95-8D27-8A6DD6E21341}"/>
                  </a:ext>
                </a:extLst>
              </p:cNvPr>
              <p:cNvSpPr txBox="1"/>
              <p:nvPr/>
            </p:nvSpPr>
            <p:spPr>
              <a:xfrm>
                <a:off x="4270987" y="5764974"/>
                <a:ext cx="3886200" cy="689035"/>
              </a:xfrm>
              <a:prstGeom prst="rect">
                <a:avLst/>
              </a:prstGeom>
              <a:noFill/>
              <a:ln>
                <a:solidFill>
                  <a:schemeClr val="tx2"/>
                </a:solid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pt-BR" sz="2400" i="1" smtClean="0">
                              <a:latin typeface="Cambria Math" panose="02040503050406030204" pitchFamily="18" charset="0"/>
                            </a:rPr>
                          </m:ctrlPr>
                        </m:sSubPr>
                        <m:e>
                          <m:r>
                            <a:rPr lang="en-US" sz="2400" i="1">
                              <a:latin typeface="Cambria Math" panose="02040503050406030204" pitchFamily="18" charset="0"/>
                            </a:rPr>
                            <m:t>𝑇</m:t>
                          </m:r>
                        </m:e>
                        <m:sub>
                          <m:r>
                            <a:rPr lang="en-US" sz="2400" b="0" i="1" smtClean="0">
                              <a:latin typeface="Cambria Math" panose="02040503050406030204" pitchFamily="18" charset="0"/>
                            </a:rPr>
                            <m:t>𝑛𝑒𝑤</m:t>
                          </m:r>
                          <m:r>
                            <a:rPr lang="en-US" sz="2400" i="1">
                              <a:latin typeface="Cambria Math" panose="02040503050406030204" pitchFamily="18" charset="0"/>
                            </a:rPr>
                            <m:t> </m:t>
                          </m:r>
                        </m:sub>
                      </m:sSub>
                      <m:r>
                        <a:rPr lang="en-US" sz="2400" b="0" i="1" smtClean="0">
                          <a:latin typeface="Cambria Math" panose="02040503050406030204" pitchFamily="18" charset="0"/>
                        </a:rPr>
                        <m:t>=</m:t>
                      </m:r>
                      <m:sSub>
                        <m:sSubPr>
                          <m:ctrlPr>
                            <a:rPr lang="pt-BR" sz="2400" i="1">
                              <a:latin typeface="Cambria Math" panose="02040503050406030204" pitchFamily="18" charset="0"/>
                            </a:rPr>
                          </m:ctrlPr>
                        </m:sSubPr>
                        <m:e>
                          <m:r>
                            <a:rPr lang="en-US" sz="2400" i="1">
                              <a:latin typeface="Cambria Math" panose="02040503050406030204" pitchFamily="18" charset="0"/>
                            </a:rPr>
                            <m:t>𝑇</m:t>
                          </m:r>
                        </m:e>
                        <m:sub>
                          <m:r>
                            <a:rPr lang="en-US" sz="2400" b="0" i="1" smtClean="0">
                              <a:latin typeface="Cambria Math" panose="02040503050406030204" pitchFamily="18" charset="0"/>
                            </a:rPr>
                            <m:t>𝑠𝑒𝑟𝑣𝑒𝑟</m:t>
                          </m:r>
                          <m:r>
                            <a:rPr lang="en-US" sz="2400" i="1">
                              <a:latin typeface="Cambria Math" panose="02040503050406030204" pitchFamily="18" charset="0"/>
                            </a:rPr>
                            <m:t> </m:t>
                          </m:r>
                        </m:sub>
                      </m:sSub>
                      <m:r>
                        <a:rPr lang="en-US" sz="2400" b="0" i="1" smtClean="0">
                          <a:latin typeface="Cambria Math" panose="02040503050406030204" pitchFamily="18" charset="0"/>
                        </a:rPr>
                        <m:t>+</m:t>
                      </m:r>
                      <m:f>
                        <m:fPr>
                          <m:ctrlPr>
                            <a:rPr lang="pt-BR" sz="2400" i="1" smtClean="0">
                              <a:latin typeface="Cambria Math" panose="02040503050406030204" pitchFamily="18" charset="0"/>
                            </a:rPr>
                          </m:ctrlPr>
                        </m:fPr>
                        <m:num>
                          <m:sSub>
                            <m:sSubPr>
                              <m:ctrlPr>
                                <a:rPr lang="pt-BR" sz="2400" i="1">
                                  <a:latin typeface="Cambria Math" panose="02040503050406030204" pitchFamily="18" charset="0"/>
                                </a:rPr>
                              </m:ctrlPr>
                            </m:sSubPr>
                            <m:e>
                              <m:r>
                                <a:rPr lang="en-US" sz="2400" b="0" i="1" smtClean="0">
                                  <a:latin typeface="Cambria Math" panose="02040503050406030204" pitchFamily="18" charset="0"/>
                                </a:rPr>
                                <m:t>𝑇</m:t>
                              </m:r>
                            </m:e>
                            <m:sub>
                              <m:r>
                                <a:rPr lang="en-US" sz="2400" b="0" i="1" smtClean="0">
                                  <a:latin typeface="Cambria Math" panose="02040503050406030204" pitchFamily="18" charset="0"/>
                                </a:rPr>
                                <m:t>1 </m:t>
                              </m:r>
                            </m:sub>
                          </m:sSub>
                          <m:r>
                            <a:rPr lang="en-US" sz="2400" b="0" i="1" smtClean="0">
                              <a:latin typeface="Cambria Math" panose="02040503050406030204" pitchFamily="18" charset="0"/>
                            </a:rPr>
                            <m:t>−</m:t>
                          </m:r>
                          <m:sSub>
                            <m:sSubPr>
                              <m:ctrlPr>
                                <a:rPr lang="pt-BR" sz="2400" i="1" smtClean="0">
                                  <a:latin typeface="Cambria Math" panose="02040503050406030204" pitchFamily="18" charset="0"/>
                                </a:rPr>
                              </m:ctrlPr>
                            </m:sSubPr>
                            <m:e>
                              <m:r>
                                <a:rPr lang="en-US" sz="2400" b="0" i="1" smtClean="0">
                                  <a:latin typeface="Cambria Math" panose="02040503050406030204" pitchFamily="18" charset="0"/>
                                </a:rPr>
                                <m:t>𝑇</m:t>
                              </m:r>
                            </m:e>
                            <m:sub>
                              <m:r>
                                <a:rPr lang="en-US" sz="2400" b="0" i="1" smtClean="0">
                                  <a:latin typeface="Cambria Math" panose="02040503050406030204" pitchFamily="18" charset="0"/>
                                </a:rPr>
                                <m:t>0</m:t>
                              </m:r>
                            </m:sub>
                          </m:sSub>
                        </m:num>
                        <m:den>
                          <m:r>
                            <a:rPr lang="en-US" sz="2400" b="0" i="1" smtClean="0">
                              <a:latin typeface="Cambria Math" panose="02040503050406030204" pitchFamily="18" charset="0"/>
                            </a:rPr>
                            <m:t>2</m:t>
                          </m:r>
                        </m:den>
                      </m:f>
                    </m:oMath>
                  </m:oMathPara>
                </a14:m>
                <a:endParaRPr lang="en-US" dirty="0">
                  <a:latin typeface="+mj-lt"/>
                </a:endParaRPr>
              </a:p>
            </p:txBody>
          </p:sp>
        </mc:Choice>
        <mc:Fallback xmlns="">
          <p:sp>
            <p:nvSpPr>
              <p:cNvPr id="30" name="TextBox 29">
                <a:extLst>
                  <a:ext uri="{FF2B5EF4-FFF2-40B4-BE49-F238E27FC236}">
                    <a16:creationId xmlns:a16="http://schemas.microsoft.com/office/drawing/2014/main" xmlns:a14="http://schemas.microsoft.com/office/drawing/2010/main" xmlns="" id="{9280F3D7-60D4-4D95-8D27-8A6DD6E21341}"/>
                  </a:ext>
                </a:extLst>
              </p:cNvPr>
              <p:cNvSpPr txBox="1">
                <a:spLocks noRot="1" noChangeAspect="1" noMove="1" noResize="1" noEditPoints="1" noAdjustHandles="1" noChangeArrowheads="1" noChangeShapeType="1" noTextEdit="1"/>
              </p:cNvSpPr>
              <p:nvPr/>
            </p:nvSpPr>
            <p:spPr>
              <a:xfrm>
                <a:off x="4270987" y="5764974"/>
                <a:ext cx="3886200" cy="689035"/>
              </a:xfrm>
              <a:prstGeom prst="rect">
                <a:avLst/>
              </a:prstGeom>
              <a:blipFill rotWithShape="0">
                <a:blip r:embed="rId3"/>
                <a:stretch>
                  <a:fillRect/>
                </a:stretch>
              </a:blipFill>
              <a:ln>
                <a:solidFill>
                  <a:schemeClr val="tx2"/>
                </a:solidFill>
              </a:ln>
            </p:spPr>
            <p:txBody>
              <a:bodyPr/>
              <a:lstStyle/>
              <a:p>
                <a:r>
                  <a:rPr lang="en-IN">
                    <a:noFill/>
                  </a:rPr>
                  <a:t> </a:t>
                </a:r>
              </a:p>
            </p:txBody>
          </p:sp>
        </mc:Fallback>
      </mc:AlternateContent>
      <p:sp>
        <p:nvSpPr>
          <p:cNvPr id="31" name="Line 5">
            <a:extLst>
              <a:ext uri="{FF2B5EF4-FFF2-40B4-BE49-F238E27FC236}">
                <a16:creationId xmlns="" xmlns:a16="http://schemas.microsoft.com/office/drawing/2014/main" id="{306CBAFE-4315-4962-A998-742B41CD5553}"/>
              </a:ext>
            </a:extLst>
          </p:cNvPr>
          <p:cNvSpPr>
            <a:spLocks noChangeShapeType="1"/>
          </p:cNvSpPr>
          <p:nvPr/>
        </p:nvSpPr>
        <p:spPr bwMode="auto">
          <a:xfrm>
            <a:off x="2371725" y="4407382"/>
            <a:ext cx="5257800" cy="0"/>
          </a:xfrm>
          <a:prstGeom prst="line">
            <a:avLst/>
          </a:prstGeom>
          <a:noFill/>
          <a:ln w="2540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2" name="Line 6">
            <a:extLst>
              <a:ext uri="{FF2B5EF4-FFF2-40B4-BE49-F238E27FC236}">
                <a16:creationId xmlns="" xmlns:a16="http://schemas.microsoft.com/office/drawing/2014/main" id="{997924F7-25C4-47F0-843E-22954D1ECC9C}"/>
              </a:ext>
            </a:extLst>
          </p:cNvPr>
          <p:cNvSpPr>
            <a:spLocks noChangeShapeType="1"/>
          </p:cNvSpPr>
          <p:nvPr/>
        </p:nvSpPr>
        <p:spPr bwMode="auto">
          <a:xfrm>
            <a:off x="2371725" y="3507269"/>
            <a:ext cx="5257800" cy="0"/>
          </a:xfrm>
          <a:prstGeom prst="line">
            <a:avLst/>
          </a:prstGeom>
          <a:noFill/>
          <a:ln w="2540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3" name="Text Box 7">
            <a:extLst>
              <a:ext uri="{FF2B5EF4-FFF2-40B4-BE49-F238E27FC236}">
                <a16:creationId xmlns="" xmlns:a16="http://schemas.microsoft.com/office/drawing/2014/main" id="{10265189-75A4-4E27-AE2B-527539BC509E}"/>
              </a:ext>
            </a:extLst>
          </p:cNvPr>
          <p:cNvSpPr txBox="1">
            <a:spLocks noChangeArrowheads="1"/>
          </p:cNvSpPr>
          <p:nvPr/>
        </p:nvSpPr>
        <p:spPr bwMode="auto">
          <a:xfrm>
            <a:off x="771525" y="3264382"/>
            <a:ext cx="152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pPr algn="r"/>
            <a:r>
              <a:rPr lang="en-US" altLang="en-US" b="1" dirty="0">
                <a:latin typeface="+mj-lt"/>
              </a:rPr>
              <a:t>server</a:t>
            </a:r>
            <a:endParaRPr lang="en-US" altLang="en-US" b="1" baseline="-25000" dirty="0">
              <a:latin typeface="+mj-lt"/>
            </a:endParaRPr>
          </a:p>
        </p:txBody>
      </p:sp>
      <p:sp>
        <p:nvSpPr>
          <p:cNvPr id="34" name="Text Box 8">
            <a:extLst>
              <a:ext uri="{FF2B5EF4-FFF2-40B4-BE49-F238E27FC236}">
                <a16:creationId xmlns="" xmlns:a16="http://schemas.microsoft.com/office/drawing/2014/main" id="{7C6919D6-BB4F-4131-8C8E-D1182EBECF67}"/>
              </a:ext>
            </a:extLst>
          </p:cNvPr>
          <p:cNvSpPr txBox="1">
            <a:spLocks noChangeArrowheads="1"/>
          </p:cNvSpPr>
          <p:nvPr/>
        </p:nvSpPr>
        <p:spPr bwMode="auto">
          <a:xfrm>
            <a:off x="1000125" y="4174019"/>
            <a:ext cx="1295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pPr algn="r"/>
            <a:r>
              <a:rPr lang="en-US" altLang="en-US" b="1" dirty="0">
                <a:latin typeface="+mj-lt"/>
              </a:rPr>
              <a:t>client</a:t>
            </a:r>
            <a:endParaRPr lang="en-US" altLang="en-US" b="1" baseline="-25000" dirty="0">
              <a:latin typeface="+mj-lt"/>
            </a:endParaRPr>
          </a:p>
        </p:txBody>
      </p:sp>
      <p:sp>
        <p:nvSpPr>
          <p:cNvPr id="35" name="Text Box 9">
            <a:extLst>
              <a:ext uri="{FF2B5EF4-FFF2-40B4-BE49-F238E27FC236}">
                <a16:creationId xmlns="" xmlns:a16="http://schemas.microsoft.com/office/drawing/2014/main" id="{6AA61C3F-1CAD-4A58-BB9F-23821D1089B5}"/>
              </a:ext>
            </a:extLst>
          </p:cNvPr>
          <p:cNvSpPr txBox="1">
            <a:spLocks noChangeArrowheads="1"/>
          </p:cNvSpPr>
          <p:nvPr/>
        </p:nvSpPr>
        <p:spPr bwMode="auto">
          <a:xfrm>
            <a:off x="7248525" y="4421669"/>
            <a:ext cx="7216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r>
              <a:rPr lang="en-US" altLang="en-US" dirty="0">
                <a:latin typeface="+mj-lt"/>
              </a:rPr>
              <a:t>time</a:t>
            </a:r>
          </a:p>
        </p:txBody>
      </p:sp>
      <p:sp>
        <p:nvSpPr>
          <p:cNvPr id="36" name="Line 10">
            <a:extLst>
              <a:ext uri="{FF2B5EF4-FFF2-40B4-BE49-F238E27FC236}">
                <a16:creationId xmlns="" xmlns:a16="http://schemas.microsoft.com/office/drawing/2014/main" id="{56DE6D20-0A34-4E5B-A112-A2DA9B294A9E}"/>
              </a:ext>
            </a:extLst>
          </p:cNvPr>
          <p:cNvSpPr>
            <a:spLocks noChangeShapeType="1"/>
          </p:cNvSpPr>
          <p:nvPr/>
        </p:nvSpPr>
        <p:spPr bwMode="auto">
          <a:xfrm flipV="1">
            <a:off x="3363913" y="3494569"/>
            <a:ext cx="685800" cy="914400"/>
          </a:xfrm>
          <a:prstGeom prst="line">
            <a:avLst/>
          </a:prstGeom>
          <a:noFill/>
          <a:ln w="25400">
            <a:solidFill>
              <a:schemeClr val="tx2"/>
            </a:solidFill>
            <a:round/>
            <a:headEnd/>
            <a:tailEnd type="stealth" w="lg" len="lg"/>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7" name="Line 11">
            <a:extLst>
              <a:ext uri="{FF2B5EF4-FFF2-40B4-BE49-F238E27FC236}">
                <a16:creationId xmlns="" xmlns:a16="http://schemas.microsoft.com/office/drawing/2014/main" id="{16585AE3-3C76-459E-9296-01363A0F52F2}"/>
              </a:ext>
            </a:extLst>
          </p:cNvPr>
          <p:cNvSpPr>
            <a:spLocks noChangeShapeType="1"/>
          </p:cNvSpPr>
          <p:nvPr/>
        </p:nvSpPr>
        <p:spPr bwMode="auto">
          <a:xfrm>
            <a:off x="4657725" y="3492982"/>
            <a:ext cx="685800" cy="914400"/>
          </a:xfrm>
          <a:prstGeom prst="line">
            <a:avLst/>
          </a:prstGeom>
          <a:noFill/>
          <a:ln w="25400">
            <a:solidFill>
              <a:schemeClr val="tx2"/>
            </a:solidFill>
            <a:round/>
            <a:headEnd/>
            <a:tailEnd type="stealth" w="lg" len="lg"/>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8" name="Text Box 12">
            <a:extLst>
              <a:ext uri="{FF2B5EF4-FFF2-40B4-BE49-F238E27FC236}">
                <a16:creationId xmlns="" xmlns:a16="http://schemas.microsoft.com/office/drawing/2014/main" id="{6F147F58-E92A-4D1B-B37B-6ACB445DAE61}"/>
              </a:ext>
            </a:extLst>
          </p:cNvPr>
          <p:cNvSpPr txBox="1">
            <a:spLocks noChangeArrowheads="1"/>
          </p:cNvSpPr>
          <p:nvPr/>
        </p:nvSpPr>
        <p:spPr bwMode="auto">
          <a:xfrm>
            <a:off x="2524125" y="3950183"/>
            <a:ext cx="98148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lg"/>
              </a14:hiddenLine>
            </a:ext>
          </a:extLst>
        </p:spPr>
        <p:txBody>
          <a:bodyPr wrap="none">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r>
              <a:rPr lang="en-US" altLang="en-US" sz="2000" dirty="0">
                <a:latin typeface="+mj-lt"/>
              </a:rPr>
              <a:t>request</a:t>
            </a:r>
          </a:p>
        </p:txBody>
      </p:sp>
      <p:sp>
        <p:nvSpPr>
          <p:cNvPr id="39" name="Text Box 13">
            <a:extLst>
              <a:ext uri="{FF2B5EF4-FFF2-40B4-BE49-F238E27FC236}">
                <a16:creationId xmlns="" xmlns:a16="http://schemas.microsoft.com/office/drawing/2014/main" id="{CC22E836-9D1B-4DFA-96E6-B79F918A514C}"/>
              </a:ext>
            </a:extLst>
          </p:cNvPr>
          <p:cNvSpPr txBox="1">
            <a:spLocks noChangeArrowheads="1"/>
          </p:cNvSpPr>
          <p:nvPr/>
        </p:nvSpPr>
        <p:spPr bwMode="auto">
          <a:xfrm>
            <a:off x="5253037" y="3950183"/>
            <a:ext cx="67678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lg"/>
              </a14:hiddenLine>
            </a:ext>
          </a:extLst>
        </p:spPr>
        <p:txBody>
          <a:bodyPr wrap="none">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r>
              <a:rPr lang="en-US" altLang="en-US" sz="2000" dirty="0">
                <a:latin typeface="+mj-lt"/>
              </a:rPr>
              <a:t>reply</a:t>
            </a:r>
          </a:p>
        </p:txBody>
      </p:sp>
      <p:sp>
        <p:nvSpPr>
          <p:cNvPr id="40" name="Text Box 14">
            <a:extLst>
              <a:ext uri="{FF2B5EF4-FFF2-40B4-BE49-F238E27FC236}">
                <a16:creationId xmlns="" xmlns:a16="http://schemas.microsoft.com/office/drawing/2014/main" id="{F3383F5D-06B3-4C06-85B4-69613772F042}"/>
              </a:ext>
            </a:extLst>
          </p:cNvPr>
          <p:cNvSpPr txBox="1">
            <a:spLocks noChangeArrowheads="1"/>
          </p:cNvSpPr>
          <p:nvPr/>
        </p:nvSpPr>
        <p:spPr bwMode="auto">
          <a:xfrm>
            <a:off x="3109913" y="4423257"/>
            <a:ext cx="49084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lg"/>
              </a14:hiddenLine>
            </a:ext>
          </a:extLst>
        </p:spPr>
        <p:txBody>
          <a:bodyPr wrap="none">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r>
              <a:rPr lang="en-US" altLang="en-US" sz="2800" dirty="0">
                <a:latin typeface="+mj-lt"/>
              </a:rPr>
              <a:t>T</a:t>
            </a:r>
            <a:r>
              <a:rPr lang="en-US" altLang="en-US" sz="2800" baseline="-25000" dirty="0">
                <a:latin typeface="+mj-lt"/>
              </a:rPr>
              <a:t>0</a:t>
            </a:r>
          </a:p>
        </p:txBody>
      </p:sp>
      <p:sp>
        <p:nvSpPr>
          <p:cNvPr id="41" name="Text Box 15">
            <a:extLst>
              <a:ext uri="{FF2B5EF4-FFF2-40B4-BE49-F238E27FC236}">
                <a16:creationId xmlns="" xmlns:a16="http://schemas.microsoft.com/office/drawing/2014/main" id="{D2DD6317-A003-4823-BE81-7B81DD8927B0}"/>
              </a:ext>
            </a:extLst>
          </p:cNvPr>
          <p:cNvSpPr txBox="1">
            <a:spLocks noChangeArrowheads="1"/>
          </p:cNvSpPr>
          <p:nvPr/>
        </p:nvSpPr>
        <p:spPr bwMode="auto">
          <a:xfrm>
            <a:off x="5167312" y="4423257"/>
            <a:ext cx="49084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lg"/>
              </a14:hiddenLine>
            </a:ext>
          </a:extLst>
        </p:spPr>
        <p:txBody>
          <a:bodyPr wrap="none">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r>
              <a:rPr lang="en-US" altLang="en-US" sz="2800" dirty="0">
                <a:latin typeface="+mj-lt"/>
              </a:rPr>
              <a:t>T</a:t>
            </a:r>
            <a:r>
              <a:rPr lang="en-US" altLang="en-US" sz="2800" baseline="-25000" dirty="0">
                <a:latin typeface="+mj-lt"/>
              </a:rPr>
              <a:t>1</a:t>
            </a:r>
          </a:p>
        </p:txBody>
      </p:sp>
      <p:sp>
        <p:nvSpPr>
          <p:cNvPr id="42" name="Line 16">
            <a:extLst>
              <a:ext uri="{FF2B5EF4-FFF2-40B4-BE49-F238E27FC236}">
                <a16:creationId xmlns="" xmlns:a16="http://schemas.microsoft.com/office/drawing/2014/main" id="{18970F1B-D1F0-4547-9FA8-D4D2341BED2B}"/>
              </a:ext>
            </a:extLst>
          </p:cNvPr>
          <p:cNvSpPr>
            <a:spLocks noChangeShapeType="1"/>
          </p:cNvSpPr>
          <p:nvPr/>
        </p:nvSpPr>
        <p:spPr bwMode="auto">
          <a:xfrm>
            <a:off x="4352925" y="3202469"/>
            <a:ext cx="0" cy="304800"/>
          </a:xfrm>
          <a:prstGeom prst="line">
            <a:avLst/>
          </a:prstGeom>
          <a:noFill/>
          <a:ln w="25400">
            <a:solidFill>
              <a:schemeClr val="tx2"/>
            </a:solidFill>
            <a:round/>
            <a:headEnd/>
            <a:tailEnd type="stealth" w="lg" len="lg"/>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43" name="Text Box 17">
            <a:extLst>
              <a:ext uri="{FF2B5EF4-FFF2-40B4-BE49-F238E27FC236}">
                <a16:creationId xmlns="" xmlns:a16="http://schemas.microsoft.com/office/drawing/2014/main" id="{485EE701-1F71-4CC0-9D13-25EB2BBC7954}"/>
              </a:ext>
            </a:extLst>
          </p:cNvPr>
          <p:cNvSpPr txBox="1">
            <a:spLocks noChangeArrowheads="1"/>
          </p:cNvSpPr>
          <p:nvPr/>
        </p:nvSpPr>
        <p:spPr bwMode="auto">
          <a:xfrm>
            <a:off x="4276725" y="2821469"/>
            <a:ext cx="83067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lg"/>
              </a14:hiddenLine>
            </a:ext>
          </a:extLst>
        </p:spPr>
        <p:txBody>
          <a:bodyPr wrap="none">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r>
              <a:rPr lang="en-US" altLang="en-US" i="1" dirty="0">
                <a:latin typeface="+mj-lt"/>
              </a:rPr>
              <a:t>T</a:t>
            </a:r>
            <a:r>
              <a:rPr lang="en-US" altLang="en-US" i="1" baseline="-25000" dirty="0">
                <a:latin typeface="+mj-lt"/>
              </a:rPr>
              <a:t>server</a:t>
            </a:r>
          </a:p>
        </p:txBody>
      </p:sp>
      <p:pic>
        <p:nvPicPr>
          <p:cNvPr id="45" name="Picture 44" descr="Mac-Book-Black-On-48x48.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9940" y="4173395"/>
            <a:ext cx="609600" cy="609600"/>
          </a:xfrm>
          <a:prstGeom prst="rect">
            <a:avLst/>
          </a:prstGeom>
        </p:spPr>
      </p:pic>
      <p:pic>
        <p:nvPicPr>
          <p:cNvPr id="46" name="Picture 45" descr="server-48x48.p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33147" y="3202469"/>
            <a:ext cx="609600" cy="609600"/>
          </a:xfrm>
          <a:prstGeom prst="rect">
            <a:avLst/>
          </a:prstGeom>
        </p:spPr>
      </p:pic>
    </p:spTree>
    <p:extLst>
      <p:ext uri="{BB962C8B-B14F-4D97-AF65-F5344CB8AC3E}">
        <p14:creationId xmlns:p14="http://schemas.microsoft.com/office/powerpoint/2010/main" val="3392030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4"/>
                                        </p:tgtEl>
                                        <p:attrNameLst>
                                          <p:attrName>style.visibility</p:attrName>
                                        </p:attrNameLst>
                                      </p:cBhvr>
                                      <p:to>
                                        <p:strVal val="visible"/>
                                      </p:to>
                                    </p:set>
                                  </p:childTnLst>
                                </p:cTn>
                              </p:par>
                            </p:childTnLst>
                          </p:cTn>
                        </p:par>
                        <p:par>
                          <p:cTn id="39" fill="hold">
                            <p:stCondLst>
                              <p:cond delay="0"/>
                            </p:stCondLst>
                            <p:childTnLst>
                              <p:par>
                                <p:cTn id="40" presetID="1" presetClass="entr" presetSubtype="0" fill="hold" grpId="0" nodeType="afterEffect">
                                  <p:stCondLst>
                                    <p:cond delay="0"/>
                                  </p:stCondLst>
                                  <p:childTnLst>
                                    <p:set>
                                      <p:cBhvr>
                                        <p:cTn id="41" dur="1" fill="hold">
                                          <p:stCondLst>
                                            <p:cond delay="0"/>
                                          </p:stCondLst>
                                        </p:cTn>
                                        <p:tgtEl>
                                          <p:spTgt spid="35"/>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40"/>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36"/>
                                        </p:tgtEl>
                                        <p:attrNameLst>
                                          <p:attrName>style.visibility</p:attrName>
                                        </p:attrNameLst>
                                      </p:cBhvr>
                                      <p:to>
                                        <p:strVal val="visible"/>
                                      </p:to>
                                    </p:set>
                                  </p:childTnLst>
                                </p:cTn>
                              </p:par>
                              <p:par>
                                <p:cTn id="50" presetID="1" presetClass="entr" presetSubtype="0" fill="hold" grpId="0" nodeType="withEffect">
                                  <p:stCondLst>
                                    <p:cond delay="0"/>
                                  </p:stCondLst>
                                  <p:childTnLst>
                                    <p:set>
                                      <p:cBhvr>
                                        <p:cTn id="51" dur="1" fill="hold">
                                          <p:stCondLst>
                                            <p:cond delay="0"/>
                                          </p:stCondLst>
                                        </p:cTn>
                                        <p:tgtEl>
                                          <p:spTgt spid="38"/>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43"/>
                                        </p:tgtEl>
                                        <p:attrNameLst>
                                          <p:attrName>style.visibility</p:attrName>
                                        </p:attrNameLst>
                                      </p:cBhvr>
                                      <p:to>
                                        <p:strVal val="visible"/>
                                      </p:to>
                                    </p:set>
                                  </p:childTnLst>
                                </p:cTn>
                              </p:par>
                              <p:par>
                                <p:cTn id="56" presetID="1" presetClass="entr" presetSubtype="0" fill="hold" grpId="0" nodeType="withEffect">
                                  <p:stCondLst>
                                    <p:cond delay="0"/>
                                  </p:stCondLst>
                                  <p:childTnLst>
                                    <p:set>
                                      <p:cBhvr>
                                        <p:cTn id="57" dur="1" fill="hold">
                                          <p:stCondLst>
                                            <p:cond delay="0"/>
                                          </p:stCondLst>
                                        </p:cTn>
                                        <p:tgtEl>
                                          <p:spTgt spid="42"/>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37"/>
                                        </p:tgtEl>
                                        <p:attrNameLst>
                                          <p:attrName>style.visibility</p:attrName>
                                        </p:attrNameLst>
                                      </p:cBhvr>
                                      <p:to>
                                        <p:strVal val="visible"/>
                                      </p:to>
                                    </p:set>
                                  </p:childTnLst>
                                </p:cTn>
                              </p:par>
                              <p:par>
                                <p:cTn id="62" presetID="1" presetClass="entr" presetSubtype="0" fill="hold" grpId="0" nodeType="withEffect">
                                  <p:stCondLst>
                                    <p:cond delay="0"/>
                                  </p:stCondLst>
                                  <p:childTnLst>
                                    <p:set>
                                      <p:cBhvr>
                                        <p:cTn id="63" dur="1" fill="hold">
                                          <p:stCondLst>
                                            <p:cond delay="0"/>
                                          </p:stCondLst>
                                        </p:cTn>
                                        <p:tgtEl>
                                          <p:spTgt spid="39"/>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41"/>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nodeType="clickEffect">
                                  <p:stCondLst>
                                    <p:cond delay="0"/>
                                  </p:stCondLst>
                                  <p:childTnLst>
                                    <p:set>
                                      <p:cBhvr>
                                        <p:cTn id="71" dur="1" fill="hold">
                                          <p:stCondLst>
                                            <p:cond delay="0"/>
                                          </p:stCondLst>
                                        </p:cTn>
                                        <p:tgtEl>
                                          <p:spTgt spid="26"/>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grpId="0" nodeType="clickEffect">
                                  <p:stCondLst>
                                    <p:cond delay="0"/>
                                  </p:stCondLst>
                                  <p:childTnLst>
                                    <p:set>
                                      <p:cBhvr>
                                        <p:cTn id="75" dur="1" fill="hold">
                                          <p:stCondLst>
                                            <p:cond delay="0"/>
                                          </p:stCondLst>
                                        </p:cTn>
                                        <p:tgtEl>
                                          <p:spTgt spid="29"/>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grpId="0" nodeType="clickEffect">
                                  <p:stCondLst>
                                    <p:cond delay="0"/>
                                  </p:stCondLst>
                                  <p:childTnLst>
                                    <p:set>
                                      <p:cBhvr>
                                        <p:cTn id="79" dur="1" fill="hold">
                                          <p:stCondLst>
                                            <p:cond delay="0"/>
                                          </p:stCondLst>
                                        </p:cTn>
                                        <p:tgtEl>
                                          <p:spTgt spid="25"/>
                                        </p:tgtEl>
                                        <p:attrNameLst>
                                          <p:attrName>style.visibility</p:attrName>
                                        </p:attrNameLst>
                                      </p:cBhvr>
                                      <p:to>
                                        <p:strVal val="visible"/>
                                      </p:to>
                                    </p:se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grpId="0" nodeType="clickEffect">
                                  <p:stCondLst>
                                    <p:cond delay="0"/>
                                  </p:stCondLst>
                                  <p:childTnLst>
                                    <p:set>
                                      <p:cBhvr>
                                        <p:cTn id="83"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9" grpId="0" animBg="1"/>
      <p:bldP spid="30" grpId="0" animBg="1"/>
      <p:bldP spid="31" grpId="0" animBg="1"/>
      <p:bldP spid="32" grpId="0" animBg="1"/>
      <p:bldP spid="33" grpId="0"/>
      <p:bldP spid="34" grpId="0"/>
      <p:bldP spid="35" grpId="0"/>
      <p:bldP spid="36" grpId="0" animBg="1"/>
      <p:bldP spid="37" grpId="0" animBg="1"/>
      <p:bldP spid="38" grpId="0"/>
      <p:bldP spid="39" grpId="0"/>
      <p:bldP spid="40" grpId="0"/>
      <p:bldP spid="41" grpId="0"/>
      <p:bldP spid="42" grpId="0" animBg="1"/>
      <p:bldP spid="4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latin typeface="+mn-lt"/>
              </a:rPr>
              <a:t>Cristian’s Algorithm</a:t>
            </a:r>
          </a:p>
        </p:txBody>
      </p:sp>
      <p:grpSp>
        <p:nvGrpSpPr>
          <p:cNvPr id="23" name="Group 23">
            <a:extLst>
              <a:ext uri="{FF2B5EF4-FFF2-40B4-BE49-F238E27FC236}">
                <a16:creationId xmlns="" xmlns:a16="http://schemas.microsoft.com/office/drawing/2014/main" id="{642B6705-DE8B-415D-81D9-C4ED0CE964BF}"/>
              </a:ext>
            </a:extLst>
          </p:cNvPr>
          <p:cNvGrpSpPr>
            <a:grpSpLocks/>
          </p:cNvGrpSpPr>
          <p:nvPr/>
        </p:nvGrpSpPr>
        <p:grpSpPr bwMode="auto">
          <a:xfrm>
            <a:off x="3209925" y="3454063"/>
            <a:ext cx="1828800" cy="287338"/>
            <a:chOff x="2016" y="1824"/>
            <a:chExt cx="1152" cy="181"/>
          </a:xfrm>
        </p:grpSpPr>
        <p:sp>
          <p:nvSpPr>
            <p:cNvPr id="44" name="AutoShape 24">
              <a:extLst>
                <a:ext uri="{FF2B5EF4-FFF2-40B4-BE49-F238E27FC236}">
                  <a16:creationId xmlns="" xmlns:a16="http://schemas.microsoft.com/office/drawing/2014/main" id="{F32BE330-C117-4910-87C8-A49F8186FDDD}"/>
                </a:ext>
              </a:extLst>
            </p:cNvPr>
            <p:cNvSpPr>
              <a:spLocks/>
            </p:cNvSpPr>
            <p:nvPr/>
          </p:nvSpPr>
          <p:spPr bwMode="auto">
            <a:xfrm rot="5400000">
              <a:off x="2127" y="1713"/>
              <a:ext cx="156" cy="378"/>
            </a:xfrm>
            <a:prstGeom prst="rightBrace">
              <a:avLst>
                <a:gd name="adj1" fmla="val 25000"/>
                <a:gd name="adj2" fmla="val 50000"/>
              </a:avLst>
            </a:prstGeom>
            <a:noFill/>
            <a:ln w="25400">
              <a:solidFill>
                <a:schemeClr val="tx2"/>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pPr eaLnBrk="1" hangingPunct="1"/>
              <a:endParaRPr lang="en-US" altLang="en-US">
                <a:latin typeface="+mj-lt"/>
              </a:endParaRPr>
            </a:p>
          </p:txBody>
        </p:sp>
        <p:sp>
          <p:nvSpPr>
            <p:cNvPr id="45" name="AutoShape 25">
              <a:extLst>
                <a:ext uri="{FF2B5EF4-FFF2-40B4-BE49-F238E27FC236}">
                  <a16:creationId xmlns="" xmlns:a16="http://schemas.microsoft.com/office/drawing/2014/main" id="{331D1578-E4DF-43B7-B232-2593FC3F70A0}"/>
                </a:ext>
              </a:extLst>
            </p:cNvPr>
            <p:cNvSpPr>
              <a:spLocks/>
            </p:cNvSpPr>
            <p:nvPr/>
          </p:nvSpPr>
          <p:spPr bwMode="auto">
            <a:xfrm rot="5400000">
              <a:off x="2885" y="1723"/>
              <a:ext cx="181" cy="384"/>
            </a:xfrm>
            <a:prstGeom prst="rightBrace">
              <a:avLst>
                <a:gd name="adj1" fmla="val 25000"/>
                <a:gd name="adj2" fmla="val 50000"/>
              </a:avLst>
            </a:prstGeom>
            <a:noFill/>
            <a:ln w="25400">
              <a:solidFill>
                <a:schemeClr val="tx2"/>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pPr eaLnBrk="1" hangingPunct="1"/>
              <a:endParaRPr lang="en-US" altLang="en-US">
                <a:latin typeface="+mj-lt"/>
              </a:endParaRPr>
            </a:p>
          </p:txBody>
        </p:sp>
      </p:grpSp>
      <mc:AlternateContent xmlns:mc="http://schemas.openxmlformats.org/markup-compatibility/2006" xmlns:a14="http://schemas.microsoft.com/office/drawing/2010/main">
        <mc:Choice Requires="a14">
          <p:sp>
            <p:nvSpPr>
              <p:cNvPr id="46" name="TextBox 45">
                <a:extLst>
                  <a:ext uri="{FF2B5EF4-FFF2-40B4-BE49-F238E27FC236}">
                    <a16:creationId xmlns="" xmlns:a16="http://schemas.microsoft.com/office/drawing/2014/main" id="{9280F3D7-60D4-4D95-8D27-8A6DD6E21341}"/>
                  </a:ext>
                </a:extLst>
              </p:cNvPr>
              <p:cNvSpPr txBox="1"/>
              <p:nvPr/>
            </p:nvSpPr>
            <p:spPr>
              <a:xfrm>
                <a:off x="4433455" y="4592498"/>
                <a:ext cx="4110469" cy="689035"/>
              </a:xfrm>
              <a:prstGeom prst="rect">
                <a:avLst/>
              </a:prstGeom>
              <a:noFill/>
              <a:ln>
                <a:solidFill>
                  <a:schemeClr val="tx2"/>
                </a:solid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pt-BR" sz="2400" i="1" smtClean="0">
                              <a:latin typeface="Cambria Math" panose="02040503050406030204" pitchFamily="18" charset="0"/>
                            </a:rPr>
                          </m:ctrlPr>
                        </m:sSubPr>
                        <m:e>
                          <m:r>
                            <a:rPr lang="en-US" sz="2400" i="1">
                              <a:latin typeface="Cambria Math" panose="02040503050406030204" pitchFamily="18" charset="0"/>
                            </a:rPr>
                            <m:t>𝑇</m:t>
                          </m:r>
                        </m:e>
                        <m:sub>
                          <m:r>
                            <a:rPr lang="en-US" sz="2400" b="0" i="1" smtClean="0">
                              <a:latin typeface="Cambria Math" panose="02040503050406030204" pitchFamily="18" charset="0"/>
                            </a:rPr>
                            <m:t>𝑛𝑒𝑤</m:t>
                          </m:r>
                          <m:r>
                            <a:rPr lang="en-US" sz="2400" i="1">
                              <a:latin typeface="Cambria Math" panose="02040503050406030204" pitchFamily="18" charset="0"/>
                            </a:rPr>
                            <m:t> </m:t>
                          </m:r>
                        </m:sub>
                      </m:sSub>
                      <m:r>
                        <a:rPr lang="en-US" sz="2400" b="0" i="1" smtClean="0">
                          <a:latin typeface="Cambria Math" panose="02040503050406030204" pitchFamily="18" charset="0"/>
                        </a:rPr>
                        <m:t>=</m:t>
                      </m:r>
                      <m:sSub>
                        <m:sSubPr>
                          <m:ctrlPr>
                            <a:rPr lang="pt-BR" sz="2400" i="1">
                              <a:latin typeface="Cambria Math" panose="02040503050406030204" pitchFamily="18" charset="0"/>
                            </a:rPr>
                          </m:ctrlPr>
                        </m:sSubPr>
                        <m:e>
                          <m:r>
                            <a:rPr lang="en-US" sz="2400" i="1">
                              <a:latin typeface="Cambria Math" panose="02040503050406030204" pitchFamily="18" charset="0"/>
                            </a:rPr>
                            <m:t>𝑇</m:t>
                          </m:r>
                        </m:e>
                        <m:sub>
                          <m:r>
                            <a:rPr lang="en-US" sz="2400" b="0" i="1" smtClean="0">
                              <a:latin typeface="Cambria Math" panose="02040503050406030204" pitchFamily="18" charset="0"/>
                            </a:rPr>
                            <m:t>𝑠𝑒𝑟𝑣𝑒𝑟</m:t>
                          </m:r>
                          <m:r>
                            <a:rPr lang="en-US" sz="2400" i="1">
                              <a:latin typeface="Cambria Math" panose="02040503050406030204" pitchFamily="18" charset="0"/>
                            </a:rPr>
                            <m:t> </m:t>
                          </m:r>
                        </m:sub>
                      </m:sSub>
                      <m:r>
                        <a:rPr lang="en-US" sz="2400" b="0" i="1" smtClean="0">
                          <a:latin typeface="Cambria Math" panose="02040503050406030204" pitchFamily="18" charset="0"/>
                        </a:rPr>
                        <m:t>+</m:t>
                      </m:r>
                      <m:f>
                        <m:fPr>
                          <m:ctrlPr>
                            <a:rPr lang="pt-BR" sz="2400" i="1" smtClean="0">
                              <a:latin typeface="Cambria Math" panose="02040503050406030204" pitchFamily="18" charset="0"/>
                            </a:rPr>
                          </m:ctrlPr>
                        </m:fPr>
                        <m:num>
                          <m:sSub>
                            <m:sSubPr>
                              <m:ctrlPr>
                                <a:rPr lang="pt-BR" sz="2400" i="1">
                                  <a:latin typeface="Cambria Math" panose="02040503050406030204" pitchFamily="18" charset="0"/>
                                </a:rPr>
                              </m:ctrlPr>
                            </m:sSubPr>
                            <m:e>
                              <m:r>
                                <a:rPr lang="en-US" sz="2400" b="0" i="1" smtClean="0">
                                  <a:latin typeface="Cambria Math" panose="02040503050406030204" pitchFamily="18" charset="0"/>
                                </a:rPr>
                                <m:t>𝑇</m:t>
                              </m:r>
                            </m:e>
                            <m:sub>
                              <m:r>
                                <a:rPr lang="en-US" sz="2400" b="0" i="1" smtClean="0">
                                  <a:latin typeface="Cambria Math" panose="02040503050406030204" pitchFamily="18" charset="0"/>
                                </a:rPr>
                                <m:t>1 </m:t>
                              </m:r>
                            </m:sub>
                          </m:sSub>
                          <m:r>
                            <a:rPr lang="en-US" sz="2400" b="0" i="1" smtClean="0">
                              <a:latin typeface="Cambria Math" panose="02040503050406030204" pitchFamily="18" charset="0"/>
                            </a:rPr>
                            <m:t>−</m:t>
                          </m:r>
                          <m:sSub>
                            <m:sSubPr>
                              <m:ctrlPr>
                                <a:rPr lang="pt-BR" sz="2400" i="1" smtClean="0">
                                  <a:latin typeface="Cambria Math" panose="02040503050406030204" pitchFamily="18" charset="0"/>
                                </a:rPr>
                              </m:ctrlPr>
                            </m:sSubPr>
                            <m:e>
                              <m:r>
                                <a:rPr lang="en-US" sz="2400" b="0" i="1" smtClean="0">
                                  <a:latin typeface="Cambria Math" panose="02040503050406030204" pitchFamily="18" charset="0"/>
                                </a:rPr>
                                <m:t>𝑇</m:t>
                              </m:r>
                            </m:e>
                            <m:sub>
                              <m:r>
                                <a:rPr lang="en-US" sz="2400" b="0" i="1" smtClean="0">
                                  <a:latin typeface="Cambria Math" panose="02040503050406030204" pitchFamily="18" charset="0"/>
                                </a:rPr>
                                <m:t>0</m:t>
                              </m:r>
                            </m:sub>
                          </m:sSub>
                          <m:r>
                            <a:rPr lang="en-IN" sz="2400" b="0" i="1" smtClean="0">
                              <a:latin typeface="Cambria Math" panose="02040503050406030204" pitchFamily="18" charset="0"/>
                            </a:rPr>
                            <m:t>−</m:t>
                          </m:r>
                          <m:r>
                            <a:rPr lang="en-IN" sz="2400" b="0" i="1" smtClean="0">
                              <a:latin typeface="Cambria Math" panose="02040503050406030204" pitchFamily="18" charset="0"/>
                            </a:rPr>
                            <m:t>𝐼</m:t>
                          </m:r>
                        </m:num>
                        <m:den>
                          <m:r>
                            <a:rPr lang="en-US" sz="2400" b="0" i="1" smtClean="0">
                              <a:latin typeface="Cambria Math" panose="02040503050406030204" pitchFamily="18" charset="0"/>
                            </a:rPr>
                            <m:t>2</m:t>
                          </m:r>
                        </m:den>
                      </m:f>
                    </m:oMath>
                  </m:oMathPara>
                </a14:m>
                <a:endParaRPr lang="en-US" dirty="0">
                  <a:latin typeface="+mj-lt"/>
                </a:endParaRPr>
              </a:p>
            </p:txBody>
          </p:sp>
        </mc:Choice>
        <mc:Fallback xmlns="">
          <p:sp>
            <p:nvSpPr>
              <p:cNvPr id="46" name="TextBox 45">
                <a:extLst>
                  <a:ext uri="{FF2B5EF4-FFF2-40B4-BE49-F238E27FC236}">
                    <a16:creationId xmlns:a16="http://schemas.microsoft.com/office/drawing/2014/main" xmlns:a14="http://schemas.microsoft.com/office/drawing/2010/main" xmlns="" id="{9280F3D7-60D4-4D95-8D27-8A6DD6E21341}"/>
                  </a:ext>
                </a:extLst>
              </p:cNvPr>
              <p:cNvSpPr txBox="1">
                <a:spLocks noRot="1" noChangeAspect="1" noMove="1" noResize="1" noEditPoints="1" noAdjustHandles="1" noChangeArrowheads="1" noChangeShapeType="1" noTextEdit="1"/>
              </p:cNvSpPr>
              <p:nvPr/>
            </p:nvSpPr>
            <p:spPr>
              <a:xfrm>
                <a:off x="4433455" y="4592498"/>
                <a:ext cx="4110469" cy="689035"/>
              </a:xfrm>
              <a:prstGeom prst="rect">
                <a:avLst/>
              </a:prstGeom>
              <a:blipFill rotWithShape="0">
                <a:blip r:embed="rId2"/>
                <a:stretch>
                  <a:fillRect/>
                </a:stretch>
              </a:blipFill>
              <a:ln>
                <a:solidFill>
                  <a:schemeClr val="tx2"/>
                </a:solidFill>
              </a:ln>
            </p:spPr>
            <p:txBody>
              <a:bodyPr/>
              <a:lstStyle/>
              <a:p>
                <a:r>
                  <a:rPr lang="en-IN">
                    <a:noFill/>
                  </a:rPr>
                  <a:t> </a:t>
                </a:r>
              </a:p>
            </p:txBody>
          </p:sp>
        </mc:Fallback>
      </mc:AlternateContent>
      <p:sp>
        <p:nvSpPr>
          <p:cNvPr id="47" name="Line 5">
            <a:extLst>
              <a:ext uri="{FF2B5EF4-FFF2-40B4-BE49-F238E27FC236}">
                <a16:creationId xmlns="" xmlns:a16="http://schemas.microsoft.com/office/drawing/2014/main" id="{306CBAFE-4315-4962-A998-742B41CD5553}"/>
              </a:ext>
            </a:extLst>
          </p:cNvPr>
          <p:cNvSpPr>
            <a:spLocks noChangeShapeType="1"/>
          </p:cNvSpPr>
          <p:nvPr/>
        </p:nvSpPr>
        <p:spPr bwMode="auto">
          <a:xfrm>
            <a:off x="2143125" y="3454060"/>
            <a:ext cx="5257800" cy="0"/>
          </a:xfrm>
          <a:prstGeom prst="line">
            <a:avLst/>
          </a:prstGeom>
          <a:noFill/>
          <a:ln w="2540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48" name="Line 6">
            <a:extLst>
              <a:ext uri="{FF2B5EF4-FFF2-40B4-BE49-F238E27FC236}">
                <a16:creationId xmlns="" xmlns:a16="http://schemas.microsoft.com/office/drawing/2014/main" id="{997924F7-25C4-47F0-843E-22954D1ECC9C}"/>
              </a:ext>
            </a:extLst>
          </p:cNvPr>
          <p:cNvSpPr>
            <a:spLocks noChangeShapeType="1"/>
          </p:cNvSpPr>
          <p:nvPr/>
        </p:nvSpPr>
        <p:spPr bwMode="auto">
          <a:xfrm>
            <a:off x="2143125" y="2553947"/>
            <a:ext cx="5257800" cy="0"/>
          </a:xfrm>
          <a:prstGeom prst="line">
            <a:avLst/>
          </a:prstGeom>
          <a:noFill/>
          <a:ln w="2540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49" name="Text Box 7">
            <a:extLst>
              <a:ext uri="{FF2B5EF4-FFF2-40B4-BE49-F238E27FC236}">
                <a16:creationId xmlns="" xmlns:a16="http://schemas.microsoft.com/office/drawing/2014/main" id="{10265189-75A4-4E27-AE2B-527539BC509E}"/>
              </a:ext>
            </a:extLst>
          </p:cNvPr>
          <p:cNvSpPr txBox="1">
            <a:spLocks noChangeArrowheads="1"/>
          </p:cNvSpPr>
          <p:nvPr/>
        </p:nvSpPr>
        <p:spPr bwMode="auto">
          <a:xfrm>
            <a:off x="542925" y="2311060"/>
            <a:ext cx="152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pPr algn="r"/>
            <a:r>
              <a:rPr lang="en-US" altLang="en-US" b="1" dirty="0">
                <a:latin typeface="+mj-lt"/>
              </a:rPr>
              <a:t>server</a:t>
            </a:r>
            <a:endParaRPr lang="en-US" altLang="en-US" b="1" baseline="-25000" dirty="0">
              <a:latin typeface="+mj-lt"/>
            </a:endParaRPr>
          </a:p>
        </p:txBody>
      </p:sp>
      <p:sp>
        <p:nvSpPr>
          <p:cNvPr id="50" name="Text Box 8">
            <a:extLst>
              <a:ext uri="{FF2B5EF4-FFF2-40B4-BE49-F238E27FC236}">
                <a16:creationId xmlns="" xmlns:a16="http://schemas.microsoft.com/office/drawing/2014/main" id="{7C6919D6-BB4F-4131-8C8E-D1182EBECF67}"/>
              </a:ext>
            </a:extLst>
          </p:cNvPr>
          <p:cNvSpPr txBox="1">
            <a:spLocks noChangeArrowheads="1"/>
          </p:cNvSpPr>
          <p:nvPr/>
        </p:nvSpPr>
        <p:spPr bwMode="auto">
          <a:xfrm>
            <a:off x="771525" y="3220697"/>
            <a:ext cx="1295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pPr algn="r"/>
            <a:r>
              <a:rPr lang="en-US" altLang="en-US" b="1" dirty="0">
                <a:latin typeface="+mj-lt"/>
              </a:rPr>
              <a:t>client</a:t>
            </a:r>
            <a:endParaRPr lang="en-US" altLang="en-US" b="1" baseline="-25000" dirty="0">
              <a:latin typeface="+mj-lt"/>
            </a:endParaRPr>
          </a:p>
        </p:txBody>
      </p:sp>
      <p:sp>
        <p:nvSpPr>
          <p:cNvPr id="51" name="Text Box 9">
            <a:extLst>
              <a:ext uri="{FF2B5EF4-FFF2-40B4-BE49-F238E27FC236}">
                <a16:creationId xmlns="" xmlns:a16="http://schemas.microsoft.com/office/drawing/2014/main" id="{6AA61C3F-1CAD-4A58-BB9F-23821D1089B5}"/>
              </a:ext>
            </a:extLst>
          </p:cNvPr>
          <p:cNvSpPr txBox="1">
            <a:spLocks noChangeArrowheads="1"/>
          </p:cNvSpPr>
          <p:nvPr/>
        </p:nvSpPr>
        <p:spPr bwMode="auto">
          <a:xfrm>
            <a:off x="7019925" y="3468347"/>
            <a:ext cx="7216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r>
              <a:rPr lang="en-US" altLang="en-US" dirty="0">
                <a:latin typeface="+mj-lt"/>
              </a:rPr>
              <a:t>time</a:t>
            </a:r>
          </a:p>
        </p:txBody>
      </p:sp>
      <p:sp>
        <p:nvSpPr>
          <p:cNvPr id="52" name="Line 10">
            <a:extLst>
              <a:ext uri="{FF2B5EF4-FFF2-40B4-BE49-F238E27FC236}">
                <a16:creationId xmlns="" xmlns:a16="http://schemas.microsoft.com/office/drawing/2014/main" id="{56DE6D20-0A34-4E5B-A112-A2DA9B294A9E}"/>
              </a:ext>
            </a:extLst>
          </p:cNvPr>
          <p:cNvSpPr>
            <a:spLocks noChangeShapeType="1"/>
          </p:cNvSpPr>
          <p:nvPr/>
        </p:nvSpPr>
        <p:spPr bwMode="auto">
          <a:xfrm flipV="1">
            <a:off x="3135313" y="2541247"/>
            <a:ext cx="685800" cy="914400"/>
          </a:xfrm>
          <a:prstGeom prst="line">
            <a:avLst/>
          </a:prstGeom>
          <a:noFill/>
          <a:ln w="25400">
            <a:solidFill>
              <a:schemeClr val="tx2"/>
            </a:solidFill>
            <a:round/>
            <a:headEnd/>
            <a:tailEnd type="stealth" w="lg" len="lg"/>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53" name="Line 11">
            <a:extLst>
              <a:ext uri="{FF2B5EF4-FFF2-40B4-BE49-F238E27FC236}">
                <a16:creationId xmlns="" xmlns:a16="http://schemas.microsoft.com/office/drawing/2014/main" id="{16585AE3-3C76-459E-9296-01363A0F52F2}"/>
              </a:ext>
            </a:extLst>
          </p:cNvPr>
          <p:cNvSpPr>
            <a:spLocks noChangeShapeType="1"/>
          </p:cNvSpPr>
          <p:nvPr/>
        </p:nvSpPr>
        <p:spPr bwMode="auto">
          <a:xfrm>
            <a:off x="4429125" y="2539660"/>
            <a:ext cx="685800" cy="914400"/>
          </a:xfrm>
          <a:prstGeom prst="line">
            <a:avLst/>
          </a:prstGeom>
          <a:noFill/>
          <a:ln w="25400">
            <a:solidFill>
              <a:schemeClr val="tx2"/>
            </a:solidFill>
            <a:round/>
            <a:headEnd/>
            <a:tailEnd type="stealth" w="lg" len="lg"/>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54" name="Text Box 12">
            <a:extLst>
              <a:ext uri="{FF2B5EF4-FFF2-40B4-BE49-F238E27FC236}">
                <a16:creationId xmlns="" xmlns:a16="http://schemas.microsoft.com/office/drawing/2014/main" id="{6F147F58-E92A-4D1B-B37B-6ACB445DAE61}"/>
              </a:ext>
            </a:extLst>
          </p:cNvPr>
          <p:cNvSpPr txBox="1">
            <a:spLocks noChangeArrowheads="1"/>
          </p:cNvSpPr>
          <p:nvPr/>
        </p:nvSpPr>
        <p:spPr bwMode="auto">
          <a:xfrm>
            <a:off x="2295525" y="2996861"/>
            <a:ext cx="98148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lg"/>
              </a14:hiddenLine>
            </a:ext>
          </a:extLst>
        </p:spPr>
        <p:txBody>
          <a:bodyPr wrap="none">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r>
              <a:rPr lang="en-US" altLang="en-US" sz="2000" dirty="0">
                <a:latin typeface="+mj-lt"/>
              </a:rPr>
              <a:t>request</a:t>
            </a:r>
          </a:p>
        </p:txBody>
      </p:sp>
      <p:sp>
        <p:nvSpPr>
          <p:cNvPr id="55" name="Text Box 13">
            <a:extLst>
              <a:ext uri="{FF2B5EF4-FFF2-40B4-BE49-F238E27FC236}">
                <a16:creationId xmlns="" xmlns:a16="http://schemas.microsoft.com/office/drawing/2014/main" id="{CC22E836-9D1B-4DFA-96E6-B79F918A514C}"/>
              </a:ext>
            </a:extLst>
          </p:cNvPr>
          <p:cNvSpPr txBox="1">
            <a:spLocks noChangeArrowheads="1"/>
          </p:cNvSpPr>
          <p:nvPr/>
        </p:nvSpPr>
        <p:spPr bwMode="auto">
          <a:xfrm>
            <a:off x="5024437" y="2996861"/>
            <a:ext cx="67678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lg"/>
              </a14:hiddenLine>
            </a:ext>
          </a:extLst>
        </p:spPr>
        <p:txBody>
          <a:bodyPr wrap="none">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r>
              <a:rPr lang="en-US" altLang="en-US" sz="2000" dirty="0">
                <a:latin typeface="+mj-lt"/>
              </a:rPr>
              <a:t>reply</a:t>
            </a:r>
          </a:p>
        </p:txBody>
      </p:sp>
      <p:sp>
        <p:nvSpPr>
          <p:cNvPr id="56" name="Text Box 14">
            <a:extLst>
              <a:ext uri="{FF2B5EF4-FFF2-40B4-BE49-F238E27FC236}">
                <a16:creationId xmlns="" xmlns:a16="http://schemas.microsoft.com/office/drawing/2014/main" id="{F3383F5D-06B3-4C06-85B4-69613772F042}"/>
              </a:ext>
            </a:extLst>
          </p:cNvPr>
          <p:cNvSpPr txBox="1">
            <a:spLocks noChangeArrowheads="1"/>
          </p:cNvSpPr>
          <p:nvPr/>
        </p:nvSpPr>
        <p:spPr bwMode="auto">
          <a:xfrm>
            <a:off x="2839873" y="3469934"/>
            <a:ext cx="49084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lg"/>
              </a14:hiddenLine>
            </a:ext>
          </a:extLst>
        </p:spPr>
        <p:txBody>
          <a:bodyPr wrap="none">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r>
              <a:rPr lang="en-US" altLang="en-US" sz="2800" dirty="0">
                <a:latin typeface="+mj-lt"/>
              </a:rPr>
              <a:t>T</a:t>
            </a:r>
            <a:r>
              <a:rPr lang="en-US" altLang="en-US" sz="2800" baseline="-25000" dirty="0">
                <a:latin typeface="+mj-lt"/>
              </a:rPr>
              <a:t>0</a:t>
            </a:r>
          </a:p>
        </p:txBody>
      </p:sp>
      <p:sp>
        <p:nvSpPr>
          <p:cNvPr id="57" name="Text Box 15">
            <a:extLst>
              <a:ext uri="{FF2B5EF4-FFF2-40B4-BE49-F238E27FC236}">
                <a16:creationId xmlns="" xmlns:a16="http://schemas.microsoft.com/office/drawing/2014/main" id="{D2DD6317-A003-4823-BE81-7B81DD8927B0}"/>
              </a:ext>
            </a:extLst>
          </p:cNvPr>
          <p:cNvSpPr txBox="1">
            <a:spLocks noChangeArrowheads="1"/>
          </p:cNvSpPr>
          <p:nvPr/>
        </p:nvSpPr>
        <p:spPr bwMode="auto">
          <a:xfrm>
            <a:off x="4938712" y="3469935"/>
            <a:ext cx="49084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lg"/>
              </a14:hiddenLine>
            </a:ext>
          </a:extLst>
        </p:spPr>
        <p:txBody>
          <a:bodyPr wrap="none">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r>
              <a:rPr lang="en-US" altLang="en-US" sz="2800" dirty="0">
                <a:latin typeface="+mj-lt"/>
              </a:rPr>
              <a:t>T</a:t>
            </a:r>
            <a:r>
              <a:rPr lang="en-US" altLang="en-US" sz="2800" baseline="-25000" dirty="0">
                <a:latin typeface="+mj-lt"/>
              </a:rPr>
              <a:t>1</a:t>
            </a:r>
          </a:p>
        </p:txBody>
      </p:sp>
      <p:sp>
        <p:nvSpPr>
          <p:cNvPr id="58" name="Line 16">
            <a:extLst>
              <a:ext uri="{FF2B5EF4-FFF2-40B4-BE49-F238E27FC236}">
                <a16:creationId xmlns="" xmlns:a16="http://schemas.microsoft.com/office/drawing/2014/main" id="{18970F1B-D1F0-4547-9FA8-D4D2341BED2B}"/>
              </a:ext>
            </a:extLst>
          </p:cNvPr>
          <p:cNvSpPr>
            <a:spLocks noChangeShapeType="1"/>
          </p:cNvSpPr>
          <p:nvPr/>
        </p:nvSpPr>
        <p:spPr bwMode="auto">
          <a:xfrm>
            <a:off x="4124325" y="2249147"/>
            <a:ext cx="0" cy="304800"/>
          </a:xfrm>
          <a:prstGeom prst="line">
            <a:avLst/>
          </a:prstGeom>
          <a:noFill/>
          <a:ln w="25400">
            <a:solidFill>
              <a:schemeClr val="tx2"/>
            </a:solidFill>
            <a:round/>
            <a:headEnd/>
            <a:tailEnd type="stealth" w="lg" len="lg"/>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59" name="Text Box 17">
            <a:extLst>
              <a:ext uri="{FF2B5EF4-FFF2-40B4-BE49-F238E27FC236}">
                <a16:creationId xmlns="" xmlns:a16="http://schemas.microsoft.com/office/drawing/2014/main" id="{485EE701-1F71-4CC0-9D13-25EB2BBC7954}"/>
              </a:ext>
            </a:extLst>
          </p:cNvPr>
          <p:cNvSpPr txBox="1">
            <a:spLocks noChangeArrowheads="1"/>
          </p:cNvSpPr>
          <p:nvPr/>
        </p:nvSpPr>
        <p:spPr bwMode="auto">
          <a:xfrm>
            <a:off x="4048125" y="1868147"/>
            <a:ext cx="83067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lg"/>
              </a14:hiddenLine>
            </a:ext>
          </a:extLst>
        </p:spPr>
        <p:txBody>
          <a:bodyPr wrap="none">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r>
              <a:rPr lang="en-US" altLang="en-US" i="1" dirty="0">
                <a:latin typeface="+mj-lt"/>
              </a:rPr>
              <a:t>T</a:t>
            </a:r>
            <a:r>
              <a:rPr lang="en-US" altLang="en-US" i="1" baseline="-25000" dirty="0">
                <a:latin typeface="+mj-lt"/>
              </a:rPr>
              <a:t>server</a:t>
            </a:r>
          </a:p>
        </p:txBody>
      </p:sp>
      <p:sp>
        <p:nvSpPr>
          <p:cNvPr id="60" name="Rectangle 2">
            <a:extLst>
              <a:ext uri="{FF2B5EF4-FFF2-40B4-BE49-F238E27FC236}">
                <a16:creationId xmlns="" xmlns:a16="http://schemas.microsoft.com/office/drawing/2014/main" id="{F36C2293-E9A8-448C-A0AF-27BB4DD847A6}"/>
              </a:ext>
            </a:extLst>
          </p:cNvPr>
          <p:cNvSpPr>
            <a:spLocks noChangeArrowheads="1"/>
          </p:cNvSpPr>
          <p:nvPr/>
        </p:nvSpPr>
        <p:spPr bwMode="auto">
          <a:xfrm>
            <a:off x="3810163" y="2568126"/>
            <a:ext cx="641818" cy="1190141"/>
          </a:xfrm>
          <a:prstGeom prst="rect">
            <a:avLst/>
          </a:prstGeom>
          <a:solidFill>
            <a:schemeClr val="bg1">
              <a:lumMod val="65000"/>
              <a:alpha val="39999"/>
            </a:schemeClr>
          </a:solidFill>
          <a:ln>
            <a:noFill/>
          </a:ln>
        </p:spPr>
        <p:txBody>
          <a:bodyPr wrap="none" anchor="ct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pPr eaLnBrk="1" hangingPunct="1"/>
            <a:endParaRPr lang="en-US" altLang="en-US">
              <a:latin typeface="+mj-lt"/>
            </a:endParaRPr>
          </a:p>
        </p:txBody>
      </p:sp>
      <p:sp>
        <p:nvSpPr>
          <p:cNvPr id="61" name="AutoShape 36">
            <a:extLst>
              <a:ext uri="{FF2B5EF4-FFF2-40B4-BE49-F238E27FC236}">
                <a16:creationId xmlns="" xmlns:a16="http://schemas.microsoft.com/office/drawing/2014/main" id="{B0E73182-0572-4849-814D-5083F94123DE}"/>
              </a:ext>
            </a:extLst>
          </p:cNvPr>
          <p:cNvSpPr>
            <a:spLocks/>
          </p:cNvSpPr>
          <p:nvPr/>
        </p:nvSpPr>
        <p:spPr bwMode="auto">
          <a:xfrm rot="5400000">
            <a:off x="3962555" y="3606645"/>
            <a:ext cx="317984" cy="600868"/>
          </a:xfrm>
          <a:prstGeom prst="rightBrace">
            <a:avLst>
              <a:gd name="adj1" fmla="val 28333"/>
              <a:gd name="adj2" fmla="val 50000"/>
            </a:avLst>
          </a:prstGeom>
          <a:noFill/>
          <a:ln w="25400">
            <a:solidFill>
              <a:schemeClr val="tx2"/>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pPr eaLnBrk="1" hangingPunct="1"/>
            <a:endParaRPr lang="en-US" altLang="en-US">
              <a:solidFill>
                <a:schemeClr val="tx2"/>
              </a:solidFill>
              <a:latin typeface="+mj-lt"/>
            </a:endParaRPr>
          </a:p>
        </p:txBody>
      </p:sp>
      <p:sp>
        <p:nvSpPr>
          <p:cNvPr id="62" name="Text Box 15">
            <a:extLst>
              <a:ext uri="{FF2B5EF4-FFF2-40B4-BE49-F238E27FC236}">
                <a16:creationId xmlns="" xmlns:a16="http://schemas.microsoft.com/office/drawing/2014/main" id="{35A994BD-8CDD-474B-9F98-FD0F80FF5C28}"/>
              </a:ext>
            </a:extLst>
          </p:cNvPr>
          <p:cNvSpPr txBox="1">
            <a:spLocks noChangeArrowheads="1"/>
          </p:cNvSpPr>
          <p:nvPr/>
        </p:nvSpPr>
        <p:spPr bwMode="auto">
          <a:xfrm>
            <a:off x="2676525" y="3976687"/>
            <a:ext cx="294682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lg"/>
              </a14:hiddenLine>
            </a:ext>
          </a:extLst>
        </p:spPr>
        <p:txBody>
          <a:bodyPr wrap="square">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r>
              <a:rPr lang="en-US" altLang="en-US" sz="2000" dirty="0">
                <a:latin typeface="+mj-lt"/>
              </a:rPr>
              <a:t>I = server processing time</a:t>
            </a:r>
            <a:endParaRPr lang="en-US" altLang="en-US" sz="2000" baseline="-25000" dirty="0">
              <a:latin typeface="+mj-lt"/>
            </a:endParaRPr>
          </a:p>
        </p:txBody>
      </p:sp>
      <p:pic>
        <p:nvPicPr>
          <p:cNvPr id="24" name="Picture 23" descr="Mac-Book-Black-On-48x48.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4520" y="3263885"/>
            <a:ext cx="609600" cy="609600"/>
          </a:xfrm>
          <a:prstGeom prst="rect">
            <a:avLst/>
          </a:prstGeom>
        </p:spPr>
      </p:pic>
      <p:pic>
        <p:nvPicPr>
          <p:cNvPr id="25" name="Picture 24" descr="server-48x48.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7727" y="2292959"/>
            <a:ext cx="609600" cy="609600"/>
          </a:xfrm>
          <a:prstGeom prst="rect">
            <a:avLst/>
          </a:prstGeom>
        </p:spPr>
      </p:pic>
    </p:spTree>
    <p:extLst>
      <p:ext uri="{BB962C8B-B14F-4D97-AF65-F5344CB8AC3E}">
        <p14:creationId xmlns:p14="http://schemas.microsoft.com/office/powerpoint/2010/main" val="32075875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0"/>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grpId="0" nodeType="afterEffect">
                                  <p:stCondLst>
                                    <p:cond delay="0"/>
                                  </p:stCondLst>
                                  <p:childTnLst>
                                    <p:set>
                                      <p:cBhvr>
                                        <p:cTn id="21" dur="1" fill="hold">
                                          <p:stCondLst>
                                            <p:cond delay="0"/>
                                          </p:stCondLst>
                                        </p:cTn>
                                        <p:tgtEl>
                                          <p:spTgt spid="51"/>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56"/>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52"/>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54"/>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59"/>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58"/>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53"/>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55"/>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57"/>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nodeType="clickEffect">
                                  <p:stCondLst>
                                    <p:cond delay="0"/>
                                  </p:stCondLst>
                                  <p:childTnLst>
                                    <p:set>
                                      <p:cBhvr>
                                        <p:cTn id="51" dur="1" fill="hold">
                                          <p:stCondLst>
                                            <p:cond delay="0"/>
                                          </p:stCondLst>
                                        </p:cTn>
                                        <p:tgtEl>
                                          <p:spTgt spid="23"/>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60"/>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61"/>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62"/>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animBg="1"/>
      <p:bldP spid="47" grpId="0" animBg="1"/>
      <p:bldP spid="48" grpId="0" animBg="1"/>
      <p:bldP spid="49" grpId="0"/>
      <p:bldP spid="50" grpId="0"/>
      <p:bldP spid="51" grpId="0"/>
      <p:bldP spid="52" grpId="0" animBg="1"/>
      <p:bldP spid="53" grpId="0" animBg="1"/>
      <p:bldP spid="54" grpId="0"/>
      <p:bldP spid="55" grpId="0"/>
      <p:bldP spid="56" grpId="0"/>
      <p:bldP spid="57" grpId="0"/>
      <p:bldP spid="58" grpId="0" animBg="1"/>
      <p:bldP spid="59" grpId="0"/>
      <p:bldP spid="60" grpId="0" animBg="1"/>
      <p:bldP spid="61" grpId="0" animBg="1"/>
      <p:bldP spid="6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latin typeface="+mn-lt"/>
              </a:rPr>
              <a:t>Cristian’s Algorithm</a:t>
            </a:r>
          </a:p>
        </p:txBody>
      </p:sp>
      <p:sp>
        <p:nvSpPr>
          <p:cNvPr id="23" name="Line 4"/>
          <p:cNvSpPr>
            <a:spLocks noChangeShapeType="1"/>
          </p:cNvSpPr>
          <p:nvPr/>
        </p:nvSpPr>
        <p:spPr bwMode="auto">
          <a:xfrm>
            <a:off x="2133600" y="2424112"/>
            <a:ext cx="5257800" cy="0"/>
          </a:xfrm>
          <a:prstGeom prst="line">
            <a:avLst/>
          </a:prstGeom>
          <a:noFill/>
          <a:ln w="25400">
            <a:solidFill>
              <a:schemeClr val="tx1"/>
            </a:solidFill>
            <a:round/>
            <a:headEnd/>
            <a:tailEnd type="stealth" w="lg" len="lg"/>
          </a:ln>
        </p:spPr>
        <p:txBody>
          <a:bodyPr/>
          <a:lstStyle/>
          <a:p>
            <a:pPr>
              <a:defRPr/>
            </a:pPr>
            <a:endParaRPr lang="en-US">
              <a:latin typeface="+mj-lt"/>
              <a:ea typeface="+mn-ea"/>
            </a:endParaRPr>
          </a:p>
        </p:txBody>
      </p:sp>
      <p:sp>
        <p:nvSpPr>
          <p:cNvPr id="44" name="Line 5"/>
          <p:cNvSpPr>
            <a:spLocks noChangeShapeType="1"/>
          </p:cNvSpPr>
          <p:nvPr/>
        </p:nvSpPr>
        <p:spPr bwMode="auto">
          <a:xfrm>
            <a:off x="2133600" y="1509712"/>
            <a:ext cx="5257800" cy="0"/>
          </a:xfrm>
          <a:prstGeom prst="line">
            <a:avLst/>
          </a:prstGeom>
          <a:noFill/>
          <a:ln w="25400">
            <a:solidFill>
              <a:schemeClr val="tx1"/>
            </a:solidFill>
            <a:round/>
            <a:headEnd/>
            <a:tailEnd type="stealth" w="lg" len="lg"/>
          </a:ln>
        </p:spPr>
        <p:txBody>
          <a:bodyPr/>
          <a:lstStyle/>
          <a:p>
            <a:pPr>
              <a:defRPr/>
            </a:pPr>
            <a:endParaRPr lang="en-US">
              <a:latin typeface="+mj-lt"/>
              <a:ea typeface="+mn-ea"/>
            </a:endParaRPr>
          </a:p>
        </p:txBody>
      </p:sp>
      <p:sp>
        <p:nvSpPr>
          <p:cNvPr id="45" name="Text Box 6"/>
          <p:cNvSpPr txBox="1">
            <a:spLocks noChangeArrowheads="1"/>
          </p:cNvSpPr>
          <p:nvPr/>
        </p:nvSpPr>
        <p:spPr bwMode="auto">
          <a:xfrm>
            <a:off x="533400" y="1281112"/>
            <a:ext cx="1524000" cy="461665"/>
          </a:xfrm>
          <a:prstGeom prst="rect">
            <a:avLst/>
          </a:prstGeom>
          <a:noFill/>
          <a:ln w="25400">
            <a:noFill/>
            <a:miter lim="800000"/>
            <a:headEnd/>
            <a:tailEnd/>
          </a:ln>
        </p:spPr>
        <p:txBody>
          <a:bodyPr>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pPr algn="r"/>
            <a:r>
              <a:rPr lang="en-US" altLang="en-US" b="1" i="1" dirty="0">
                <a:latin typeface="+mj-lt"/>
              </a:rPr>
              <a:t>server</a:t>
            </a:r>
            <a:endParaRPr lang="en-US" altLang="en-US" b="1" i="1" baseline="-25000" dirty="0">
              <a:latin typeface="+mj-lt"/>
            </a:endParaRPr>
          </a:p>
        </p:txBody>
      </p:sp>
      <p:sp>
        <p:nvSpPr>
          <p:cNvPr id="46" name="Text Box 7"/>
          <p:cNvSpPr txBox="1">
            <a:spLocks noChangeArrowheads="1"/>
          </p:cNvSpPr>
          <p:nvPr/>
        </p:nvSpPr>
        <p:spPr bwMode="auto">
          <a:xfrm>
            <a:off x="762000" y="2190750"/>
            <a:ext cx="1295400" cy="461665"/>
          </a:xfrm>
          <a:prstGeom prst="rect">
            <a:avLst/>
          </a:prstGeom>
          <a:noFill/>
          <a:ln w="25400">
            <a:noFill/>
            <a:miter lim="800000"/>
            <a:headEnd/>
            <a:tailEnd/>
          </a:ln>
        </p:spPr>
        <p:txBody>
          <a:bodyPr>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pPr algn="r"/>
            <a:r>
              <a:rPr lang="en-US" altLang="en-US" b="1" i="1">
                <a:latin typeface="+mj-lt"/>
              </a:rPr>
              <a:t>client</a:t>
            </a:r>
            <a:endParaRPr lang="en-US" altLang="en-US" b="1" i="1" baseline="-25000">
              <a:latin typeface="+mj-lt"/>
            </a:endParaRPr>
          </a:p>
        </p:txBody>
      </p:sp>
      <p:sp>
        <p:nvSpPr>
          <p:cNvPr id="47" name="Text Box 8"/>
          <p:cNvSpPr txBox="1">
            <a:spLocks noChangeArrowheads="1"/>
          </p:cNvSpPr>
          <p:nvPr/>
        </p:nvSpPr>
        <p:spPr bwMode="auto">
          <a:xfrm>
            <a:off x="7010400" y="2438400"/>
            <a:ext cx="712054" cy="461665"/>
          </a:xfrm>
          <a:prstGeom prst="rect">
            <a:avLst/>
          </a:prstGeom>
          <a:noFill/>
          <a:ln w="25400">
            <a:noFill/>
            <a:miter lim="800000"/>
            <a:headEnd/>
            <a:tailEnd/>
          </a:ln>
        </p:spPr>
        <p:txBody>
          <a:bodyPr wrap="none">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r>
              <a:rPr lang="en-US" altLang="en-US" i="1">
                <a:latin typeface="+mj-lt"/>
              </a:rPr>
              <a:t>time</a:t>
            </a:r>
          </a:p>
        </p:txBody>
      </p:sp>
      <p:sp>
        <p:nvSpPr>
          <p:cNvPr id="48" name="Line 9"/>
          <p:cNvSpPr>
            <a:spLocks noChangeShapeType="1"/>
          </p:cNvSpPr>
          <p:nvPr/>
        </p:nvSpPr>
        <p:spPr bwMode="auto">
          <a:xfrm flipV="1">
            <a:off x="3145600" y="1530185"/>
            <a:ext cx="774157" cy="879639"/>
          </a:xfrm>
          <a:prstGeom prst="line">
            <a:avLst/>
          </a:prstGeom>
          <a:noFill/>
          <a:ln w="25400">
            <a:solidFill>
              <a:schemeClr val="bg1">
                <a:lumMod val="50000"/>
              </a:schemeClr>
            </a:solidFill>
            <a:round/>
            <a:headEnd/>
            <a:tailEnd type="stealth" w="lg" len="lg"/>
          </a:ln>
        </p:spPr>
        <p:txBody>
          <a:bodyPr/>
          <a:lstStyle/>
          <a:p>
            <a:pPr>
              <a:defRPr/>
            </a:pPr>
            <a:endParaRPr lang="en-US">
              <a:latin typeface="+mj-lt"/>
              <a:ea typeface="+mn-ea"/>
            </a:endParaRPr>
          </a:p>
        </p:txBody>
      </p:sp>
      <p:sp>
        <p:nvSpPr>
          <p:cNvPr id="49" name="Line 10"/>
          <p:cNvSpPr>
            <a:spLocks noChangeShapeType="1"/>
          </p:cNvSpPr>
          <p:nvPr/>
        </p:nvSpPr>
        <p:spPr bwMode="auto">
          <a:xfrm>
            <a:off x="5122863" y="1509712"/>
            <a:ext cx="685800" cy="914400"/>
          </a:xfrm>
          <a:prstGeom prst="line">
            <a:avLst/>
          </a:prstGeom>
          <a:noFill/>
          <a:ln w="25400">
            <a:solidFill>
              <a:schemeClr val="bg1">
                <a:lumMod val="50000"/>
              </a:schemeClr>
            </a:solidFill>
            <a:round/>
            <a:headEnd/>
            <a:tailEnd type="stealth" w="lg" len="lg"/>
          </a:ln>
        </p:spPr>
        <p:txBody>
          <a:bodyPr/>
          <a:lstStyle/>
          <a:p>
            <a:pPr>
              <a:defRPr/>
            </a:pPr>
            <a:endParaRPr lang="en-US">
              <a:latin typeface="+mj-lt"/>
              <a:ea typeface="+mn-ea"/>
            </a:endParaRPr>
          </a:p>
        </p:txBody>
      </p:sp>
      <p:sp>
        <p:nvSpPr>
          <p:cNvPr id="50" name="Text Box 11"/>
          <p:cNvSpPr txBox="1">
            <a:spLocks noChangeArrowheads="1"/>
          </p:cNvSpPr>
          <p:nvPr/>
        </p:nvSpPr>
        <p:spPr bwMode="auto">
          <a:xfrm>
            <a:off x="2286000" y="1749425"/>
            <a:ext cx="962443" cy="400110"/>
          </a:xfrm>
          <a:prstGeom prst="rect">
            <a:avLst/>
          </a:prstGeom>
          <a:noFill/>
          <a:ln w="25400">
            <a:noFill/>
            <a:miter lim="800000"/>
            <a:headEnd/>
            <a:tailEnd type="none" w="lg" len="lg"/>
          </a:ln>
        </p:spPr>
        <p:txBody>
          <a:bodyPr wrap="none">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r>
              <a:rPr lang="en-US" altLang="en-US" sz="2000" i="1">
                <a:latin typeface="+mj-lt"/>
              </a:rPr>
              <a:t>request</a:t>
            </a:r>
          </a:p>
        </p:txBody>
      </p:sp>
      <p:sp>
        <p:nvSpPr>
          <p:cNvPr id="51" name="Text Box 12"/>
          <p:cNvSpPr txBox="1">
            <a:spLocks noChangeArrowheads="1"/>
          </p:cNvSpPr>
          <p:nvPr/>
        </p:nvSpPr>
        <p:spPr bwMode="auto">
          <a:xfrm>
            <a:off x="5502275" y="1749425"/>
            <a:ext cx="663964" cy="400110"/>
          </a:xfrm>
          <a:prstGeom prst="rect">
            <a:avLst/>
          </a:prstGeom>
          <a:noFill/>
          <a:ln w="25400">
            <a:noFill/>
            <a:miter lim="800000"/>
            <a:headEnd/>
            <a:tailEnd type="none" w="lg" len="lg"/>
          </a:ln>
        </p:spPr>
        <p:txBody>
          <a:bodyPr wrap="none">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r>
              <a:rPr lang="en-US" altLang="en-US" sz="2000" i="1">
                <a:latin typeface="+mj-lt"/>
              </a:rPr>
              <a:t>reply</a:t>
            </a:r>
          </a:p>
        </p:txBody>
      </p:sp>
      <p:sp>
        <p:nvSpPr>
          <p:cNvPr id="52" name="Text Box 13"/>
          <p:cNvSpPr txBox="1">
            <a:spLocks noChangeArrowheads="1"/>
          </p:cNvSpPr>
          <p:nvPr/>
        </p:nvSpPr>
        <p:spPr bwMode="auto">
          <a:xfrm>
            <a:off x="2667000" y="2439987"/>
            <a:ext cx="490840" cy="523220"/>
          </a:xfrm>
          <a:prstGeom prst="rect">
            <a:avLst/>
          </a:prstGeom>
          <a:noFill/>
          <a:ln w="25400">
            <a:noFill/>
            <a:miter lim="800000"/>
            <a:headEnd/>
            <a:tailEnd type="none" w="lg" len="lg"/>
          </a:ln>
        </p:spPr>
        <p:txBody>
          <a:bodyPr wrap="none">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r>
              <a:rPr lang="en-US" altLang="en-US" sz="2800">
                <a:latin typeface="+mj-lt"/>
              </a:rPr>
              <a:t>T</a:t>
            </a:r>
            <a:r>
              <a:rPr lang="en-US" altLang="en-US" sz="2800" baseline="-25000">
                <a:latin typeface="+mj-lt"/>
              </a:rPr>
              <a:t>0</a:t>
            </a:r>
          </a:p>
        </p:txBody>
      </p:sp>
      <p:sp>
        <p:nvSpPr>
          <p:cNvPr id="53" name="Text Box 14"/>
          <p:cNvSpPr txBox="1">
            <a:spLocks noChangeArrowheads="1"/>
          </p:cNvSpPr>
          <p:nvPr/>
        </p:nvSpPr>
        <p:spPr bwMode="auto">
          <a:xfrm>
            <a:off x="5767388" y="2439987"/>
            <a:ext cx="490840" cy="523220"/>
          </a:xfrm>
          <a:prstGeom prst="rect">
            <a:avLst/>
          </a:prstGeom>
          <a:noFill/>
          <a:ln w="25400">
            <a:noFill/>
            <a:miter lim="800000"/>
            <a:headEnd/>
            <a:tailEnd type="none" w="lg" len="lg"/>
          </a:ln>
        </p:spPr>
        <p:txBody>
          <a:bodyPr wrap="none">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r>
              <a:rPr lang="en-US" altLang="en-US" sz="2800">
                <a:latin typeface="+mj-lt"/>
              </a:rPr>
              <a:t>T</a:t>
            </a:r>
            <a:r>
              <a:rPr lang="en-US" altLang="en-US" sz="2800" baseline="-25000">
                <a:latin typeface="+mj-lt"/>
              </a:rPr>
              <a:t>1</a:t>
            </a:r>
          </a:p>
        </p:txBody>
      </p:sp>
      <p:sp>
        <p:nvSpPr>
          <p:cNvPr id="54" name="Line 15"/>
          <p:cNvSpPr>
            <a:spLocks noChangeShapeType="1"/>
          </p:cNvSpPr>
          <p:nvPr/>
        </p:nvSpPr>
        <p:spPr bwMode="auto">
          <a:xfrm>
            <a:off x="4319588" y="1128712"/>
            <a:ext cx="0" cy="304800"/>
          </a:xfrm>
          <a:prstGeom prst="line">
            <a:avLst/>
          </a:prstGeom>
          <a:noFill/>
          <a:ln w="25400">
            <a:solidFill>
              <a:schemeClr val="tx1"/>
            </a:solidFill>
            <a:round/>
            <a:headEnd/>
            <a:tailEnd type="stealth" w="lg" len="lg"/>
          </a:ln>
        </p:spPr>
        <p:txBody>
          <a:bodyPr/>
          <a:lstStyle/>
          <a:p>
            <a:pPr>
              <a:defRPr/>
            </a:pPr>
            <a:endParaRPr lang="en-US">
              <a:latin typeface="+mj-lt"/>
              <a:ea typeface="+mn-ea"/>
            </a:endParaRPr>
          </a:p>
        </p:txBody>
      </p:sp>
      <p:sp>
        <p:nvSpPr>
          <p:cNvPr id="55" name="Text Box 16"/>
          <p:cNvSpPr txBox="1">
            <a:spLocks noChangeArrowheads="1"/>
          </p:cNvSpPr>
          <p:nvPr/>
        </p:nvSpPr>
        <p:spPr bwMode="auto">
          <a:xfrm>
            <a:off x="4243388" y="838200"/>
            <a:ext cx="822854" cy="461665"/>
          </a:xfrm>
          <a:prstGeom prst="rect">
            <a:avLst/>
          </a:prstGeom>
          <a:noFill/>
          <a:ln w="25400">
            <a:noFill/>
            <a:miter lim="800000"/>
            <a:headEnd/>
            <a:tailEnd type="none" w="lg" len="lg"/>
          </a:ln>
        </p:spPr>
        <p:txBody>
          <a:bodyPr wrap="none">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r>
              <a:rPr lang="en-US" altLang="en-US" i="1" dirty="0">
                <a:latin typeface="+mj-lt"/>
              </a:rPr>
              <a:t>T</a:t>
            </a:r>
            <a:r>
              <a:rPr lang="en-US" altLang="en-US" i="1" baseline="-25000" dirty="0">
                <a:latin typeface="+mj-lt"/>
              </a:rPr>
              <a:t>server</a:t>
            </a:r>
          </a:p>
        </p:txBody>
      </p:sp>
      <p:sp>
        <p:nvSpPr>
          <p:cNvPr id="56" name="Line 10">
            <a:extLst>
              <a:ext uri="{FF2B5EF4-FFF2-40B4-BE49-F238E27FC236}">
                <a16:creationId xmlns="" xmlns:a16="http://schemas.microsoft.com/office/drawing/2014/main" id="{58377D06-360A-46EF-8A13-0F60AF491801}"/>
              </a:ext>
            </a:extLst>
          </p:cNvPr>
          <p:cNvSpPr>
            <a:spLocks noChangeShapeType="1"/>
          </p:cNvSpPr>
          <p:nvPr/>
        </p:nvSpPr>
        <p:spPr bwMode="auto">
          <a:xfrm>
            <a:off x="4845423" y="1512982"/>
            <a:ext cx="685800" cy="914400"/>
          </a:xfrm>
          <a:prstGeom prst="line">
            <a:avLst/>
          </a:prstGeom>
          <a:noFill/>
          <a:ln w="25400">
            <a:solidFill>
              <a:schemeClr val="tx2"/>
            </a:solidFill>
            <a:round/>
            <a:headEnd/>
            <a:tailEnd type="stealth" w="lg" len="lg"/>
          </a:ln>
        </p:spPr>
        <p:txBody>
          <a:bodyPr/>
          <a:lstStyle/>
          <a:p>
            <a:pPr>
              <a:defRPr/>
            </a:pPr>
            <a:endParaRPr lang="en-US">
              <a:latin typeface="+mj-lt"/>
              <a:ea typeface="+mn-ea"/>
            </a:endParaRPr>
          </a:p>
        </p:txBody>
      </p:sp>
      <p:sp>
        <p:nvSpPr>
          <p:cNvPr id="57" name="Line 10">
            <a:extLst>
              <a:ext uri="{FF2B5EF4-FFF2-40B4-BE49-F238E27FC236}">
                <a16:creationId xmlns="" xmlns:a16="http://schemas.microsoft.com/office/drawing/2014/main" id="{8A470607-6DCD-4DC0-87D6-D05EACB9756B}"/>
              </a:ext>
            </a:extLst>
          </p:cNvPr>
          <p:cNvSpPr>
            <a:spLocks noChangeShapeType="1"/>
          </p:cNvSpPr>
          <p:nvPr/>
        </p:nvSpPr>
        <p:spPr bwMode="auto">
          <a:xfrm>
            <a:off x="4728418" y="1516251"/>
            <a:ext cx="685800" cy="914400"/>
          </a:xfrm>
          <a:prstGeom prst="line">
            <a:avLst/>
          </a:prstGeom>
          <a:noFill/>
          <a:ln w="25400">
            <a:solidFill>
              <a:schemeClr val="tx2"/>
            </a:solidFill>
            <a:round/>
            <a:headEnd/>
            <a:tailEnd type="stealth" w="lg" len="lg"/>
          </a:ln>
        </p:spPr>
        <p:txBody>
          <a:bodyPr/>
          <a:lstStyle/>
          <a:p>
            <a:pPr>
              <a:defRPr/>
            </a:pPr>
            <a:endParaRPr lang="en-US">
              <a:latin typeface="+mj-lt"/>
              <a:ea typeface="+mn-ea"/>
            </a:endParaRPr>
          </a:p>
        </p:txBody>
      </p:sp>
      <p:sp>
        <p:nvSpPr>
          <p:cNvPr id="58" name="Line 10">
            <a:extLst>
              <a:ext uri="{FF2B5EF4-FFF2-40B4-BE49-F238E27FC236}">
                <a16:creationId xmlns="" xmlns:a16="http://schemas.microsoft.com/office/drawing/2014/main" id="{C96F096A-2BE3-4CE1-8008-82E7D9041039}"/>
              </a:ext>
            </a:extLst>
          </p:cNvPr>
          <p:cNvSpPr>
            <a:spLocks noChangeShapeType="1"/>
          </p:cNvSpPr>
          <p:nvPr/>
        </p:nvSpPr>
        <p:spPr bwMode="auto">
          <a:xfrm>
            <a:off x="4986039" y="1512982"/>
            <a:ext cx="685800" cy="914400"/>
          </a:xfrm>
          <a:prstGeom prst="line">
            <a:avLst/>
          </a:prstGeom>
          <a:noFill/>
          <a:ln w="25400">
            <a:solidFill>
              <a:schemeClr val="tx2"/>
            </a:solidFill>
            <a:round/>
            <a:headEnd/>
            <a:tailEnd type="stealth" w="lg" len="lg"/>
          </a:ln>
        </p:spPr>
        <p:txBody>
          <a:bodyPr/>
          <a:lstStyle/>
          <a:p>
            <a:pPr>
              <a:defRPr/>
            </a:pPr>
            <a:endParaRPr lang="en-US">
              <a:latin typeface="+mj-lt"/>
              <a:ea typeface="+mn-ea"/>
            </a:endParaRPr>
          </a:p>
        </p:txBody>
      </p:sp>
      <p:sp>
        <p:nvSpPr>
          <p:cNvPr id="59" name="Line 9">
            <a:extLst>
              <a:ext uri="{FF2B5EF4-FFF2-40B4-BE49-F238E27FC236}">
                <a16:creationId xmlns="" xmlns:a16="http://schemas.microsoft.com/office/drawing/2014/main" id="{30BF12E4-8BA5-46B0-9368-E3BDD42407B9}"/>
              </a:ext>
            </a:extLst>
          </p:cNvPr>
          <p:cNvSpPr>
            <a:spLocks noChangeShapeType="1"/>
          </p:cNvSpPr>
          <p:nvPr/>
        </p:nvSpPr>
        <p:spPr bwMode="auto">
          <a:xfrm flipV="1">
            <a:off x="3280611" y="1530185"/>
            <a:ext cx="773727" cy="885905"/>
          </a:xfrm>
          <a:prstGeom prst="line">
            <a:avLst/>
          </a:prstGeom>
          <a:noFill/>
          <a:ln w="25400">
            <a:solidFill>
              <a:schemeClr val="tx2"/>
            </a:solidFill>
            <a:round/>
            <a:headEnd/>
            <a:tailEnd type="stealth" w="lg" len="lg"/>
          </a:ln>
        </p:spPr>
        <p:txBody>
          <a:bodyPr/>
          <a:lstStyle/>
          <a:p>
            <a:pPr>
              <a:defRPr/>
            </a:pPr>
            <a:endParaRPr lang="en-US">
              <a:latin typeface="+mj-lt"/>
              <a:ea typeface="+mn-ea"/>
            </a:endParaRPr>
          </a:p>
        </p:txBody>
      </p:sp>
      <p:sp>
        <p:nvSpPr>
          <p:cNvPr id="60" name="Line 9">
            <a:extLst>
              <a:ext uri="{FF2B5EF4-FFF2-40B4-BE49-F238E27FC236}">
                <a16:creationId xmlns="" xmlns:a16="http://schemas.microsoft.com/office/drawing/2014/main" id="{53065F10-8792-4BC0-9F8A-5D276AB907A0}"/>
              </a:ext>
            </a:extLst>
          </p:cNvPr>
          <p:cNvSpPr>
            <a:spLocks noChangeShapeType="1"/>
          </p:cNvSpPr>
          <p:nvPr/>
        </p:nvSpPr>
        <p:spPr bwMode="auto">
          <a:xfrm flipV="1">
            <a:off x="3412869" y="1522867"/>
            <a:ext cx="784403" cy="901244"/>
          </a:xfrm>
          <a:prstGeom prst="line">
            <a:avLst/>
          </a:prstGeom>
          <a:noFill/>
          <a:ln w="25400">
            <a:solidFill>
              <a:schemeClr val="tx2"/>
            </a:solidFill>
            <a:round/>
            <a:headEnd/>
            <a:tailEnd type="stealth" w="lg" len="lg"/>
          </a:ln>
        </p:spPr>
        <p:txBody>
          <a:bodyPr/>
          <a:lstStyle/>
          <a:p>
            <a:pPr>
              <a:defRPr/>
            </a:pPr>
            <a:endParaRPr lang="en-US">
              <a:latin typeface="+mj-lt"/>
              <a:ea typeface="+mn-ea"/>
            </a:endParaRPr>
          </a:p>
        </p:txBody>
      </p:sp>
      <p:sp>
        <p:nvSpPr>
          <p:cNvPr id="61" name="Line 9">
            <a:extLst>
              <a:ext uri="{FF2B5EF4-FFF2-40B4-BE49-F238E27FC236}">
                <a16:creationId xmlns="" xmlns:a16="http://schemas.microsoft.com/office/drawing/2014/main" id="{CD7E66EF-2BD3-427F-A14D-07BEFE6B60C1}"/>
              </a:ext>
            </a:extLst>
          </p:cNvPr>
          <p:cNvSpPr>
            <a:spLocks noChangeShapeType="1"/>
          </p:cNvSpPr>
          <p:nvPr/>
        </p:nvSpPr>
        <p:spPr bwMode="auto">
          <a:xfrm flipV="1">
            <a:off x="3557257" y="1513696"/>
            <a:ext cx="784403" cy="910415"/>
          </a:xfrm>
          <a:prstGeom prst="line">
            <a:avLst/>
          </a:prstGeom>
          <a:noFill/>
          <a:ln w="25400">
            <a:solidFill>
              <a:schemeClr val="tx2"/>
            </a:solidFill>
            <a:round/>
            <a:headEnd/>
            <a:tailEnd type="stealth" w="lg" len="lg"/>
          </a:ln>
        </p:spPr>
        <p:txBody>
          <a:bodyPr/>
          <a:lstStyle/>
          <a:p>
            <a:pPr>
              <a:defRPr/>
            </a:pPr>
            <a:endParaRPr lang="en-US" dirty="0">
              <a:latin typeface="+mj-lt"/>
              <a:ea typeface="+mn-ea"/>
            </a:endParaRPr>
          </a:p>
        </p:txBody>
      </p:sp>
      <mc:AlternateContent xmlns:mc="http://schemas.openxmlformats.org/markup-compatibility/2006" xmlns:a14="http://schemas.microsoft.com/office/drawing/2010/main">
        <mc:Choice Requires="a14">
          <p:sp>
            <p:nvSpPr>
              <p:cNvPr id="62" name="Rectangle 61">
                <a:extLst>
                  <a:ext uri="{FF2B5EF4-FFF2-40B4-BE49-F238E27FC236}">
                    <a16:creationId xmlns="" xmlns:a16="http://schemas.microsoft.com/office/drawing/2014/main" id="{DCB2E7A4-AE6E-4424-8BCE-644660287DAB}"/>
                  </a:ext>
                </a:extLst>
              </p:cNvPr>
              <p:cNvSpPr/>
              <p:nvPr/>
            </p:nvSpPr>
            <p:spPr>
              <a:xfrm>
                <a:off x="144084" y="3028619"/>
                <a:ext cx="5387139" cy="2419124"/>
              </a:xfrm>
              <a:prstGeom prst="rect">
                <a:avLst/>
              </a:prstGeom>
              <a:ln>
                <a:solidFill>
                  <a:schemeClr val="tx2"/>
                </a:solidFill>
              </a:ln>
            </p:spPr>
            <p:txBody>
              <a:bodyPr wrap="square">
                <a:spAutoFit/>
              </a:bodyPr>
              <a:lstStyle/>
              <a:p>
                <a:pPr marL="457200" indent="-457200" algn="just">
                  <a:lnSpc>
                    <a:spcPct val="90000"/>
                  </a:lnSpc>
                  <a:buFont typeface="+mj-lt"/>
                  <a:buAutoNum type="arabicPeriod"/>
                </a:pPr>
                <a:r>
                  <a:rPr lang="en-IN" altLang="en-US" sz="2400" dirty="0">
                    <a:latin typeface="+mj-lt"/>
                  </a:rPr>
                  <a:t>Several measurements of </a:t>
                </a:r>
                <a14:m>
                  <m:oMath xmlns:m="http://schemas.openxmlformats.org/officeDocument/2006/math">
                    <m:d>
                      <m:dPr>
                        <m:ctrlPr>
                          <a:rPr lang="en-IN" altLang="en-US" sz="2400" i="1">
                            <a:latin typeface="Cambria Math" panose="02040503050406030204" pitchFamily="18" charset="0"/>
                          </a:rPr>
                        </m:ctrlPr>
                      </m:dPr>
                      <m:e>
                        <m:sSub>
                          <m:sSubPr>
                            <m:ctrlPr>
                              <a:rPr lang="en-IN" altLang="en-US" sz="2400" i="1">
                                <a:latin typeface="Cambria Math" panose="02040503050406030204" pitchFamily="18" charset="0"/>
                              </a:rPr>
                            </m:ctrlPr>
                          </m:sSubPr>
                          <m:e>
                            <m:r>
                              <a:rPr lang="en-IN" altLang="en-US" sz="2400" i="1">
                                <a:latin typeface="Cambria Math" panose="02040503050406030204" pitchFamily="18" charset="0"/>
                              </a:rPr>
                              <m:t>𝑇</m:t>
                            </m:r>
                          </m:e>
                          <m:sub>
                            <m:r>
                              <a:rPr lang="en-IN" altLang="en-US" sz="2400" i="1">
                                <a:latin typeface="Cambria Math" panose="02040503050406030204" pitchFamily="18" charset="0"/>
                              </a:rPr>
                              <m:t>1</m:t>
                            </m:r>
                          </m:sub>
                        </m:sSub>
                        <m:r>
                          <a:rPr lang="en-IN" altLang="en-US" sz="2400" i="1">
                            <a:latin typeface="Cambria Math" panose="02040503050406030204" pitchFamily="18" charset="0"/>
                          </a:rPr>
                          <m:t>−</m:t>
                        </m:r>
                        <m:sSub>
                          <m:sSubPr>
                            <m:ctrlPr>
                              <a:rPr lang="en-IN" altLang="en-US" sz="2400" i="1">
                                <a:latin typeface="Cambria Math" panose="02040503050406030204" pitchFamily="18" charset="0"/>
                              </a:rPr>
                            </m:ctrlPr>
                          </m:sSubPr>
                          <m:e>
                            <m:r>
                              <a:rPr lang="en-IN" altLang="en-US" sz="2400" i="1">
                                <a:latin typeface="Cambria Math" panose="02040503050406030204" pitchFamily="18" charset="0"/>
                              </a:rPr>
                              <m:t>𝑇</m:t>
                            </m:r>
                          </m:e>
                          <m:sub>
                            <m:r>
                              <a:rPr lang="en-IN" altLang="en-US" sz="2400" i="1">
                                <a:latin typeface="Cambria Math" panose="02040503050406030204" pitchFamily="18" charset="0"/>
                              </a:rPr>
                              <m:t>0</m:t>
                            </m:r>
                          </m:sub>
                        </m:sSub>
                      </m:e>
                    </m:d>
                  </m:oMath>
                </a14:m>
                <a:r>
                  <a:rPr lang="en-IN" altLang="en-US" sz="2400" dirty="0">
                    <a:solidFill>
                      <a:schemeClr val="tx1"/>
                    </a:solidFill>
                    <a:latin typeface="+mj-lt"/>
                  </a:rPr>
                  <a:t> are made, those measurements for which </a:t>
                </a:r>
                <a14:m>
                  <m:oMath xmlns:m="http://schemas.openxmlformats.org/officeDocument/2006/math">
                    <m:d>
                      <m:dPr>
                        <m:ctrlPr>
                          <a:rPr lang="en-IN" altLang="en-US" sz="2400" i="1">
                            <a:latin typeface="Cambria Math" panose="02040503050406030204" pitchFamily="18" charset="0"/>
                          </a:rPr>
                        </m:ctrlPr>
                      </m:dPr>
                      <m:e>
                        <m:sSub>
                          <m:sSubPr>
                            <m:ctrlPr>
                              <a:rPr lang="en-IN" altLang="en-US" sz="2400" i="1">
                                <a:latin typeface="Cambria Math" panose="02040503050406030204" pitchFamily="18" charset="0"/>
                              </a:rPr>
                            </m:ctrlPr>
                          </m:sSubPr>
                          <m:e>
                            <m:r>
                              <a:rPr lang="en-IN" altLang="en-US" sz="2400" i="1">
                                <a:latin typeface="Cambria Math" panose="02040503050406030204" pitchFamily="18" charset="0"/>
                              </a:rPr>
                              <m:t>𝑇</m:t>
                            </m:r>
                          </m:e>
                          <m:sub>
                            <m:r>
                              <a:rPr lang="en-IN" altLang="en-US" sz="2400" i="1">
                                <a:latin typeface="Cambria Math" panose="02040503050406030204" pitchFamily="18" charset="0"/>
                              </a:rPr>
                              <m:t>1</m:t>
                            </m:r>
                          </m:sub>
                        </m:sSub>
                        <m:r>
                          <a:rPr lang="en-IN" altLang="en-US" sz="2400" i="1">
                            <a:latin typeface="Cambria Math" panose="02040503050406030204" pitchFamily="18" charset="0"/>
                          </a:rPr>
                          <m:t>−</m:t>
                        </m:r>
                        <m:sSub>
                          <m:sSubPr>
                            <m:ctrlPr>
                              <a:rPr lang="en-IN" altLang="en-US" sz="2400" i="1">
                                <a:latin typeface="Cambria Math" panose="02040503050406030204" pitchFamily="18" charset="0"/>
                              </a:rPr>
                            </m:ctrlPr>
                          </m:sSubPr>
                          <m:e>
                            <m:r>
                              <a:rPr lang="en-IN" altLang="en-US" sz="2400" i="1">
                                <a:latin typeface="Cambria Math" panose="02040503050406030204" pitchFamily="18" charset="0"/>
                              </a:rPr>
                              <m:t>𝑇</m:t>
                            </m:r>
                          </m:e>
                          <m:sub>
                            <m:r>
                              <a:rPr lang="en-IN" altLang="en-US" sz="2400" i="1">
                                <a:latin typeface="Cambria Math" panose="02040503050406030204" pitchFamily="18" charset="0"/>
                              </a:rPr>
                              <m:t>0</m:t>
                            </m:r>
                          </m:sub>
                        </m:sSub>
                      </m:e>
                    </m:d>
                  </m:oMath>
                </a14:m>
                <a:r>
                  <a:rPr lang="en-IN" altLang="en-US" sz="2400" dirty="0">
                    <a:solidFill>
                      <a:schemeClr val="tx1"/>
                    </a:solidFill>
                    <a:latin typeface="+mj-lt"/>
                  </a:rPr>
                  <a:t> exceeds some threshold value are considered to be unreliable and discarded.</a:t>
                </a:r>
              </a:p>
              <a:p>
                <a:pPr marL="457200" indent="-457200" algn="just">
                  <a:lnSpc>
                    <a:spcPct val="90000"/>
                  </a:lnSpc>
                  <a:buFont typeface="+mj-lt"/>
                  <a:buAutoNum type="arabicPeriod"/>
                </a:pPr>
                <a:r>
                  <a:rPr lang="en-IN" altLang="en-US" sz="2400" dirty="0">
                    <a:latin typeface="+mj-lt"/>
                  </a:rPr>
                  <a:t>Average of the remaining measurements is then calculated</a:t>
                </a:r>
                <a:r>
                  <a:rPr lang="en-IN" altLang="en-US" sz="2400" dirty="0" smtClean="0">
                    <a:latin typeface="+mj-lt"/>
                  </a:rPr>
                  <a:t>.</a:t>
                </a:r>
                <a:endParaRPr lang="en-IN" altLang="en-US" sz="2000" i="1" dirty="0">
                  <a:latin typeface="+mj-lt"/>
                </a:endParaRPr>
              </a:p>
            </p:txBody>
          </p:sp>
        </mc:Choice>
        <mc:Fallback xmlns="">
          <p:sp>
            <p:nvSpPr>
              <p:cNvPr id="62" name="Rectangle 61">
                <a:extLst>
                  <a:ext uri="{FF2B5EF4-FFF2-40B4-BE49-F238E27FC236}">
                    <a16:creationId xmlns:a16="http://schemas.microsoft.com/office/drawing/2014/main" xmlns:a14="http://schemas.microsoft.com/office/drawing/2010/main" xmlns="" id="{DCB2E7A4-AE6E-4424-8BCE-644660287DAB}"/>
                  </a:ext>
                </a:extLst>
              </p:cNvPr>
              <p:cNvSpPr>
                <a:spLocks noRot="1" noChangeAspect="1" noMove="1" noResize="1" noEditPoints="1" noAdjustHandles="1" noChangeArrowheads="1" noChangeShapeType="1" noTextEdit="1"/>
              </p:cNvSpPr>
              <p:nvPr/>
            </p:nvSpPr>
            <p:spPr>
              <a:xfrm>
                <a:off x="144084" y="3028619"/>
                <a:ext cx="5387139" cy="2419124"/>
              </a:xfrm>
              <a:prstGeom prst="rect">
                <a:avLst/>
              </a:prstGeom>
              <a:blipFill rotWithShape="0">
                <a:blip r:embed="rId2"/>
                <a:stretch>
                  <a:fillRect l="-1695" t="-3258" r="-1695" b="-4762"/>
                </a:stretch>
              </a:blipFill>
              <a:ln>
                <a:solidFill>
                  <a:schemeClr val="tx2"/>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3" name="Rectangle 62">
                <a:extLst>
                  <a:ext uri="{FF2B5EF4-FFF2-40B4-BE49-F238E27FC236}">
                    <a16:creationId xmlns="" xmlns:a16="http://schemas.microsoft.com/office/drawing/2014/main" id="{3260211D-6FF9-4E6C-9B3D-3F27C22A8980}"/>
                  </a:ext>
                </a:extLst>
              </p:cNvPr>
              <p:cNvSpPr/>
              <p:nvPr/>
            </p:nvSpPr>
            <p:spPr>
              <a:xfrm>
                <a:off x="6258228" y="4361354"/>
                <a:ext cx="3200400" cy="369332"/>
              </a:xfrm>
              <a:prstGeom prst="rect">
                <a:avLst/>
              </a:prstGeom>
              <a:ln>
                <a:noFill/>
              </a:ln>
            </p:spPr>
            <p:txBody>
              <a:bodyPr wrap="square">
                <a:spAutoFit/>
              </a:bodyPr>
              <a:lstStyle/>
              <a:p>
                <a:pPr algn="just">
                  <a:lnSpc>
                    <a:spcPct val="90000"/>
                  </a:lnSpc>
                </a:pPr>
                <a14:m>
                  <m:oMathPara xmlns:m="http://schemas.openxmlformats.org/officeDocument/2006/math">
                    <m:oMathParaPr>
                      <m:jc m:val="left"/>
                    </m:oMathParaPr>
                    <m:oMath xmlns:m="http://schemas.openxmlformats.org/officeDocument/2006/math">
                      <m:r>
                        <a:rPr lang="en-IN" altLang="en-US" sz="2000" b="1" i="1" smtClean="0">
                          <a:solidFill>
                            <a:schemeClr val="tx1"/>
                          </a:solidFill>
                          <a:latin typeface="Cambria Math" panose="02040503050406030204" pitchFamily="18" charset="0"/>
                        </a:rPr>
                        <m:t>𝒎𝒊𝒏</m:t>
                      </m:r>
                      <m:r>
                        <a:rPr lang="en-IN" altLang="en-US" sz="2000" b="1" i="1" smtClean="0">
                          <a:solidFill>
                            <a:schemeClr val="tx1"/>
                          </a:solidFill>
                          <a:latin typeface="Cambria Math" panose="02040503050406030204" pitchFamily="18" charset="0"/>
                        </a:rPr>
                        <m:t>(</m:t>
                      </m:r>
                      <m:f>
                        <m:fPr>
                          <m:type m:val="lin"/>
                          <m:ctrlPr>
                            <a:rPr lang="en-IN" altLang="en-US" sz="2000" b="1" i="1">
                              <a:solidFill>
                                <a:schemeClr val="tx1"/>
                              </a:solidFill>
                              <a:latin typeface="Cambria Math" panose="02040503050406030204" pitchFamily="18" charset="0"/>
                            </a:rPr>
                          </m:ctrlPr>
                        </m:fPr>
                        <m:num>
                          <m:r>
                            <a:rPr lang="en-IN" altLang="en-US" sz="2000" b="1" i="1">
                              <a:solidFill>
                                <a:schemeClr val="tx1"/>
                              </a:solidFill>
                              <a:latin typeface="Cambria Math" panose="02040503050406030204" pitchFamily="18" charset="0"/>
                            </a:rPr>
                            <m:t>(</m:t>
                          </m:r>
                          <m:sSub>
                            <m:sSubPr>
                              <m:ctrlPr>
                                <a:rPr lang="en-IN" altLang="en-US" sz="2000" b="1" i="1">
                                  <a:solidFill>
                                    <a:schemeClr val="tx1"/>
                                  </a:solidFill>
                                  <a:latin typeface="Cambria Math" panose="02040503050406030204" pitchFamily="18" charset="0"/>
                                </a:rPr>
                              </m:ctrlPr>
                            </m:sSubPr>
                            <m:e>
                              <m:r>
                                <a:rPr lang="en-IN" altLang="en-US" sz="2000" b="1" i="1">
                                  <a:solidFill>
                                    <a:schemeClr val="tx1"/>
                                  </a:solidFill>
                                  <a:latin typeface="Cambria Math" panose="02040503050406030204" pitchFamily="18" charset="0"/>
                                </a:rPr>
                                <m:t>𝑻</m:t>
                              </m:r>
                            </m:e>
                            <m:sub>
                              <m:r>
                                <a:rPr lang="en-IN" altLang="en-US" sz="2000" b="1" i="1">
                                  <a:solidFill>
                                    <a:schemeClr val="tx1"/>
                                  </a:solidFill>
                                  <a:latin typeface="Cambria Math" panose="02040503050406030204" pitchFamily="18" charset="0"/>
                                </a:rPr>
                                <m:t>𝟏</m:t>
                              </m:r>
                            </m:sub>
                          </m:sSub>
                          <m:r>
                            <a:rPr lang="en-IN" altLang="en-US" sz="2000" b="1" i="1">
                              <a:solidFill>
                                <a:schemeClr val="tx1"/>
                              </a:solidFill>
                              <a:latin typeface="Cambria Math" panose="02040503050406030204" pitchFamily="18" charset="0"/>
                            </a:rPr>
                            <m:t>−</m:t>
                          </m:r>
                          <m:sSub>
                            <m:sSubPr>
                              <m:ctrlPr>
                                <a:rPr lang="en-IN" altLang="en-US" sz="2000" b="1" i="1">
                                  <a:solidFill>
                                    <a:schemeClr val="tx1"/>
                                  </a:solidFill>
                                  <a:latin typeface="Cambria Math" panose="02040503050406030204" pitchFamily="18" charset="0"/>
                                </a:rPr>
                              </m:ctrlPr>
                            </m:sSubPr>
                            <m:e>
                              <m:r>
                                <a:rPr lang="en-IN" altLang="en-US" sz="2000" b="1" i="1">
                                  <a:solidFill>
                                    <a:schemeClr val="tx1"/>
                                  </a:solidFill>
                                  <a:latin typeface="Cambria Math" panose="02040503050406030204" pitchFamily="18" charset="0"/>
                                </a:rPr>
                                <m:t>𝑻</m:t>
                              </m:r>
                            </m:e>
                            <m:sub>
                              <m:r>
                                <a:rPr lang="en-IN" altLang="en-US" sz="2000" b="1" i="1">
                                  <a:solidFill>
                                    <a:schemeClr val="tx1"/>
                                  </a:solidFill>
                                  <a:latin typeface="Cambria Math" panose="02040503050406030204" pitchFamily="18" charset="0"/>
                                </a:rPr>
                                <m:t>𝟎</m:t>
                              </m:r>
                            </m:sub>
                          </m:sSub>
                          <m:r>
                            <a:rPr lang="en-IN" altLang="en-US" sz="2000" b="1" i="1">
                              <a:solidFill>
                                <a:schemeClr val="tx1"/>
                              </a:solidFill>
                              <a:latin typeface="Cambria Math" panose="02040503050406030204" pitchFamily="18" charset="0"/>
                            </a:rPr>
                            <m:t>)</m:t>
                          </m:r>
                        </m:num>
                        <m:den>
                          <m:r>
                            <a:rPr lang="en-IN" altLang="en-US" sz="2000" b="1" i="1">
                              <a:solidFill>
                                <a:schemeClr val="tx1"/>
                              </a:solidFill>
                              <a:latin typeface="Cambria Math" panose="02040503050406030204" pitchFamily="18" charset="0"/>
                            </a:rPr>
                            <m:t>𝟐</m:t>
                          </m:r>
                        </m:den>
                      </m:f>
                      <m:r>
                        <a:rPr lang="en-IN" altLang="en-US" sz="2000" b="1" i="1">
                          <a:solidFill>
                            <a:schemeClr val="tx1"/>
                          </a:solidFill>
                          <a:latin typeface="Cambria Math" panose="02040503050406030204" pitchFamily="18" charset="0"/>
                        </a:rPr>
                        <m:t>)</m:t>
                      </m:r>
                    </m:oMath>
                  </m:oMathPara>
                </a14:m>
                <a:endParaRPr lang="en-GB" altLang="en-US" sz="2000" b="1" dirty="0">
                  <a:solidFill>
                    <a:schemeClr val="tx1"/>
                  </a:solidFill>
                  <a:latin typeface="+mj-lt"/>
                </a:endParaRPr>
              </a:p>
            </p:txBody>
          </p:sp>
        </mc:Choice>
        <mc:Fallback xmlns="">
          <p:sp>
            <p:nvSpPr>
              <p:cNvPr id="63" name="Rectangle 62">
                <a:extLst>
                  <a:ext uri="{FF2B5EF4-FFF2-40B4-BE49-F238E27FC236}">
                    <a16:creationId xmlns:a16="http://schemas.microsoft.com/office/drawing/2014/main" xmlns:a14="http://schemas.microsoft.com/office/drawing/2010/main" xmlns="" id="{3260211D-6FF9-4E6C-9B3D-3F27C22A8980}"/>
                  </a:ext>
                </a:extLst>
              </p:cNvPr>
              <p:cNvSpPr>
                <a:spLocks noRot="1" noChangeAspect="1" noMove="1" noResize="1" noEditPoints="1" noAdjustHandles="1" noChangeArrowheads="1" noChangeShapeType="1" noTextEdit="1"/>
              </p:cNvSpPr>
              <p:nvPr/>
            </p:nvSpPr>
            <p:spPr>
              <a:xfrm>
                <a:off x="6258228" y="4361354"/>
                <a:ext cx="3200400" cy="369332"/>
              </a:xfrm>
              <a:prstGeom prst="rect">
                <a:avLst/>
              </a:prstGeom>
              <a:blipFill rotWithShape="0">
                <a:blip r:embed="rId3"/>
                <a:stretch>
                  <a:fillRect t="-132787" b="-193443"/>
                </a:stretch>
              </a:blipFill>
              <a:ln>
                <a:noFill/>
              </a:ln>
            </p:spPr>
            <p:txBody>
              <a:bodyPr/>
              <a:lstStyle/>
              <a:p>
                <a:r>
                  <a:rPr lang="en-IN">
                    <a:noFill/>
                  </a:rPr>
                  <a:t> </a:t>
                </a:r>
              </a:p>
            </p:txBody>
          </p:sp>
        </mc:Fallback>
      </mc:AlternateContent>
      <p:sp>
        <p:nvSpPr>
          <p:cNvPr id="64" name="AutoShape 25">
            <a:extLst>
              <a:ext uri="{FF2B5EF4-FFF2-40B4-BE49-F238E27FC236}">
                <a16:creationId xmlns="" xmlns:a16="http://schemas.microsoft.com/office/drawing/2014/main" id="{A0131B89-BB0C-4195-A488-3F6694D98F1B}"/>
              </a:ext>
            </a:extLst>
          </p:cNvPr>
          <p:cNvSpPr>
            <a:spLocks/>
          </p:cNvSpPr>
          <p:nvPr/>
        </p:nvSpPr>
        <p:spPr bwMode="auto">
          <a:xfrm rot="5400000">
            <a:off x="4339005" y="1657718"/>
            <a:ext cx="304800" cy="1837589"/>
          </a:xfrm>
          <a:prstGeom prst="rightBrace">
            <a:avLst>
              <a:gd name="adj1" fmla="val 25000"/>
              <a:gd name="adj2" fmla="val 50000"/>
            </a:avLst>
          </a:prstGeom>
          <a:noFill/>
          <a:ln w="25400">
            <a:solidFill>
              <a:schemeClr val="tx2"/>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pPr eaLnBrk="1" hangingPunct="1"/>
            <a:endParaRPr lang="en-US" altLang="en-US">
              <a:latin typeface="+mj-lt"/>
            </a:endParaRPr>
          </a:p>
        </p:txBody>
      </p:sp>
      <mc:AlternateContent xmlns:mc="http://schemas.openxmlformats.org/markup-compatibility/2006" xmlns:a14="http://schemas.microsoft.com/office/drawing/2010/main">
        <mc:Choice Requires="a14">
          <p:sp>
            <p:nvSpPr>
              <p:cNvPr id="65" name="TextBox 64">
                <a:extLst>
                  <a:ext uri="{FF2B5EF4-FFF2-40B4-BE49-F238E27FC236}">
                    <a16:creationId xmlns="" xmlns:a16="http://schemas.microsoft.com/office/drawing/2014/main" id="{5943CD2E-40A3-4C9D-AE4C-EAE1541DEE9F}"/>
                  </a:ext>
                </a:extLst>
              </p:cNvPr>
              <p:cNvSpPr txBox="1"/>
              <p:nvPr/>
            </p:nvSpPr>
            <p:spPr>
              <a:xfrm>
                <a:off x="159700" y="6058792"/>
                <a:ext cx="5769613" cy="369332"/>
              </a:xfrm>
              <a:prstGeom prst="rect">
                <a:avLst/>
              </a:prstGeom>
              <a:noFill/>
              <a:ln>
                <a:no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pt-BR" sz="2400" b="1" i="1" smtClean="0">
                              <a:solidFill>
                                <a:schemeClr val="accent6"/>
                              </a:solidFill>
                              <a:latin typeface="Cambria Math" panose="02040503050406030204" pitchFamily="18" charset="0"/>
                            </a:rPr>
                          </m:ctrlPr>
                        </m:sSubPr>
                        <m:e>
                          <m:r>
                            <a:rPr lang="en-US" sz="2400" b="1" i="1">
                              <a:solidFill>
                                <a:schemeClr val="accent6"/>
                              </a:solidFill>
                              <a:latin typeface="Cambria Math" panose="02040503050406030204" pitchFamily="18" charset="0"/>
                            </a:rPr>
                            <m:t>𝑻</m:t>
                          </m:r>
                        </m:e>
                        <m:sub>
                          <m:r>
                            <a:rPr lang="en-US" sz="2400" b="1" i="1" smtClean="0">
                              <a:solidFill>
                                <a:schemeClr val="accent6"/>
                              </a:solidFill>
                              <a:latin typeface="Cambria Math" panose="02040503050406030204" pitchFamily="18" charset="0"/>
                            </a:rPr>
                            <m:t>𝒏𝒆𝒘</m:t>
                          </m:r>
                          <m:r>
                            <a:rPr lang="en-US" sz="2400" b="1" i="1">
                              <a:solidFill>
                                <a:schemeClr val="accent6"/>
                              </a:solidFill>
                              <a:latin typeface="Cambria Math" panose="02040503050406030204" pitchFamily="18" charset="0"/>
                            </a:rPr>
                            <m:t> </m:t>
                          </m:r>
                        </m:sub>
                      </m:sSub>
                      <m:r>
                        <a:rPr lang="en-US" sz="2400" b="1" i="1" smtClean="0">
                          <a:solidFill>
                            <a:schemeClr val="accent6"/>
                          </a:solidFill>
                          <a:latin typeface="Cambria Math" panose="02040503050406030204" pitchFamily="18" charset="0"/>
                        </a:rPr>
                        <m:t>=</m:t>
                      </m:r>
                      <m:sSub>
                        <m:sSubPr>
                          <m:ctrlPr>
                            <a:rPr lang="pt-BR" sz="2400" b="1" i="1">
                              <a:solidFill>
                                <a:schemeClr val="accent6"/>
                              </a:solidFill>
                              <a:latin typeface="Cambria Math" panose="02040503050406030204" pitchFamily="18" charset="0"/>
                            </a:rPr>
                          </m:ctrlPr>
                        </m:sSubPr>
                        <m:e>
                          <m:r>
                            <a:rPr lang="en-US" sz="2400" b="1" i="1">
                              <a:solidFill>
                                <a:schemeClr val="accent6"/>
                              </a:solidFill>
                              <a:latin typeface="Cambria Math" panose="02040503050406030204" pitchFamily="18" charset="0"/>
                            </a:rPr>
                            <m:t>𝑻</m:t>
                          </m:r>
                        </m:e>
                        <m:sub>
                          <m:r>
                            <a:rPr lang="en-US" sz="2400" b="1" i="1" smtClean="0">
                              <a:solidFill>
                                <a:schemeClr val="accent6"/>
                              </a:solidFill>
                              <a:latin typeface="Cambria Math" panose="02040503050406030204" pitchFamily="18" charset="0"/>
                            </a:rPr>
                            <m:t>𝒔𝒆𝒓𝒗𝒆𝒓</m:t>
                          </m:r>
                          <m:r>
                            <a:rPr lang="en-US" sz="2400" b="1" i="1">
                              <a:solidFill>
                                <a:schemeClr val="accent6"/>
                              </a:solidFill>
                              <a:latin typeface="Cambria Math" panose="02040503050406030204" pitchFamily="18" charset="0"/>
                            </a:rPr>
                            <m:t> </m:t>
                          </m:r>
                        </m:sub>
                      </m:sSub>
                      <m:r>
                        <a:rPr lang="en-US" sz="2400" b="1" i="1" smtClean="0">
                          <a:solidFill>
                            <a:schemeClr val="accent6"/>
                          </a:solidFill>
                          <a:latin typeface="Cambria Math" panose="02040503050406030204" pitchFamily="18" charset="0"/>
                        </a:rPr>
                        <m:t>+</m:t>
                      </m:r>
                      <m:r>
                        <a:rPr lang="en-IN" altLang="en-US" sz="2400" b="1" i="1">
                          <a:solidFill>
                            <a:schemeClr val="accent6"/>
                          </a:solidFill>
                          <a:latin typeface="Cambria Math" panose="02040503050406030204" pitchFamily="18" charset="0"/>
                        </a:rPr>
                        <m:t>𝒂𝒗𝒆𝒓𝒂𝒈𝒆</m:t>
                      </m:r>
                      <m:r>
                        <a:rPr lang="en-IN" altLang="en-US" sz="2400" b="1" i="1">
                          <a:solidFill>
                            <a:schemeClr val="accent6"/>
                          </a:solidFill>
                          <a:latin typeface="Cambria Math" panose="02040503050406030204" pitchFamily="18" charset="0"/>
                        </a:rPr>
                        <m:t>(</m:t>
                      </m:r>
                      <m:f>
                        <m:fPr>
                          <m:type m:val="lin"/>
                          <m:ctrlPr>
                            <a:rPr lang="en-IN" altLang="en-US" sz="2400" b="1" i="1">
                              <a:solidFill>
                                <a:schemeClr val="accent6"/>
                              </a:solidFill>
                              <a:latin typeface="Cambria Math" panose="02040503050406030204" pitchFamily="18" charset="0"/>
                            </a:rPr>
                          </m:ctrlPr>
                        </m:fPr>
                        <m:num>
                          <m:r>
                            <a:rPr lang="en-IN" altLang="en-US" sz="2400" b="1" i="1">
                              <a:solidFill>
                                <a:schemeClr val="accent6"/>
                              </a:solidFill>
                              <a:latin typeface="Cambria Math" panose="02040503050406030204" pitchFamily="18" charset="0"/>
                            </a:rPr>
                            <m:t>(</m:t>
                          </m:r>
                          <m:sSub>
                            <m:sSubPr>
                              <m:ctrlPr>
                                <a:rPr lang="en-IN" altLang="en-US" sz="2400" b="1" i="1">
                                  <a:solidFill>
                                    <a:schemeClr val="accent6"/>
                                  </a:solidFill>
                                  <a:latin typeface="Cambria Math" panose="02040503050406030204" pitchFamily="18" charset="0"/>
                                </a:rPr>
                              </m:ctrlPr>
                            </m:sSubPr>
                            <m:e>
                              <m:r>
                                <a:rPr lang="en-IN" altLang="en-US" sz="2400" b="1" i="1">
                                  <a:solidFill>
                                    <a:schemeClr val="accent6"/>
                                  </a:solidFill>
                                  <a:latin typeface="Cambria Math" panose="02040503050406030204" pitchFamily="18" charset="0"/>
                                </a:rPr>
                                <m:t>𝑻</m:t>
                              </m:r>
                            </m:e>
                            <m:sub>
                              <m:r>
                                <a:rPr lang="en-IN" altLang="en-US" sz="2400" b="1" i="1">
                                  <a:solidFill>
                                    <a:schemeClr val="accent6"/>
                                  </a:solidFill>
                                  <a:latin typeface="Cambria Math" panose="02040503050406030204" pitchFamily="18" charset="0"/>
                                </a:rPr>
                                <m:t>𝟏</m:t>
                              </m:r>
                            </m:sub>
                          </m:sSub>
                          <m:r>
                            <a:rPr lang="en-IN" altLang="en-US" sz="2400" b="1" i="1">
                              <a:solidFill>
                                <a:schemeClr val="accent6"/>
                              </a:solidFill>
                              <a:latin typeface="Cambria Math" panose="02040503050406030204" pitchFamily="18" charset="0"/>
                            </a:rPr>
                            <m:t>−</m:t>
                          </m:r>
                          <m:sSub>
                            <m:sSubPr>
                              <m:ctrlPr>
                                <a:rPr lang="en-IN" altLang="en-US" sz="2400" b="1" i="1">
                                  <a:solidFill>
                                    <a:schemeClr val="accent6"/>
                                  </a:solidFill>
                                  <a:latin typeface="Cambria Math" panose="02040503050406030204" pitchFamily="18" charset="0"/>
                                </a:rPr>
                              </m:ctrlPr>
                            </m:sSubPr>
                            <m:e>
                              <m:r>
                                <a:rPr lang="en-IN" altLang="en-US" sz="2400" b="1" i="1">
                                  <a:solidFill>
                                    <a:schemeClr val="accent6"/>
                                  </a:solidFill>
                                  <a:latin typeface="Cambria Math" panose="02040503050406030204" pitchFamily="18" charset="0"/>
                                </a:rPr>
                                <m:t>𝑻</m:t>
                              </m:r>
                            </m:e>
                            <m:sub>
                              <m:r>
                                <a:rPr lang="en-IN" altLang="en-US" sz="2400" b="1" i="1">
                                  <a:solidFill>
                                    <a:schemeClr val="accent6"/>
                                  </a:solidFill>
                                  <a:latin typeface="Cambria Math" panose="02040503050406030204" pitchFamily="18" charset="0"/>
                                </a:rPr>
                                <m:t>𝟎</m:t>
                              </m:r>
                            </m:sub>
                          </m:sSub>
                          <m:r>
                            <a:rPr lang="en-IN" altLang="en-US" sz="2400" b="1" i="1">
                              <a:solidFill>
                                <a:schemeClr val="accent6"/>
                              </a:solidFill>
                              <a:latin typeface="Cambria Math" panose="02040503050406030204" pitchFamily="18" charset="0"/>
                            </a:rPr>
                            <m:t>)</m:t>
                          </m:r>
                        </m:num>
                        <m:den>
                          <m:r>
                            <a:rPr lang="en-IN" altLang="en-US" sz="2400" b="1" i="1">
                              <a:solidFill>
                                <a:schemeClr val="accent6"/>
                              </a:solidFill>
                              <a:latin typeface="Cambria Math" panose="02040503050406030204" pitchFamily="18" charset="0"/>
                            </a:rPr>
                            <m:t>𝟐</m:t>
                          </m:r>
                        </m:den>
                      </m:f>
                      <m:r>
                        <a:rPr lang="en-IN" altLang="en-US" sz="2400" b="1" i="1">
                          <a:solidFill>
                            <a:schemeClr val="accent6"/>
                          </a:solidFill>
                          <a:latin typeface="Cambria Math" panose="02040503050406030204" pitchFamily="18" charset="0"/>
                        </a:rPr>
                        <m:t>)</m:t>
                      </m:r>
                    </m:oMath>
                  </m:oMathPara>
                </a14:m>
                <a:endParaRPr lang="en-US" sz="2400" b="1" dirty="0">
                  <a:solidFill>
                    <a:schemeClr val="accent6"/>
                  </a:solidFill>
                  <a:latin typeface="+mj-lt"/>
                </a:endParaRPr>
              </a:p>
            </p:txBody>
          </p:sp>
        </mc:Choice>
        <mc:Fallback xmlns="">
          <p:sp>
            <p:nvSpPr>
              <p:cNvPr id="65" name="TextBox 64">
                <a:extLst>
                  <a:ext uri="{FF2B5EF4-FFF2-40B4-BE49-F238E27FC236}">
                    <a16:creationId xmlns="" xmlns:a16="http://schemas.microsoft.com/office/drawing/2014/main" xmlns:a14="http://schemas.microsoft.com/office/drawing/2010/main" id="{5943CD2E-40A3-4C9D-AE4C-EAE1541DEE9F}"/>
                  </a:ext>
                </a:extLst>
              </p:cNvPr>
              <p:cNvSpPr txBox="1">
                <a:spLocks noRot="1" noChangeAspect="1" noMove="1" noResize="1" noEditPoints="1" noAdjustHandles="1" noChangeArrowheads="1" noChangeShapeType="1" noTextEdit="1"/>
              </p:cNvSpPr>
              <p:nvPr/>
            </p:nvSpPr>
            <p:spPr>
              <a:xfrm>
                <a:off x="159700" y="6058792"/>
                <a:ext cx="5769613" cy="369332"/>
              </a:xfrm>
              <a:prstGeom prst="rect">
                <a:avLst/>
              </a:prstGeom>
              <a:blipFill rotWithShape="0">
                <a:blip r:embed="rId4"/>
                <a:stretch>
                  <a:fillRect l="-211" t="-170000" r="-9926" b="-256667"/>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6" name="TextBox 65">
                <a:extLst>
                  <a:ext uri="{FF2B5EF4-FFF2-40B4-BE49-F238E27FC236}">
                    <a16:creationId xmlns="" xmlns:a16="http://schemas.microsoft.com/office/drawing/2014/main" id="{BA161A5A-0D4F-4CE3-9695-7F647EFD5C32}"/>
                  </a:ext>
                </a:extLst>
              </p:cNvPr>
              <p:cNvSpPr txBox="1"/>
              <p:nvPr/>
            </p:nvSpPr>
            <p:spPr>
              <a:xfrm>
                <a:off x="6258228" y="4937772"/>
                <a:ext cx="5014610" cy="332399"/>
              </a:xfrm>
              <a:prstGeom prst="rect">
                <a:avLst/>
              </a:prstGeom>
              <a:noFill/>
              <a:ln>
                <a:noFill/>
              </a:ln>
            </p:spPr>
            <p:txBody>
              <a:bodyPr wrap="square" lIns="0" tIns="0" rIns="0" bIns="0" rtlCol="0">
                <a:spAutoFit/>
              </a:bodyPr>
              <a:lstStyle/>
              <a:p>
                <a:pPr algn="just">
                  <a:lnSpc>
                    <a:spcPct val="90000"/>
                  </a:lnSpc>
                </a:pPr>
                <a14:m>
                  <m:oMathPara xmlns:m="http://schemas.openxmlformats.org/officeDocument/2006/math">
                    <m:oMathParaPr>
                      <m:jc m:val="centerGroup"/>
                    </m:oMathParaPr>
                    <m:oMath xmlns:m="http://schemas.openxmlformats.org/officeDocument/2006/math">
                      <m:sSub>
                        <m:sSubPr>
                          <m:ctrlPr>
                            <a:rPr lang="pt-BR" sz="2400" b="1" i="1" smtClean="0">
                              <a:solidFill>
                                <a:schemeClr val="accent6"/>
                              </a:solidFill>
                              <a:latin typeface="Cambria Math" panose="02040503050406030204" pitchFamily="18" charset="0"/>
                            </a:rPr>
                          </m:ctrlPr>
                        </m:sSubPr>
                        <m:e>
                          <m:r>
                            <a:rPr lang="en-US" sz="2400" b="1" i="1">
                              <a:solidFill>
                                <a:schemeClr val="accent6"/>
                              </a:solidFill>
                              <a:latin typeface="Cambria Math" panose="02040503050406030204" pitchFamily="18" charset="0"/>
                            </a:rPr>
                            <m:t>𝑻</m:t>
                          </m:r>
                        </m:e>
                        <m:sub>
                          <m:r>
                            <a:rPr lang="en-US" sz="2400" b="1" i="1" smtClean="0">
                              <a:solidFill>
                                <a:schemeClr val="accent6"/>
                              </a:solidFill>
                              <a:latin typeface="Cambria Math" panose="02040503050406030204" pitchFamily="18" charset="0"/>
                            </a:rPr>
                            <m:t>𝒏𝒆𝒘</m:t>
                          </m:r>
                          <m:r>
                            <a:rPr lang="en-US" sz="2400" b="1" i="1">
                              <a:solidFill>
                                <a:schemeClr val="accent6"/>
                              </a:solidFill>
                              <a:latin typeface="Cambria Math" panose="02040503050406030204" pitchFamily="18" charset="0"/>
                            </a:rPr>
                            <m:t> </m:t>
                          </m:r>
                        </m:sub>
                      </m:sSub>
                      <m:r>
                        <a:rPr lang="en-US" sz="2400" b="1" i="1" smtClean="0">
                          <a:solidFill>
                            <a:schemeClr val="accent6"/>
                          </a:solidFill>
                          <a:latin typeface="Cambria Math" panose="02040503050406030204" pitchFamily="18" charset="0"/>
                        </a:rPr>
                        <m:t>=</m:t>
                      </m:r>
                      <m:sSub>
                        <m:sSubPr>
                          <m:ctrlPr>
                            <a:rPr lang="pt-BR" sz="2400" b="1" i="1">
                              <a:solidFill>
                                <a:schemeClr val="accent6"/>
                              </a:solidFill>
                              <a:latin typeface="Cambria Math" panose="02040503050406030204" pitchFamily="18" charset="0"/>
                            </a:rPr>
                          </m:ctrlPr>
                        </m:sSubPr>
                        <m:e>
                          <m:r>
                            <a:rPr lang="en-US" sz="2400" b="1" i="1">
                              <a:solidFill>
                                <a:schemeClr val="accent6"/>
                              </a:solidFill>
                              <a:latin typeface="Cambria Math" panose="02040503050406030204" pitchFamily="18" charset="0"/>
                            </a:rPr>
                            <m:t>𝑻</m:t>
                          </m:r>
                        </m:e>
                        <m:sub>
                          <m:r>
                            <a:rPr lang="en-US" sz="2400" b="1" i="1" smtClean="0">
                              <a:solidFill>
                                <a:schemeClr val="accent6"/>
                              </a:solidFill>
                              <a:latin typeface="Cambria Math" panose="02040503050406030204" pitchFamily="18" charset="0"/>
                            </a:rPr>
                            <m:t>𝒔𝒆𝒓𝒗𝒆𝒓</m:t>
                          </m:r>
                          <m:r>
                            <a:rPr lang="en-US" sz="2400" b="1" i="1">
                              <a:solidFill>
                                <a:schemeClr val="accent6"/>
                              </a:solidFill>
                              <a:latin typeface="Cambria Math" panose="02040503050406030204" pitchFamily="18" charset="0"/>
                            </a:rPr>
                            <m:t> </m:t>
                          </m:r>
                        </m:sub>
                      </m:sSub>
                      <m:r>
                        <a:rPr lang="en-US" sz="2400" b="1" i="1" smtClean="0">
                          <a:solidFill>
                            <a:schemeClr val="accent6"/>
                          </a:solidFill>
                          <a:latin typeface="Cambria Math" panose="02040503050406030204" pitchFamily="18" charset="0"/>
                        </a:rPr>
                        <m:t>+</m:t>
                      </m:r>
                      <m:r>
                        <a:rPr lang="en-IN" altLang="en-US" sz="2400" b="1" i="1">
                          <a:solidFill>
                            <a:schemeClr val="accent6"/>
                          </a:solidFill>
                          <a:latin typeface="Cambria Math" panose="02040503050406030204" pitchFamily="18" charset="0"/>
                        </a:rPr>
                        <m:t>𝒎𝒊𝒏</m:t>
                      </m:r>
                      <m:r>
                        <a:rPr lang="en-IN" altLang="en-US" sz="2400" b="1" i="1">
                          <a:solidFill>
                            <a:schemeClr val="accent6"/>
                          </a:solidFill>
                          <a:latin typeface="Cambria Math" panose="02040503050406030204" pitchFamily="18" charset="0"/>
                        </a:rPr>
                        <m:t>(</m:t>
                      </m:r>
                      <m:f>
                        <m:fPr>
                          <m:type m:val="lin"/>
                          <m:ctrlPr>
                            <a:rPr lang="en-IN" altLang="en-US" sz="2400" b="1" i="1">
                              <a:solidFill>
                                <a:schemeClr val="accent6"/>
                              </a:solidFill>
                              <a:latin typeface="Cambria Math" panose="02040503050406030204" pitchFamily="18" charset="0"/>
                            </a:rPr>
                          </m:ctrlPr>
                        </m:fPr>
                        <m:num>
                          <m:r>
                            <a:rPr lang="en-IN" altLang="en-US" sz="2400" b="1" i="1">
                              <a:solidFill>
                                <a:schemeClr val="accent6"/>
                              </a:solidFill>
                              <a:latin typeface="Cambria Math" panose="02040503050406030204" pitchFamily="18" charset="0"/>
                            </a:rPr>
                            <m:t>(</m:t>
                          </m:r>
                          <m:sSub>
                            <m:sSubPr>
                              <m:ctrlPr>
                                <a:rPr lang="en-IN" altLang="en-US" sz="2400" b="1" i="1">
                                  <a:solidFill>
                                    <a:schemeClr val="accent6"/>
                                  </a:solidFill>
                                  <a:latin typeface="Cambria Math" panose="02040503050406030204" pitchFamily="18" charset="0"/>
                                </a:rPr>
                              </m:ctrlPr>
                            </m:sSubPr>
                            <m:e>
                              <m:r>
                                <a:rPr lang="en-IN" altLang="en-US" sz="2400" b="1" i="1">
                                  <a:solidFill>
                                    <a:schemeClr val="accent6"/>
                                  </a:solidFill>
                                  <a:latin typeface="Cambria Math" panose="02040503050406030204" pitchFamily="18" charset="0"/>
                                </a:rPr>
                                <m:t>𝑻</m:t>
                              </m:r>
                            </m:e>
                            <m:sub>
                              <m:r>
                                <a:rPr lang="en-IN" altLang="en-US" sz="2400" b="1" i="1">
                                  <a:solidFill>
                                    <a:schemeClr val="accent6"/>
                                  </a:solidFill>
                                  <a:latin typeface="Cambria Math" panose="02040503050406030204" pitchFamily="18" charset="0"/>
                                </a:rPr>
                                <m:t>𝟏</m:t>
                              </m:r>
                            </m:sub>
                          </m:sSub>
                          <m:r>
                            <a:rPr lang="en-IN" altLang="en-US" sz="2400" b="1" i="1">
                              <a:solidFill>
                                <a:schemeClr val="accent6"/>
                              </a:solidFill>
                              <a:latin typeface="Cambria Math" panose="02040503050406030204" pitchFamily="18" charset="0"/>
                            </a:rPr>
                            <m:t>−</m:t>
                          </m:r>
                          <m:sSub>
                            <m:sSubPr>
                              <m:ctrlPr>
                                <a:rPr lang="en-IN" altLang="en-US" sz="2400" b="1" i="1">
                                  <a:solidFill>
                                    <a:schemeClr val="accent6"/>
                                  </a:solidFill>
                                  <a:latin typeface="Cambria Math" panose="02040503050406030204" pitchFamily="18" charset="0"/>
                                </a:rPr>
                              </m:ctrlPr>
                            </m:sSubPr>
                            <m:e>
                              <m:r>
                                <a:rPr lang="en-IN" altLang="en-US" sz="2400" b="1" i="1">
                                  <a:solidFill>
                                    <a:schemeClr val="accent6"/>
                                  </a:solidFill>
                                  <a:latin typeface="Cambria Math" panose="02040503050406030204" pitchFamily="18" charset="0"/>
                                </a:rPr>
                                <m:t>𝑻</m:t>
                              </m:r>
                            </m:e>
                            <m:sub>
                              <m:r>
                                <a:rPr lang="en-IN" altLang="en-US" sz="2400" b="1" i="1">
                                  <a:solidFill>
                                    <a:schemeClr val="accent6"/>
                                  </a:solidFill>
                                  <a:latin typeface="Cambria Math" panose="02040503050406030204" pitchFamily="18" charset="0"/>
                                </a:rPr>
                                <m:t>𝟎</m:t>
                              </m:r>
                            </m:sub>
                          </m:sSub>
                          <m:r>
                            <a:rPr lang="en-IN" altLang="en-US" sz="2400" b="1" i="1">
                              <a:solidFill>
                                <a:schemeClr val="accent6"/>
                              </a:solidFill>
                              <a:latin typeface="Cambria Math" panose="02040503050406030204" pitchFamily="18" charset="0"/>
                            </a:rPr>
                            <m:t>)</m:t>
                          </m:r>
                        </m:num>
                        <m:den>
                          <m:r>
                            <a:rPr lang="en-IN" altLang="en-US" sz="2400" b="1" i="1">
                              <a:solidFill>
                                <a:schemeClr val="accent6"/>
                              </a:solidFill>
                              <a:latin typeface="Cambria Math" panose="02040503050406030204" pitchFamily="18" charset="0"/>
                            </a:rPr>
                            <m:t>𝟐</m:t>
                          </m:r>
                        </m:den>
                      </m:f>
                      <m:r>
                        <a:rPr lang="en-IN" altLang="en-US" sz="2400" b="1" i="1">
                          <a:solidFill>
                            <a:schemeClr val="accent6"/>
                          </a:solidFill>
                          <a:latin typeface="Cambria Math" panose="02040503050406030204" pitchFamily="18" charset="0"/>
                        </a:rPr>
                        <m:t>)</m:t>
                      </m:r>
                    </m:oMath>
                  </m:oMathPara>
                </a14:m>
                <a:endParaRPr lang="en-US" sz="2400" b="1" dirty="0">
                  <a:solidFill>
                    <a:schemeClr val="accent6"/>
                  </a:solidFill>
                  <a:latin typeface="+mj-lt"/>
                </a:endParaRPr>
              </a:p>
            </p:txBody>
          </p:sp>
        </mc:Choice>
        <mc:Fallback xmlns="">
          <p:sp>
            <p:nvSpPr>
              <p:cNvPr id="66" name="TextBox 65">
                <a:extLst>
                  <a:ext uri="{FF2B5EF4-FFF2-40B4-BE49-F238E27FC236}">
                    <a16:creationId xmlns="" xmlns:a16="http://schemas.microsoft.com/office/drawing/2014/main" xmlns:a14="http://schemas.microsoft.com/office/drawing/2010/main" id="{BA161A5A-0D4F-4CE3-9695-7F647EFD5C32}"/>
                  </a:ext>
                </a:extLst>
              </p:cNvPr>
              <p:cNvSpPr txBox="1">
                <a:spLocks noRot="1" noChangeAspect="1" noMove="1" noResize="1" noEditPoints="1" noAdjustHandles="1" noChangeArrowheads="1" noChangeShapeType="1" noTextEdit="1"/>
              </p:cNvSpPr>
              <p:nvPr/>
            </p:nvSpPr>
            <p:spPr>
              <a:xfrm>
                <a:off x="6258228" y="4937772"/>
                <a:ext cx="5014610" cy="332399"/>
              </a:xfrm>
              <a:prstGeom prst="rect">
                <a:avLst/>
              </a:prstGeom>
              <a:blipFill rotWithShape="0">
                <a:blip r:embed="rId5"/>
                <a:stretch>
                  <a:fillRect l="-1217" t="-194545" r="-12287" b="-280000"/>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7" name="Rectangle 66">
                <a:extLst>
                  <a:ext uri="{FF2B5EF4-FFF2-40B4-BE49-F238E27FC236}">
                    <a16:creationId xmlns="" xmlns:a16="http://schemas.microsoft.com/office/drawing/2014/main" id="{8B8BDF8E-28E3-4FF8-BB01-A49E4743F318}"/>
                  </a:ext>
                </a:extLst>
              </p:cNvPr>
              <p:cNvSpPr/>
              <p:nvPr/>
            </p:nvSpPr>
            <p:spPr>
              <a:xfrm>
                <a:off x="159700" y="5531565"/>
                <a:ext cx="3200400" cy="369332"/>
              </a:xfrm>
              <a:prstGeom prst="rect">
                <a:avLst/>
              </a:prstGeom>
              <a:ln>
                <a:noFill/>
              </a:ln>
            </p:spPr>
            <p:txBody>
              <a:bodyPr wrap="square">
                <a:spAutoFit/>
              </a:bodyPr>
              <a:lstStyle/>
              <a:p>
                <a:pPr algn="just">
                  <a:lnSpc>
                    <a:spcPct val="90000"/>
                  </a:lnSpc>
                </a:pPr>
                <a14:m>
                  <m:oMathPara xmlns:m="http://schemas.openxmlformats.org/officeDocument/2006/math">
                    <m:oMathParaPr>
                      <m:jc m:val="centerGroup"/>
                    </m:oMathParaPr>
                    <m:oMath xmlns:m="http://schemas.openxmlformats.org/officeDocument/2006/math">
                      <m:r>
                        <a:rPr lang="en-IN" altLang="en-US" sz="2000" b="1" i="1" smtClean="0">
                          <a:solidFill>
                            <a:srgbClr val="1D3064"/>
                          </a:solidFill>
                          <a:latin typeface="Cambria Math" panose="02040503050406030204" pitchFamily="18" charset="0"/>
                        </a:rPr>
                        <m:t>𝒂𝒗𝒆𝒓𝒂𝒈𝒆</m:t>
                      </m:r>
                      <m:r>
                        <a:rPr lang="en-IN" altLang="en-US" sz="2000" b="1" i="1" smtClean="0">
                          <a:solidFill>
                            <a:srgbClr val="1D3064"/>
                          </a:solidFill>
                          <a:latin typeface="Cambria Math" panose="02040503050406030204" pitchFamily="18" charset="0"/>
                        </a:rPr>
                        <m:t>(</m:t>
                      </m:r>
                      <m:f>
                        <m:fPr>
                          <m:type m:val="lin"/>
                          <m:ctrlPr>
                            <a:rPr lang="en-IN" altLang="en-US" sz="2000" b="1" i="1">
                              <a:solidFill>
                                <a:srgbClr val="1D3064"/>
                              </a:solidFill>
                              <a:latin typeface="Cambria Math" panose="02040503050406030204" pitchFamily="18" charset="0"/>
                            </a:rPr>
                          </m:ctrlPr>
                        </m:fPr>
                        <m:num>
                          <m:r>
                            <a:rPr lang="en-IN" altLang="en-US" sz="2000" b="1" i="1">
                              <a:solidFill>
                                <a:srgbClr val="1D3064"/>
                              </a:solidFill>
                              <a:latin typeface="Cambria Math" panose="02040503050406030204" pitchFamily="18" charset="0"/>
                            </a:rPr>
                            <m:t>(</m:t>
                          </m:r>
                          <m:sSub>
                            <m:sSubPr>
                              <m:ctrlPr>
                                <a:rPr lang="en-IN" altLang="en-US" sz="2000" b="1" i="1">
                                  <a:solidFill>
                                    <a:srgbClr val="1D3064"/>
                                  </a:solidFill>
                                  <a:latin typeface="Cambria Math" panose="02040503050406030204" pitchFamily="18" charset="0"/>
                                </a:rPr>
                              </m:ctrlPr>
                            </m:sSubPr>
                            <m:e>
                              <m:r>
                                <a:rPr lang="en-IN" altLang="en-US" sz="2000" b="1" i="1">
                                  <a:solidFill>
                                    <a:srgbClr val="1D3064"/>
                                  </a:solidFill>
                                  <a:latin typeface="Cambria Math" panose="02040503050406030204" pitchFamily="18" charset="0"/>
                                </a:rPr>
                                <m:t>𝑻</m:t>
                              </m:r>
                            </m:e>
                            <m:sub>
                              <m:r>
                                <a:rPr lang="en-IN" altLang="en-US" sz="2000" b="1" i="1">
                                  <a:solidFill>
                                    <a:srgbClr val="1D3064"/>
                                  </a:solidFill>
                                  <a:latin typeface="Cambria Math" panose="02040503050406030204" pitchFamily="18" charset="0"/>
                                </a:rPr>
                                <m:t>𝟏</m:t>
                              </m:r>
                            </m:sub>
                          </m:sSub>
                          <m:r>
                            <a:rPr lang="en-IN" altLang="en-US" sz="2000" b="1" i="1">
                              <a:solidFill>
                                <a:srgbClr val="1D3064"/>
                              </a:solidFill>
                              <a:latin typeface="Cambria Math" panose="02040503050406030204" pitchFamily="18" charset="0"/>
                            </a:rPr>
                            <m:t>−</m:t>
                          </m:r>
                          <m:sSub>
                            <m:sSubPr>
                              <m:ctrlPr>
                                <a:rPr lang="en-IN" altLang="en-US" sz="2000" b="1" i="1">
                                  <a:solidFill>
                                    <a:srgbClr val="1D3064"/>
                                  </a:solidFill>
                                  <a:latin typeface="Cambria Math" panose="02040503050406030204" pitchFamily="18" charset="0"/>
                                </a:rPr>
                              </m:ctrlPr>
                            </m:sSubPr>
                            <m:e>
                              <m:r>
                                <a:rPr lang="en-IN" altLang="en-US" sz="2000" b="1" i="1">
                                  <a:solidFill>
                                    <a:srgbClr val="1D3064"/>
                                  </a:solidFill>
                                  <a:latin typeface="Cambria Math" panose="02040503050406030204" pitchFamily="18" charset="0"/>
                                </a:rPr>
                                <m:t>𝑻</m:t>
                              </m:r>
                            </m:e>
                            <m:sub>
                              <m:r>
                                <a:rPr lang="en-IN" altLang="en-US" sz="2000" b="1" i="1">
                                  <a:solidFill>
                                    <a:srgbClr val="1D3064"/>
                                  </a:solidFill>
                                  <a:latin typeface="Cambria Math" panose="02040503050406030204" pitchFamily="18" charset="0"/>
                                </a:rPr>
                                <m:t>𝟎</m:t>
                              </m:r>
                            </m:sub>
                          </m:sSub>
                          <m:r>
                            <a:rPr lang="en-IN" altLang="en-US" sz="2000" b="1" i="1">
                              <a:solidFill>
                                <a:srgbClr val="1D3064"/>
                              </a:solidFill>
                              <a:latin typeface="Cambria Math" panose="02040503050406030204" pitchFamily="18" charset="0"/>
                            </a:rPr>
                            <m:t>)</m:t>
                          </m:r>
                        </m:num>
                        <m:den>
                          <m:r>
                            <a:rPr lang="en-IN" altLang="en-US" sz="2000" b="1" i="1">
                              <a:solidFill>
                                <a:srgbClr val="1D3064"/>
                              </a:solidFill>
                              <a:latin typeface="Cambria Math" panose="02040503050406030204" pitchFamily="18" charset="0"/>
                            </a:rPr>
                            <m:t>𝟐</m:t>
                          </m:r>
                        </m:den>
                      </m:f>
                      <m:r>
                        <a:rPr lang="en-IN" altLang="en-US" sz="2000" b="1" i="1">
                          <a:solidFill>
                            <a:srgbClr val="1D3064"/>
                          </a:solidFill>
                          <a:latin typeface="Cambria Math" panose="02040503050406030204" pitchFamily="18" charset="0"/>
                        </a:rPr>
                        <m:t>)</m:t>
                      </m:r>
                    </m:oMath>
                  </m:oMathPara>
                </a14:m>
                <a:endParaRPr lang="en-GB" altLang="en-US" sz="2000" b="1" dirty="0">
                  <a:solidFill>
                    <a:srgbClr val="1D3064"/>
                  </a:solidFill>
                  <a:latin typeface="+mj-lt"/>
                </a:endParaRPr>
              </a:p>
            </p:txBody>
          </p:sp>
        </mc:Choice>
        <mc:Fallback xmlns="">
          <p:sp>
            <p:nvSpPr>
              <p:cNvPr id="67" name="Rectangle 66">
                <a:extLst>
                  <a:ext uri="{FF2B5EF4-FFF2-40B4-BE49-F238E27FC236}">
                    <a16:creationId xmlns="" xmlns:a16="http://schemas.microsoft.com/office/drawing/2014/main" xmlns:a14="http://schemas.microsoft.com/office/drawing/2010/main" id="{8B8BDF8E-28E3-4FF8-BB01-A49E4743F318}"/>
                  </a:ext>
                </a:extLst>
              </p:cNvPr>
              <p:cNvSpPr>
                <a:spLocks noRot="1" noChangeAspect="1" noMove="1" noResize="1" noEditPoints="1" noAdjustHandles="1" noChangeArrowheads="1" noChangeShapeType="1" noTextEdit="1"/>
              </p:cNvSpPr>
              <p:nvPr/>
            </p:nvSpPr>
            <p:spPr>
              <a:xfrm>
                <a:off x="159700" y="5531565"/>
                <a:ext cx="3200400" cy="369332"/>
              </a:xfrm>
              <a:prstGeom prst="rect">
                <a:avLst/>
              </a:prstGeom>
              <a:blipFill rotWithShape="0">
                <a:blip r:embed="rId6"/>
                <a:stretch>
                  <a:fillRect t="-132787" r="-8381" b="-193443"/>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8" name="Rectangle 67">
                <a:extLst>
                  <a:ext uri="{FF2B5EF4-FFF2-40B4-BE49-F238E27FC236}">
                    <a16:creationId xmlns="" xmlns:a16="http://schemas.microsoft.com/office/drawing/2014/main" id="{7821EDB7-C04A-4836-AF84-482FEB5294BA}"/>
                  </a:ext>
                </a:extLst>
              </p:cNvPr>
              <p:cNvSpPr/>
              <p:nvPr/>
            </p:nvSpPr>
            <p:spPr>
              <a:xfrm>
                <a:off x="6258228" y="3060985"/>
                <a:ext cx="5786135" cy="1089529"/>
              </a:xfrm>
              <a:prstGeom prst="rect">
                <a:avLst/>
              </a:prstGeom>
              <a:ln>
                <a:solidFill>
                  <a:schemeClr val="tx2"/>
                </a:solidFill>
              </a:ln>
            </p:spPr>
            <p:txBody>
              <a:bodyPr wrap="square">
                <a:spAutoFit/>
              </a:bodyPr>
              <a:lstStyle/>
              <a:p>
                <a:pPr algn="just">
                  <a:lnSpc>
                    <a:spcPct val="90000"/>
                  </a:lnSpc>
                </a:pPr>
                <a:r>
                  <a:rPr lang="en-IN" altLang="en-US" sz="2400" dirty="0">
                    <a:latin typeface="+mj-lt"/>
                  </a:rPr>
                  <a:t>Alternatively, the measurement for which the value of </a:t>
                </a:r>
                <a14:m>
                  <m:oMath xmlns:m="http://schemas.openxmlformats.org/officeDocument/2006/math">
                    <m:d>
                      <m:dPr>
                        <m:ctrlPr>
                          <a:rPr lang="en-IN" altLang="en-US" sz="2400" i="1">
                            <a:latin typeface="Cambria Math" panose="02040503050406030204" pitchFamily="18" charset="0"/>
                          </a:rPr>
                        </m:ctrlPr>
                      </m:dPr>
                      <m:e>
                        <m:sSub>
                          <m:sSubPr>
                            <m:ctrlPr>
                              <a:rPr lang="en-IN" altLang="en-US" sz="2400" i="1">
                                <a:latin typeface="Cambria Math" panose="02040503050406030204" pitchFamily="18" charset="0"/>
                              </a:rPr>
                            </m:ctrlPr>
                          </m:sSubPr>
                          <m:e>
                            <m:r>
                              <a:rPr lang="en-IN" altLang="en-US" sz="2400" i="1">
                                <a:latin typeface="Cambria Math" panose="02040503050406030204" pitchFamily="18" charset="0"/>
                              </a:rPr>
                              <m:t>𝑇</m:t>
                            </m:r>
                          </m:e>
                          <m:sub>
                            <m:r>
                              <a:rPr lang="en-IN" altLang="en-US" sz="2400" i="1">
                                <a:latin typeface="Cambria Math" panose="02040503050406030204" pitchFamily="18" charset="0"/>
                              </a:rPr>
                              <m:t>1</m:t>
                            </m:r>
                          </m:sub>
                        </m:sSub>
                        <m:r>
                          <a:rPr lang="en-IN" altLang="en-US" sz="2400" i="1">
                            <a:latin typeface="Cambria Math" panose="02040503050406030204" pitchFamily="18" charset="0"/>
                          </a:rPr>
                          <m:t>−</m:t>
                        </m:r>
                        <m:sSub>
                          <m:sSubPr>
                            <m:ctrlPr>
                              <a:rPr lang="en-IN" altLang="en-US" sz="2400" i="1">
                                <a:latin typeface="Cambria Math" panose="02040503050406030204" pitchFamily="18" charset="0"/>
                              </a:rPr>
                            </m:ctrlPr>
                          </m:sSubPr>
                          <m:e>
                            <m:r>
                              <a:rPr lang="en-IN" altLang="en-US" sz="2400" i="1">
                                <a:latin typeface="Cambria Math" panose="02040503050406030204" pitchFamily="18" charset="0"/>
                              </a:rPr>
                              <m:t>𝑇</m:t>
                            </m:r>
                          </m:e>
                          <m:sub>
                            <m:r>
                              <a:rPr lang="en-IN" altLang="en-US" sz="2400" i="1">
                                <a:latin typeface="Cambria Math" panose="02040503050406030204" pitchFamily="18" charset="0"/>
                              </a:rPr>
                              <m:t>0</m:t>
                            </m:r>
                          </m:sub>
                        </m:sSub>
                      </m:e>
                    </m:d>
                  </m:oMath>
                </a14:m>
                <a:r>
                  <a:rPr lang="en-IN" altLang="en-US" sz="2400" dirty="0">
                    <a:latin typeface="+mj-lt"/>
                  </a:rPr>
                  <a:t> is minimum is considered to be the most accurate one</a:t>
                </a:r>
                <a:r>
                  <a:rPr lang="en-IN" altLang="en-US" sz="2400" dirty="0" smtClean="0">
                    <a:latin typeface="+mj-lt"/>
                  </a:rPr>
                  <a:t>.</a:t>
                </a:r>
                <a:endParaRPr lang="en-IN" altLang="en-US" sz="2000" i="1" dirty="0">
                  <a:latin typeface="+mj-lt"/>
                </a:endParaRPr>
              </a:p>
            </p:txBody>
          </p:sp>
        </mc:Choice>
        <mc:Fallback xmlns="">
          <p:sp>
            <p:nvSpPr>
              <p:cNvPr id="68" name="Rectangle 67">
                <a:extLst>
                  <a:ext uri="{FF2B5EF4-FFF2-40B4-BE49-F238E27FC236}">
                    <a16:creationId xmlns:a16="http://schemas.microsoft.com/office/drawing/2014/main" xmlns:a14="http://schemas.microsoft.com/office/drawing/2010/main" xmlns="" id="{7821EDB7-C04A-4836-AF84-482FEB5294BA}"/>
                  </a:ext>
                </a:extLst>
              </p:cNvPr>
              <p:cNvSpPr>
                <a:spLocks noRot="1" noChangeAspect="1" noMove="1" noResize="1" noEditPoints="1" noAdjustHandles="1" noChangeArrowheads="1" noChangeShapeType="1" noTextEdit="1"/>
              </p:cNvSpPr>
              <p:nvPr/>
            </p:nvSpPr>
            <p:spPr>
              <a:xfrm>
                <a:off x="6258228" y="3060985"/>
                <a:ext cx="5786135" cy="1089529"/>
              </a:xfrm>
              <a:prstGeom prst="rect">
                <a:avLst/>
              </a:prstGeom>
              <a:blipFill rotWithShape="0">
                <a:blip r:embed="rId7"/>
                <a:stretch>
                  <a:fillRect l="-1577" t="-6630" r="-1472" b="-11602"/>
                </a:stretch>
              </a:blipFill>
              <a:ln>
                <a:solidFill>
                  <a:schemeClr val="tx2"/>
                </a:solidFill>
              </a:ln>
            </p:spPr>
            <p:txBody>
              <a:bodyPr/>
              <a:lstStyle/>
              <a:p>
                <a:r>
                  <a:rPr lang="en-IN">
                    <a:noFill/>
                  </a:rPr>
                  <a:t> </a:t>
                </a:r>
              </a:p>
            </p:txBody>
          </p:sp>
        </mc:Fallback>
      </mc:AlternateContent>
      <p:grpSp>
        <p:nvGrpSpPr>
          <p:cNvPr id="3" name="Group 2"/>
          <p:cNvGrpSpPr/>
          <p:nvPr/>
        </p:nvGrpSpPr>
        <p:grpSpPr>
          <a:xfrm>
            <a:off x="503069" y="1211451"/>
            <a:ext cx="686393" cy="1580526"/>
            <a:chOff x="503069" y="1211451"/>
            <a:chExt cx="686393" cy="1580526"/>
          </a:xfrm>
        </p:grpSpPr>
        <p:pic>
          <p:nvPicPr>
            <p:cNvPr id="29" name="Picture 28" descr="Mac-Book-Black-On-48x48.png"/>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79862" y="2182377"/>
              <a:ext cx="609600" cy="609600"/>
            </a:xfrm>
            <a:prstGeom prst="rect">
              <a:avLst/>
            </a:prstGeom>
          </p:spPr>
        </p:pic>
        <p:pic>
          <p:nvPicPr>
            <p:cNvPr id="30" name="Picture 29" descr="server-48x48.png"/>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03069" y="1211451"/>
              <a:ext cx="609600" cy="609600"/>
            </a:xfrm>
            <a:prstGeom prst="rect">
              <a:avLst/>
            </a:prstGeom>
          </p:spPr>
        </p:pic>
      </p:grpSp>
    </p:spTree>
    <p:extLst>
      <p:ext uri="{BB962C8B-B14F-4D97-AF65-F5344CB8AC3E}">
        <p14:creationId xmlns:p14="http://schemas.microsoft.com/office/powerpoint/2010/main" val="429583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2">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62">
                                            <p:txEl>
                                              <p:pRg st="1" end="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6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6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64"/>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68"/>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63"/>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animBg="1"/>
      <p:bldP spid="57" grpId="0" animBg="1"/>
      <p:bldP spid="58" grpId="0" animBg="1"/>
      <p:bldP spid="59" grpId="0" animBg="1"/>
      <p:bldP spid="60" grpId="0" animBg="1"/>
      <p:bldP spid="61" grpId="0" animBg="1"/>
      <p:bldP spid="62" grpId="0" animBg="1"/>
      <p:bldP spid="63" grpId="0"/>
      <p:bldP spid="64" grpId="0" animBg="1"/>
      <p:bldP spid="65" grpId="0"/>
      <p:bldP spid="66" grpId="0"/>
      <p:bldP spid="67" grpId="0"/>
      <p:bldP spid="68"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latin typeface="+mn-lt"/>
              </a:rPr>
              <a:t>Error Bounds in Cristian’s Algorithm </a:t>
            </a:r>
          </a:p>
        </p:txBody>
      </p:sp>
      <p:sp>
        <p:nvSpPr>
          <p:cNvPr id="29" name="Rectangle 2"/>
          <p:cNvSpPr>
            <a:spLocks noChangeArrowheads="1"/>
          </p:cNvSpPr>
          <p:nvPr/>
        </p:nvSpPr>
        <p:spPr bwMode="auto">
          <a:xfrm>
            <a:off x="4567237" y="1647825"/>
            <a:ext cx="1295400" cy="2286000"/>
          </a:xfrm>
          <a:prstGeom prst="rect">
            <a:avLst/>
          </a:prstGeom>
          <a:solidFill>
            <a:schemeClr val="bg1">
              <a:lumMod val="65000"/>
              <a:alpha val="39999"/>
            </a:schemeClr>
          </a:solidFill>
          <a:ln>
            <a:noFill/>
          </a:ln>
        </p:spPr>
        <p:txBody>
          <a:bodyPr wrap="none" anchor="ct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pPr eaLnBrk="1" hangingPunct="1"/>
            <a:endParaRPr lang="en-US" altLang="en-US">
              <a:latin typeface="+mj-lt"/>
            </a:endParaRPr>
          </a:p>
        </p:txBody>
      </p:sp>
      <p:sp>
        <p:nvSpPr>
          <p:cNvPr id="30" name="Line 4"/>
          <p:cNvSpPr>
            <a:spLocks noChangeShapeType="1"/>
          </p:cNvSpPr>
          <p:nvPr/>
        </p:nvSpPr>
        <p:spPr bwMode="auto">
          <a:xfrm>
            <a:off x="2890837" y="2562225"/>
            <a:ext cx="5257800" cy="0"/>
          </a:xfrm>
          <a:prstGeom prst="line">
            <a:avLst/>
          </a:prstGeom>
          <a:noFill/>
          <a:ln w="25400">
            <a:solidFill>
              <a:schemeClr val="tx1"/>
            </a:solidFill>
            <a:round/>
            <a:headEnd/>
            <a:tailEnd type="stealth" w="lg" len="lg"/>
          </a:ln>
        </p:spPr>
        <p:txBody>
          <a:bodyPr/>
          <a:lstStyle/>
          <a:p>
            <a:pPr>
              <a:defRPr/>
            </a:pPr>
            <a:endParaRPr lang="en-US">
              <a:latin typeface="+mj-lt"/>
              <a:ea typeface="+mn-ea"/>
            </a:endParaRPr>
          </a:p>
        </p:txBody>
      </p:sp>
      <p:sp>
        <p:nvSpPr>
          <p:cNvPr id="31" name="Line 5"/>
          <p:cNvSpPr>
            <a:spLocks noChangeShapeType="1"/>
          </p:cNvSpPr>
          <p:nvPr/>
        </p:nvSpPr>
        <p:spPr bwMode="auto">
          <a:xfrm>
            <a:off x="2890837" y="1647825"/>
            <a:ext cx="5257800" cy="0"/>
          </a:xfrm>
          <a:prstGeom prst="line">
            <a:avLst/>
          </a:prstGeom>
          <a:noFill/>
          <a:ln w="25400">
            <a:solidFill>
              <a:schemeClr val="tx1"/>
            </a:solidFill>
            <a:round/>
            <a:headEnd/>
            <a:tailEnd type="stealth" w="lg" len="lg"/>
          </a:ln>
        </p:spPr>
        <p:txBody>
          <a:bodyPr/>
          <a:lstStyle/>
          <a:p>
            <a:pPr>
              <a:defRPr/>
            </a:pPr>
            <a:endParaRPr lang="en-US">
              <a:latin typeface="+mj-lt"/>
              <a:ea typeface="+mn-ea"/>
            </a:endParaRPr>
          </a:p>
        </p:txBody>
      </p:sp>
      <p:sp>
        <p:nvSpPr>
          <p:cNvPr id="32" name="Text Box 6"/>
          <p:cNvSpPr txBox="1">
            <a:spLocks noChangeArrowheads="1"/>
          </p:cNvSpPr>
          <p:nvPr/>
        </p:nvSpPr>
        <p:spPr bwMode="auto">
          <a:xfrm>
            <a:off x="1290637" y="1419225"/>
            <a:ext cx="1524000" cy="461665"/>
          </a:xfrm>
          <a:prstGeom prst="rect">
            <a:avLst/>
          </a:prstGeom>
          <a:noFill/>
          <a:ln w="25400">
            <a:noFill/>
            <a:miter lim="800000"/>
            <a:headEnd/>
            <a:tailEnd/>
          </a:ln>
        </p:spPr>
        <p:txBody>
          <a:bodyPr>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pPr algn="r"/>
            <a:r>
              <a:rPr lang="en-US" altLang="en-US" i="1" dirty="0">
                <a:latin typeface="+mj-lt"/>
              </a:rPr>
              <a:t>server</a:t>
            </a:r>
            <a:endParaRPr lang="en-US" altLang="en-US" i="1" baseline="-25000" dirty="0">
              <a:latin typeface="+mj-lt"/>
            </a:endParaRPr>
          </a:p>
        </p:txBody>
      </p:sp>
      <p:sp>
        <p:nvSpPr>
          <p:cNvPr id="33" name="Text Box 7"/>
          <p:cNvSpPr txBox="1">
            <a:spLocks noChangeArrowheads="1"/>
          </p:cNvSpPr>
          <p:nvPr/>
        </p:nvSpPr>
        <p:spPr bwMode="auto">
          <a:xfrm>
            <a:off x="1519237" y="2328863"/>
            <a:ext cx="1295400" cy="461665"/>
          </a:xfrm>
          <a:prstGeom prst="rect">
            <a:avLst/>
          </a:prstGeom>
          <a:noFill/>
          <a:ln w="25400">
            <a:noFill/>
            <a:miter lim="800000"/>
            <a:headEnd/>
            <a:tailEnd/>
          </a:ln>
        </p:spPr>
        <p:txBody>
          <a:bodyPr>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pPr algn="r"/>
            <a:r>
              <a:rPr lang="en-US" altLang="en-US" i="1" dirty="0">
                <a:latin typeface="+mj-lt"/>
              </a:rPr>
              <a:t>client</a:t>
            </a:r>
            <a:endParaRPr lang="en-US" altLang="en-US" i="1" baseline="-25000" dirty="0">
              <a:latin typeface="+mj-lt"/>
            </a:endParaRPr>
          </a:p>
        </p:txBody>
      </p:sp>
      <p:sp>
        <p:nvSpPr>
          <p:cNvPr id="34" name="Text Box 8"/>
          <p:cNvSpPr txBox="1">
            <a:spLocks noChangeArrowheads="1"/>
          </p:cNvSpPr>
          <p:nvPr/>
        </p:nvSpPr>
        <p:spPr bwMode="auto">
          <a:xfrm>
            <a:off x="7767637" y="2576513"/>
            <a:ext cx="712054" cy="461665"/>
          </a:xfrm>
          <a:prstGeom prst="rect">
            <a:avLst/>
          </a:prstGeom>
          <a:noFill/>
          <a:ln w="25400">
            <a:noFill/>
            <a:miter lim="800000"/>
            <a:headEnd/>
            <a:tailEnd/>
          </a:ln>
        </p:spPr>
        <p:txBody>
          <a:bodyPr wrap="none">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r>
              <a:rPr lang="en-US" altLang="en-US" i="1">
                <a:latin typeface="+mj-lt"/>
              </a:rPr>
              <a:t>time</a:t>
            </a:r>
          </a:p>
        </p:txBody>
      </p:sp>
      <p:sp>
        <p:nvSpPr>
          <p:cNvPr id="35" name="Line 9"/>
          <p:cNvSpPr>
            <a:spLocks noChangeShapeType="1"/>
          </p:cNvSpPr>
          <p:nvPr/>
        </p:nvSpPr>
        <p:spPr bwMode="auto">
          <a:xfrm flipV="1">
            <a:off x="3883025" y="1649413"/>
            <a:ext cx="685800" cy="914400"/>
          </a:xfrm>
          <a:prstGeom prst="line">
            <a:avLst/>
          </a:prstGeom>
          <a:noFill/>
          <a:ln w="25400">
            <a:solidFill>
              <a:schemeClr val="bg1">
                <a:lumMod val="50000"/>
              </a:schemeClr>
            </a:solidFill>
            <a:round/>
            <a:headEnd/>
            <a:tailEnd type="stealth" w="lg" len="lg"/>
          </a:ln>
        </p:spPr>
        <p:txBody>
          <a:bodyPr/>
          <a:lstStyle/>
          <a:p>
            <a:pPr>
              <a:defRPr/>
            </a:pPr>
            <a:endParaRPr lang="en-US">
              <a:latin typeface="+mj-lt"/>
              <a:ea typeface="+mn-ea"/>
            </a:endParaRPr>
          </a:p>
        </p:txBody>
      </p:sp>
      <p:sp>
        <p:nvSpPr>
          <p:cNvPr id="36" name="Line 10"/>
          <p:cNvSpPr>
            <a:spLocks noChangeShapeType="1"/>
          </p:cNvSpPr>
          <p:nvPr/>
        </p:nvSpPr>
        <p:spPr bwMode="auto">
          <a:xfrm>
            <a:off x="5880100" y="1647825"/>
            <a:ext cx="685800" cy="914400"/>
          </a:xfrm>
          <a:prstGeom prst="line">
            <a:avLst/>
          </a:prstGeom>
          <a:noFill/>
          <a:ln w="25400">
            <a:solidFill>
              <a:schemeClr val="bg1">
                <a:lumMod val="50000"/>
              </a:schemeClr>
            </a:solidFill>
            <a:round/>
            <a:headEnd/>
            <a:tailEnd type="stealth" w="lg" len="lg"/>
          </a:ln>
        </p:spPr>
        <p:txBody>
          <a:bodyPr/>
          <a:lstStyle/>
          <a:p>
            <a:pPr>
              <a:defRPr/>
            </a:pPr>
            <a:endParaRPr lang="en-US">
              <a:latin typeface="+mj-lt"/>
              <a:ea typeface="+mn-ea"/>
            </a:endParaRPr>
          </a:p>
        </p:txBody>
      </p:sp>
      <p:sp>
        <p:nvSpPr>
          <p:cNvPr id="37" name="Text Box 11"/>
          <p:cNvSpPr txBox="1">
            <a:spLocks noChangeArrowheads="1"/>
          </p:cNvSpPr>
          <p:nvPr/>
        </p:nvSpPr>
        <p:spPr bwMode="auto">
          <a:xfrm>
            <a:off x="3043237" y="1887538"/>
            <a:ext cx="962443" cy="400110"/>
          </a:xfrm>
          <a:prstGeom prst="rect">
            <a:avLst/>
          </a:prstGeom>
          <a:noFill/>
          <a:ln w="25400">
            <a:noFill/>
            <a:miter lim="800000"/>
            <a:headEnd/>
            <a:tailEnd type="none" w="lg" len="lg"/>
          </a:ln>
        </p:spPr>
        <p:txBody>
          <a:bodyPr wrap="none">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r>
              <a:rPr lang="en-US" altLang="en-US" sz="2000" i="1">
                <a:latin typeface="+mj-lt"/>
              </a:rPr>
              <a:t>request</a:t>
            </a:r>
          </a:p>
        </p:txBody>
      </p:sp>
      <p:sp>
        <p:nvSpPr>
          <p:cNvPr id="38" name="Text Box 12"/>
          <p:cNvSpPr txBox="1">
            <a:spLocks noChangeArrowheads="1"/>
          </p:cNvSpPr>
          <p:nvPr/>
        </p:nvSpPr>
        <p:spPr bwMode="auto">
          <a:xfrm>
            <a:off x="6259512" y="1887538"/>
            <a:ext cx="663964" cy="400110"/>
          </a:xfrm>
          <a:prstGeom prst="rect">
            <a:avLst/>
          </a:prstGeom>
          <a:noFill/>
          <a:ln w="25400">
            <a:noFill/>
            <a:miter lim="800000"/>
            <a:headEnd/>
            <a:tailEnd type="none" w="lg" len="lg"/>
          </a:ln>
        </p:spPr>
        <p:txBody>
          <a:bodyPr wrap="none">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r>
              <a:rPr lang="en-US" altLang="en-US" sz="2000" i="1">
                <a:latin typeface="+mj-lt"/>
              </a:rPr>
              <a:t>reply</a:t>
            </a:r>
          </a:p>
        </p:txBody>
      </p:sp>
      <p:sp>
        <p:nvSpPr>
          <p:cNvPr id="39" name="Text Box 13"/>
          <p:cNvSpPr txBox="1">
            <a:spLocks noChangeArrowheads="1"/>
          </p:cNvSpPr>
          <p:nvPr/>
        </p:nvSpPr>
        <p:spPr bwMode="auto">
          <a:xfrm>
            <a:off x="3424237" y="2578100"/>
            <a:ext cx="490840" cy="523220"/>
          </a:xfrm>
          <a:prstGeom prst="rect">
            <a:avLst/>
          </a:prstGeom>
          <a:noFill/>
          <a:ln w="25400">
            <a:noFill/>
            <a:miter lim="800000"/>
            <a:headEnd/>
            <a:tailEnd type="none" w="lg" len="lg"/>
          </a:ln>
        </p:spPr>
        <p:txBody>
          <a:bodyPr wrap="none">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r>
              <a:rPr lang="en-US" altLang="en-US" sz="2800">
                <a:latin typeface="+mj-lt"/>
              </a:rPr>
              <a:t>T</a:t>
            </a:r>
            <a:r>
              <a:rPr lang="en-US" altLang="en-US" sz="2800" baseline="-25000">
                <a:latin typeface="+mj-lt"/>
              </a:rPr>
              <a:t>0</a:t>
            </a:r>
          </a:p>
        </p:txBody>
      </p:sp>
      <p:sp>
        <p:nvSpPr>
          <p:cNvPr id="40" name="Text Box 14"/>
          <p:cNvSpPr txBox="1">
            <a:spLocks noChangeArrowheads="1"/>
          </p:cNvSpPr>
          <p:nvPr/>
        </p:nvSpPr>
        <p:spPr bwMode="auto">
          <a:xfrm>
            <a:off x="6524625" y="2578100"/>
            <a:ext cx="490840" cy="523220"/>
          </a:xfrm>
          <a:prstGeom prst="rect">
            <a:avLst/>
          </a:prstGeom>
          <a:noFill/>
          <a:ln w="25400">
            <a:noFill/>
            <a:miter lim="800000"/>
            <a:headEnd/>
            <a:tailEnd type="none" w="lg" len="lg"/>
          </a:ln>
        </p:spPr>
        <p:txBody>
          <a:bodyPr wrap="none">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r>
              <a:rPr lang="en-US" altLang="en-US" sz="2800">
                <a:latin typeface="+mj-lt"/>
              </a:rPr>
              <a:t>T</a:t>
            </a:r>
            <a:r>
              <a:rPr lang="en-US" altLang="en-US" sz="2800" baseline="-25000">
                <a:latin typeface="+mj-lt"/>
              </a:rPr>
              <a:t>1</a:t>
            </a:r>
          </a:p>
        </p:txBody>
      </p:sp>
      <p:sp>
        <p:nvSpPr>
          <p:cNvPr id="41" name="Line 15"/>
          <p:cNvSpPr>
            <a:spLocks noChangeShapeType="1"/>
          </p:cNvSpPr>
          <p:nvPr/>
        </p:nvSpPr>
        <p:spPr bwMode="auto">
          <a:xfrm>
            <a:off x="5076825" y="1266825"/>
            <a:ext cx="0" cy="304800"/>
          </a:xfrm>
          <a:prstGeom prst="line">
            <a:avLst/>
          </a:prstGeom>
          <a:noFill/>
          <a:ln w="25400">
            <a:solidFill>
              <a:schemeClr val="tx1"/>
            </a:solidFill>
            <a:round/>
            <a:headEnd/>
            <a:tailEnd type="stealth" w="lg" len="lg"/>
          </a:ln>
        </p:spPr>
        <p:txBody>
          <a:bodyPr/>
          <a:lstStyle/>
          <a:p>
            <a:pPr>
              <a:defRPr/>
            </a:pPr>
            <a:endParaRPr lang="en-US">
              <a:latin typeface="+mj-lt"/>
              <a:ea typeface="+mn-ea"/>
            </a:endParaRPr>
          </a:p>
        </p:txBody>
      </p:sp>
      <p:sp>
        <p:nvSpPr>
          <p:cNvPr id="42" name="Text Box 16"/>
          <p:cNvSpPr txBox="1">
            <a:spLocks noChangeArrowheads="1"/>
          </p:cNvSpPr>
          <p:nvPr/>
        </p:nvSpPr>
        <p:spPr bwMode="auto">
          <a:xfrm>
            <a:off x="5000625" y="976313"/>
            <a:ext cx="822854" cy="461665"/>
          </a:xfrm>
          <a:prstGeom prst="rect">
            <a:avLst/>
          </a:prstGeom>
          <a:noFill/>
          <a:ln w="25400">
            <a:noFill/>
            <a:miter lim="800000"/>
            <a:headEnd/>
            <a:tailEnd type="none" w="lg" len="lg"/>
          </a:ln>
        </p:spPr>
        <p:txBody>
          <a:bodyPr wrap="none">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r>
              <a:rPr lang="en-US" altLang="en-US" i="1" dirty="0">
                <a:latin typeface="+mj-lt"/>
              </a:rPr>
              <a:t>T</a:t>
            </a:r>
            <a:r>
              <a:rPr lang="en-US" altLang="en-US" i="1" baseline="-25000" dirty="0">
                <a:latin typeface="+mj-lt"/>
              </a:rPr>
              <a:t>server</a:t>
            </a:r>
          </a:p>
        </p:txBody>
      </p:sp>
      <p:grpSp>
        <p:nvGrpSpPr>
          <p:cNvPr id="43" name="Group 17"/>
          <p:cNvGrpSpPr>
            <a:grpSpLocks/>
          </p:cNvGrpSpPr>
          <p:nvPr/>
        </p:nvGrpSpPr>
        <p:grpSpPr bwMode="auto">
          <a:xfrm>
            <a:off x="3805235" y="2638428"/>
            <a:ext cx="762000" cy="844551"/>
            <a:chOff x="1920" y="2784"/>
            <a:chExt cx="480" cy="532"/>
          </a:xfrm>
        </p:grpSpPr>
        <p:sp>
          <p:nvSpPr>
            <p:cNvPr id="69" name="AutoShape 18"/>
            <p:cNvSpPr>
              <a:spLocks/>
            </p:cNvSpPr>
            <p:nvPr/>
          </p:nvSpPr>
          <p:spPr bwMode="auto">
            <a:xfrm rot="5400000">
              <a:off x="2088" y="2664"/>
              <a:ext cx="192" cy="432"/>
            </a:xfrm>
            <a:prstGeom prst="rightBrace">
              <a:avLst>
                <a:gd name="adj1" fmla="val 18750"/>
                <a:gd name="adj2" fmla="val 50000"/>
              </a:avLst>
            </a:prstGeom>
            <a:noFill/>
            <a:ln w="25400">
              <a:solidFill>
                <a:schemeClr val="tx1"/>
              </a:solidFill>
              <a:round/>
              <a:headEnd/>
              <a:tailEnd type="none" w="lg" len="lg"/>
            </a:ln>
          </p:spPr>
          <p:txBody>
            <a:bodyPr wrap="none" anchor="ct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pPr eaLnBrk="1" hangingPunct="1"/>
              <a:endParaRPr lang="en-US" altLang="en-US">
                <a:latin typeface="+mj-lt"/>
              </a:endParaRPr>
            </a:p>
          </p:txBody>
        </p:sp>
        <p:sp>
          <p:nvSpPr>
            <p:cNvPr id="70" name="Text Box 19"/>
            <p:cNvSpPr txBox="1">
              <a:spLocks noChangeArrowheads="1"/>
            </p:cNvSpPr>
            <p:nvPr/>
          </p:nvSpPr>
          <p:spPr bwMode="auto">
            <a:xfrm>
              <a:off x="1920" y="2986"/>
              <a:ext cx="455" cy="330"/>
            </a:xfrm>
            <a:prstGeom prst="rect">
              <a:avLst/>
            </a:prstGeom>
            <a:noFill/>
            <a:ln w="25400">
              <a:noFill/>
              <a:miter lim="800000"/>
              <a:headEnd/>
              <a:tailEnd type="none" w="lg" len="lg"/>
            </a:ln>
          </p:spPr>
          <p:txBody>
            <a:bodyPr wrap="none">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r>
                <a:rPr lang="en-US" altLang="en-US" sz="2800">
                  <a:latin typeface="+mj-lt"/>
                </a:rPr>
                <a:t>T</a:t>
              </a:r>
              <a:r>
                <a:rPr lang="en-US" altLang="en-US" sz="2800" baseline="-25000">
                  <a:latin typeface="+mj-lt"/>
                </a:rPr>
                <a:t>min</a:t>
              </a:r>
            </a:p>
          </p:txBody>
        </p:sp>
      </p:grpSp>
      <p:grpSp>
        <p:nvGrpSpPr>
          <p:cNvPr id="71" name="Group 20"/>
          <p:cNvGrpSpPr>
            <a:grpSpLocks/>
          </p:cNvGrpSpPr>
          <p:nvPr/>
        </p:nvGrpSpPr>
        <p:grpSpPr bwMode="auto">
          <a:xfrm>
            <a:off x="5786434" y="2638428"/>
            <a:ext cx="762000" cy="844551"/>
            <a:chOff x="3168" y="2784"/>
            <a:chExt cx="480" cy="532"/>
          </a:xfrm>
        </p:grpSpPr>
        <p:sp>
          <p:nvSpPr>
            <p:cNvPr id="72" name="AutoShape 21"/>
            <p:cNvSpPr>
              <a:spLocks/>
            </p:cNvSpPr>
            <p:nvPr/>
          </p:nvSpPr>
          <p:spPr bwMode="auto">
            <a:xfrm rot="5400000">
              <a:off x="3336" y="2664"/>
              <a:ext cx="192" cy="432"/>
            </a:xfrm>
            <a:prstGeom prst="rightBrace">
              <a:avLst>
                <a:gd name="adj1" fmla="val 18750"/>
                <a:gd name="adj2" fmla="val 50000"/>
              </a:avLst>
            </a:prstGeom>
            <a:noFill/>
            <a:ln w="25400">
              <a:solidFill>
                <a:schemeClr val="tx1"/>
              </a:solidFill>
              <a:round/>
              <a:headEnd/>
              <a:tailEnd type="none" w="lg" len="lg"/>
            </a:ln>
          </p:spPr>
          <p:txBody>
            <a:bodyPr wrap="none" anchor="ct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pPr eaLnBrk="1" hangingPunct="1"/>
              <a:endParaRPr lang="en-US" altLang="en-US">
                <a:latin typeface="+mj-lt"/>
              </a:endParaRPr>
            </a:p>
          </p:txBody>
        </p:sp>
        <p:sp>
          <p:nvSpPr>
            <p:cNvPr id="73" name="Text Box 22"/>
            <p:cNvSpPr txBox="1">
              <a:spLocks noChangeArrowheads="1"/>
            </p:cNvSpPr>
            <p:nvPr/>
          </p:nvSpPr>
          <p:spPr bwMode="auto">
            <a:xfrm>
              <a:off x="3168" y="2986"/>
              <a:ext cx="455" cy="330"/>
            </a:xfrm>
            <a:prstGeom prst="rect">
              <a:avLst/>
            </a:prstGeom>
            <a:noFill/>
            <a:ln w="25400">
              <a:noFill/>
              <a:miter lim="800000"/>
              <a:headEnd/>
              <a:tailEnd type="none" w="lg" len="lg"/>
            </a:ln>
          </p:spPr>
          <p:txBody>
            <a:bodyPr wrap="none">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r>
                <a:rPr lang="en-US" altLang="en-US" sz="2800">
                  <a:latin typeface="+mj-lt"/>
                </a:rPr>
                <a:t>T</a:t>
              </a:r>
              <a:r>
                <a:rPr lang="en-US" altLang="en-US" sz="2800" baseline="-25000">
                  <a:latin typeface="+mj-lt"/>
                </a:rPr>
                <a:t>min</a:t>
              </a:r>
            </a:p>
          </p:txBody>
        </p:sp>
      </p:grpSp>
      <p:sp>
        <p:nvSpPr>
          <p:cNvPr id="74" name="Line 23"/>
          <p:cNvSpPr>
            <a:spLocks noChangeShapeType="1"/>
          </p:cNvSpPr>
          <p:nvPr/>
        </p:nvSpPr>
        <p:spPr bwMode="auto">
          <a:xfrm flipV="1">
            <a:off x="4567237" y="1647825"/>
            <a:ext cx="0" cy="914400"/>
          </a:xfrm>
          <a:prstGeom prst="line">
            <a:avLst/>
          </a:prstGeom>
          <a:noFill/>
          <a:ln w="25400">
            <a:solidFill>
              <a:schemeClr val="tx1"/>
            </a:solidFill>
            <a:prstDash val="sysDot"/>
            <a:round/>
            <a:headEnd/>
            <a:tailEnd type="none" w="lg" len="lg"/>
          </a:ln>
        </p:spPr>
        <p:txBody>
          <a:bodyPr/>
          <a:lstStyle/>
          <a:p>
            <a:pPr>
              <a:defRPr/>
            </a:pPr>
            <a:endParaRPr lang="en-US">
              <a:latin typeface="+mj-lt"/>
              <a:ea typeface="+mn-ea"/>
            </a:endParaRPr>
          </a:p>
        </p:txBody>
      </p:sp>
      <p:sp>
        <p:nvSpPr>
          <p:cNvPr id="75" name="Line 24"/>
          <p:cNvSpPr>
            <a:spLocks noChangeShapeType="1"/>
          </p:cNvSpPr>
          <p:nvPr/>
        </p:nvSpPr>
        <p:spPr bwMode="auto">
          <a:xfrm flipV="1">
            <a:off x="5862637" y="1647825"/>
            <a:ext cx="0" cy="914400"/>
          </a:xfrm>
          <a:prstGeom prst="line">
            <a:avLst/>
          </a:prstGeom>
          <a:noFill/>
          <a:ln w="25400">
            <a:solidFill>
              <a:schemeClr val="tx1"/>
            </a:solidFill>
            <a:prstDash val="sysDot"/>
            <a:round/>
            <a:headEnd/>
            <a:tailEnd type="none" w="lg" len="lg"/>
          </a:ln>
        </p:spPr>
        <p:txBody>
          <a:bodyPr/>
          <a:lstStyle/>
          <a:p>
            <a:pPr>
              <a:defRPr/>
            </a:pPr>
            <a:endParaRPr lang="en-US">
              <a:latin typeface="+mj-lt"/>
              <a:ea typeface="+mn-ea"/>
            </a:endParaRPr>
          </a:p>
        </p:txBody>
      </p:sp>
      <p:grpSp>
        <p:nvGrpSpPr>
          <p:cNvPr id="76" name="Group 25"/>
          <p:cNvGrpSpPr>
            <a:grpSpLocks/>
          </p:cNvGrpSpPr>
          <p:nvPr/>
        </p:nvGrpSpPr>
        <p:grpSpPr bwMode="auto">
          <a:xfrm>
            <a:off x="1366837" y="2714625"/>
            <a:ext cx="3683000" cy="1516063"/>
            <a:chOff x="384" y="2832"/>
            <a:chExt cx="2320" cy="955"/>
          </a:xfrm>
        </p:grpSpPr>
        <p:sp>
          <p:nvSpPr>
            <p:cNvPr id="77" name="Freeform 26"/>
            <p:cNvSpPr>
              <a:spLocks/>
            </p:cNvSpPr>
            <p:nvPr/>
          </p:nvSpPr>
          <p:spPr bwMode="auto">
            <a:xfrm>
              <a:off x="1776" y="2832"/>
              <a:ext cx="928" cy="826"/>
            </a:xfrm>
            <a:custGeom>
              <a:avLst/>
              <a:gdLst>
                <a:gd name="T0" fmla="*/ 0 w 928"/>
                <a:gd name="T1" fmla="*/ 624 h 728"/>
                <a:gd name="T2" fmla="*/ 816 w 928"/>
                <a:gd name="T3" fmla="*/ 624 h 728"/>
                <a:gd name="T4" fmla="*/ 672 w 928"/>
                <a:gd name="T5" fmla="*/ 0 h 728"/>
                <a:gd name="T6" fmla="*/ 0 60000 65536"/>
                <a:gd name="T7" fmla="*/ 0 60000 65536"/>
                <a:gd name="T8" fmla="*/ 0 60000 65536"/>
                <a:gd name="T9" fmla="*/ 0 w 928"/>
                <a:gd name="T10" fmla="*/ 0 h 728"/>
                <a:gd name="T11" fmla="*/ 928 w 928"/>
                <a:gd name="T12" fmla="*/ 728 h 728"/>
              </a:gdLst>
              <a:ahLst/>
              <a:cxnLst>
                <a:cxn ang="T6">
                  <a:pos x="T0" y="T1"/>
                </a:cxn>
                <a:cxn ang="T7">
                  <a:pos x="T2" y="T3"/>
                </a:cxn>
                <a:cxn ang="T8">
                  <a:pos x="T4" y="T5"/>
                </a:cxn>
              </a:cxnLst>
              <a:rect l="T9" t="T10" r="T11" b="T12"/>
              <a:pathLst>
                <a:path w="928" h="728">
                  <a:moveTo>
                    <a:pt x="0" y="624"/>
                  </a:moveTo>
                  <a:cubicBezTo>
                    <a:pt x="352" y="676"/>
                    <a:pt x="704" y="728"/>
                    <a:pt x="816" y="624"/>
                  </a:cubicBezTo>
                  <a:cubicBezTo>
                    <a:pt x="928" y="520"/>
                    <a:pt x="800" y="260"/>
                    <a:pt x="672" y="0"/>
                  </a:cubicBezTo>
                </a:path>
              </a:pathLst>
            </a:custGeom>
            <a:noFill/>
            <a:ln w="25400">
              <a:solidFill>
                <a:schemeClr val="tx1"/>
              </a:solidFill>
              <a:round/>
              <a:headEnd/>
              <a:tailEnd type="stealth" w="lg" len="lg"/>
            </a:ln>
          </p:spPr>
          <p:txBody>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pPr eaLnBrk="1" hangingPunct="1"/>
              <a:endParaRPr lang="en-US" altLang="en-US">
                <a:latin typeface="+mj-lt"/>
              </a:endParaRPr>
            </a:p>
          </p:txBody>
        </p:sp>
        <p:sp>
          <p:nvSpPr>
            <p:cNvPr id="78" name="Text Box 27"/>
            <p:cNvSpPr txBox="1">
              <a:spLocks noChangeArrowheads="1"/>
            </p:cNvSpPr>
            <p:nvPr/>
          </p:nvSpPr>
          <p:spPr bwMode="auto">
            <a:xfrm>
              <a:off x="384" y="3264"/>
              <a:ext cx="1834" cy="523"/>
            </a:xfrm>
            <a:prstGeom prst="rect">
              <a:avLst/>
            </a:prstGeom>
            <a:noFill/>
            <a:ln w="25400">
              <a:noFill/>
              <a:miter lim="800000"/>
              <a:headEnd/>
              <a:tailEnd type="none" w="lg" len="lg"/>
            </a:ln>
          </p:spPr>
          <p:txBody>
            <a:bodyPr>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r>
                <a:rPr lang="en-US" altLang="en-US" dirty="0">
                  <a:latin typeface="+mj-lt"/>
                </a:rPr>
                <a:t>Earliest time message arrives</a:t>
              </a:r>
            </a:p>
          </p:txBody>
        </p:sp>
      </p:grpSp>
      <p:grpSp>
        <p:nvGrpSpPr>
          <p:cNvPr id="79" name="Group 28"/>
          <p:cNvGrpSpPr>
            <a:grpSpLocks/>
          </p:cNvGrpSpPr>
          <p:nvPr/>
        </p:nvGrpSpPr>
        <p:grpSpPr bwMode="auto">
          <a:xfrm>
            <a:off x="5380037" y="2790825"/>
            <a:ext cx="4292600" cy="1516063"/>
            <a:chOff x="2912" y="2832"/>
            <a:chExt cx="2704" cy="955"/>
          </a:xfrm>
        </p:grpSpPr>
        <p:sp>
          <p:nvSpPr>
            <p:cNvPr id="80" name="Freeform 29"/>
            <p:cNvSpPr>
              <a:spLocks/>
            </p:cNvSpPr>
            <p:nvPr/>
          </p:nvSpPr>
          <p:spPr bwMode="auto">
            <a:xfrm flipH="1">
              <a:off x="2912" y="2832"/>
              <a:ext cx="928" cy="728"/>
            </a:xfrm>
            <a:custGeom>
              <a:avLst/>
              <a:gdLst>
                <a:gd name="T0" fmla="*/ 0 w 928"/>
                <a:gd name="T1" fmla="*/ 624 h 728"/>
                <a:gd name="T2" fmla="*/ 816 w 928"/>
                <a:gd name="T3" fmla="*/ 624 h 728"/>
                <a:gd name="T4" fmla="*/ 672 w 928"/>
                <a:gd name="T5" fmla="*/ 0 h 728"/>
                <a:gd name="T6" fmla="*/ 0 60000 65536"/>
                <a:gd name="T7" fmla="*/ 0 60000 65536"/>
                <a:gd name="T8" fmla="*/ 0 60000 65536"/>
                <a:gd name="T9" fmla="*/ 0 w 928"/>
                <a:gd name="T10" fmla="*/ 0 h 728"/>
                <a:gd name="T11" fmla="*/ 928 w 928"/>
                <a:gd name="T12" fmla="*/ 728 h 728"/>
              </a:gdLst>
              <a:ahLst/>
              <a:cxnLst>
                <a:cxn ang="T6">
                  <a:pos x="T0" y="T1"/>
                </a:cxn>
                <a:cxn ang="T7">
                  <a:pos x="T2" y="T3"/>
                </a:cxn>
                <a:cxn ang="T8">
                  <a:pos x="T4" y="T5"/>
                </a:cxn>
              </a:cxnLst>
              <a:rect l="T9" t="T10" r="T11" b="T12"/>
              <a:pathLst>
                <a:path w="928" h="728">
                  <a:moveTo>
                    <a:pt x="0" y="624"/>
                  </a:moveTo>
                  <a:cubicBezTo>
                    <a:pt x="352" y="676"/>
                    <a:pt x="704" y="728"/>
                    <a:pt x="816" y="624"/>
                  </a:cubicBezTo>
                  <a:cubicBezTo>
                    <a:pt x="928" y="520"/>
                    <a:pt x="800" y="260"/>
                    <a:pt x="672" y="0"/>
                  </a:cubicBezTo>
                </a:path>
              </a:pathLst>
            </a:custGeom>
            <a:noFill/>
            <a:ln w="25400">
              <a:solidFill>
                <a:schemeClr val="tx1"/>
              </a:solidFill>
              <a:round/>
              <a:headEnd/>
              <a:tailEnd type="stealth" w="lg" len="lg"/>
            </a:ln>
          </p:spPr>
          <p:txBody>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pPr eaLnBrk="1" hangingPunct="1"/>
              <a:endParaRPr lang="en-US" altLang="en-US">
                <a:latin typeface="+mj-lt"/>
              </a:endParaRPr>
            </a:p>
          </p:txBody>
        </p:sp>
        <p:sp>
          <p:nvSpPr>
            <p:cNvPr id="81" name="Text Box 30"/>
            <p:cNvSpPr txBox="1">
              <a:spLocks noChangeArrowheads="1"/>
            </p:cNvSpPr>
            <p:nvPr/>
          </p:nvSpPr>
          <p:spPr bwMode="auto">
            <a:xfrm>
              <a:off x="3830" y="3264"/>
              <a:ext cx="1786" cy="523"/>
            </a:xfrm>
            <a:prstGeom prst="rect">
              <a:avLst/>
            </a:prstGeom>
            <a:noFill/>
            <a:ln w="25400">
              <a:noFill/>
              <a:miter lim="800000"/>
              <a:headEnd/>
              <a:tailEnd type="none" w="lg" len="lg"/>
            </a:ln>
          </p:spPr>
          <p:txBody>
            <a:bodyPr>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r>
                <a:rPr lang="en-US" altLang="en-US" dirty="0">
                  <a:latin typeface="+mj-lt"/>
                </a:rPr>
                <a:t>Latest time message leaves</a:t>
              </a:r>
            </a:p>
          </p:txBody>
        </p:sp>
      </p:grpSp>
      <p:sp>
        <p:nvSpPr>
          <p:cNvPr id="82" name="Line 31"/>
          <p:cNvSpPr>
            <a:spLocks noChangeShapeType="1"/>
          </p:cNvSpPr>
          <p:nvPr/>
        </p:nvSpPr>
        <p:spPr bwMode="auto">
          <a:xfrm flipV="1">
            <a:off x="3881437" y="1647825"/>
            <a:ext cx="1371600" cy="914400"/>
          </a:xfrm>
          <a:prstGeom prst="line">
            <a:avLst/>
          </a:prstGeom>
          <a:noFill/>
          <a:ln w="25400">
            <a:solidFill>
              <a:srgbClr val="0070C0"/>
            </a:solidFill>
            <a:round/>
            <a:headEnd/>
            <a:tailEnd type="stealth" w="lg" len="lg"/>
          </a:ln>
        </p:spPr>
        <p:txBody>
          <a:bodyPr/>
          <a:lstStyle/>
          <a:p>
            <a:pPr>
              <a:defRPr/>
            </a:pPr>
            <a:endParaRPr lang="en-US">
              <a:latin typeface="+mj-lt"/>
              <a:ea typeface="+mn-ea"/>
            </a:endParaRPr>
          </a:p>
        </p:txBody>
      </p:sp>
      <p:sp>
        <p:nvSpPr>
          <p:cNvPr id="83" name="Line 32"/>
          <p:cNvSpPr>
            <a:spLocks noChangeShapeType="1"/>
          </p:cNvSpPr>
          <p:nvPr/>
        </p:nvSpPr>
        <p:spPr bwMode="auto">
          <a:xfrm flipV="1">
            <a:off x="3881437" y="1647825"/>
            <a:ext cx="1981200" cy="914400"/>
          </a:xfrm>
          <a:prstGeom prst="line">
            <a:avLst/>
          </a:prstGeom>
          <a:noFill/>
          <a:ln w="25400">
            <a:solidFill>
              <a:srgbClr val="0070C0"/>
            </a:solidFill>
            <a:round/>
            <a:headEnd/>
            <a:tailEnd type="stealth" w="lg" len="lg"/>
          </a:ln>
        </p:spPr>
        <p:txBody>
          <a:bodyPr/>
          <a:lstStyle/>
          <a:p>
            <a:pPr>
              <a:defRPr/>
            </a:pPr>
            <a:endParaRPr lang="en-US">
              <a:latin typeface="+mj-lt"/>
              <a:ea typeface="+mn-ea"/>
            </a:endParaRPr>
          </a:p>
        </p:txBody>
      </p:sp>
      <p:sp>
        <p:nvSpPr>
          <p:cNvPr id="84" name="Line 33"/>
          <p:cNvSpPr>
            <a:spLocks noChangeShapeType="1"/>
          </p:cNvSpPr>
          <p:nvPr/>
        </p:nvSpPr>
        <p:spPr bwMode="auto">
          <a:xfrm>
            <a:off x="5405437" y="1647825"/>
            <a:ext cx="1143000" cy="914400"/>
          </a:xfrm>
          <a:prstGeom prst="line">
            <a:avLst/>
          </a:prstGeom>
          <a:noFill/>
          <a:ln w="25400">
            <a:solidFill>
              <a:srgbClr val="0070C0"/>
            </a:solidFill>
            <a:round/>
            <a:headEnd/>
            <a:tailEnd type="stealth" w="lg" len="lg"/>
          </a:ln>
        </p:spPr>
        <p:txBody>
          <a:bodyPr/>
          <a:lstStyle/>
          <a:p>
            <a:pPr>
              <a:defRPr/>
            </a:pPr>
            <a:endParaRPr lang="en-US">
              <a:latin typeface="+mj-lt"/>
              <a:ea typeface="+mn-ea"/>
            </a:endParaRPr>
          </a:p>
        </p:txBody>
      </p:sp>
      <p:sp>
        <p:nvSpPr>
          <p:cNvPr id="85" name="Line 34"/>
          <p:cNvSpPr>
            <a:spLocks noChangeShapeType="1"/>
          </p:cNvSpPr>
          <p:nvPr/>
        </p:nvSpPr>
        <p:spPr bwMode="auto">
          <a:xfrm>
            <a:off x="4567237" y="1647825"/>
            <a:ext cx="1981200" cy="914400"/>
          </a:xfrm>
          <a:prstGeom prst="line">
            <a:avLst/>
          </a:prstGeom>
          <a:noFill/>
          <a:ln w="25400">
            <a:solidFill>
              <a:srgbClr val="0070C0"/>
            </a:solidFill>
            <a:round/>
            <a:headEnd/>
            <a:tailEnd type="stealth" w="lg" len="lg"/>
          </a:ln>
        </p:spPr>
        <p:txBody>
          <a:bodyPr/>
          <a:lstStyle/>
          <a:p>
            <a:pPr>
              <a:defRPr/>
            </a:pPr>
            <a:endParaRPr lang="en-US">
              <a:latin typeface="+mj-lt"/>
              <a:ea typeface="+mn-ea"/>
            </a:endParaRPr>
          </a:p>
        </p:txBody>
      </p:sp>
      <p:grpSp>
        <p:nvGrpSpPr>
          <p:cNvPr id="86" name="Group 35"/>
          <p:cNvGrpSpPr>
            <a:grpSpLocks/>
          </p:cNvGrpSpPr>
          <p:nvPr/>
        </p:nvGrpSpPr>
        <p:grpSpPr bwMode="auto">
          <a:xfrm>
            <a:off x="3348037" y="4010027"/>
            <a:ext cx="2868613" cy="996951"/>
            <a:chOff x="1632" y="2544"/>
            <a:chExt cx="1807" cy="628"/>
          </a:xfrm>
        </p:grpSpPr>
        <p:sp>
          <p:nvSpPr>
            <p:cNvPr id="87" name="AutoShape 36"/>
            <p:cNvSpPr>
              <a:spLocks/>
            </p:cNvSpPr>
            <p:nvPr/>
          </p:nvSpPr>
          <p:spPr bwMode="auto">
            <a:xfrm rot="5400000">
              <a:off x="2688" y="2256"/>
              <a:ext cx="240" cy="816"/>
            </a:xfrm>
            <a:prstGeom prst="rightBrace">
              <a:avLst>
                <a:gd name="adj1" fmla="val 28333"/>
                <a:gd name="adj2" fmla="val 50000"/>
              </a:avLst>
            </a:prstGeom>
            <a:noFill/>
            <a:ln w="25400">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pPr eaLnBrk="1" hangingPunct="1"/>
              <a:endParaRPr lang="en-US" altLang="en-US">
                <a:latin typeface="+mj-lt"/>
              </a:endParaRPr>
            </a:p>
          </p:txBody>
        </p:sp>
        <p:sp>
          <p:nvSpPr>
            <p:cNvPr id="88" name="Text Box 37"/>
            <p:cNvSpPr txBox="1">
              <a:spLocks noChangeArrowheads="1"/>
            </p:cNvSpPr>
            <p:nvPr/>
          </p:nvSpPr>
          <p:spPr bwMode="auto">
            <a:xfrm>
              <a:off x="1632" y="2842"/>
              <a:ext cx="1807" cy="330"/>
            </a:xfrm>
            <a:prstGeom prst="rect">
              <a:avLst/>
            </a:prstGeom>
            <a:noFill/>
            <a:ln w="25400">
              <a:noFill/>
              <a:miter lim="800000"/>
              <a:headEnd/>
              <a:tailEnd type="none" w="lg" len="lg"/>
            </a:ln>
          </p:spPr>
          <p:txBody>
            <a:bodyPr wrap="none">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r>
                <a:rPr lang="en-US" altLang="en-US" sz="2800" dirty="0">
                  <a:latin typeface="+mj-lt"/>
                </a:rPr>
                <a:t>range = T</a:t>
              </a:r>
              <a:r>
                <a:rPr lang="en-US" altLang="en-US" sz="2800" baseline="-25000" dirty="0">
                  <a:latin typeface="+mj-lt"/>
                </a:rPr>
                <a:t>1</a:t>
              </a:r>
              <a:r>
                <a:rPr lang="en-US" altLang="en-US" sz="2800" dirty="0">
                  <a:latin typeface="+mj-lt"/>
                </a:rPr>
                <a:t>-T</a:t>
              </a:r>
              <a:r>
                <a:rPr lang="en-US" altLang="en-US" sz="2800" baseline="-25000" dirty="0">
                  <a:latin typeface="+mj-lt"/>
                </a:rPr>
                <a:t>0</a:t>
              </a:r>
              <a:r>
                <a:rPr lang="en-US" altLang="en-US" sz="2800" dirty="0">
                  <a:latin typeface="+mj-lt"/>
                </a:rPr>
                <a:t>-2T</a:t>
              </a:r>
              <a:r>
                <a:rPr lang="en-US" altLang="en-US" sz="2800" baseline="-25000" dirty="0">
                  <a:latin typeface="+mj-lt"/>
                </a:rPr>
                <a:t>min</a:t>
              </a:r>
            </a:p>
          </p:txBody>
        </p:sp>
      </p:grpSp>
      <p:sp>
        <p:nvSpPr>
          <p:cNvPr id="89" name="Text Box 39"/>
          <p:cNvSpPr txBox="1">
            <a:spLocks noChangeArrowheads="1"/>
          </p:cNvSpPr>
          <p:nvPr/>
        </p:nvSpPr>
        <p:spPr bwMode="auto">
          <a:xfrm>
            <a:off x="2814637" y="5379392"/>
            <a:ext cx="2739853" cy="461665"/>
          </a:xfrm>
          <a:prstGeom prst="rect">
            <a:avLst/>
          </a:prstGeom>
          <a:noFill/>
          <a:ln w="25400">
            <a:noFill/>
            <a:miter lim="800000"/>
            <a:headEnd/>
            <a:tailEnd type="none" w="lg" len="lg"/>
          </a:ln>
        </p:spPr>
        <p:txBody>
          <a:bodyPr wrap="none">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r>
              <a:rPr lang="en-US" altLang="en-US" dirty="0">
                <a:latin typeface="+mj-lt"/>
              </a:rPr>
              <a:t>Accuracy of Result =</a:t>
            </a:r>
          </a:p>
        </p:txBody>
      </p:sp>
      <p:sp>
        <p:nvSpPr>
          <p:cNvPr id="90" name="Rectangle 41"/>
          <p:cNvSpPr>
            <a:spLocks noChangeArrowheads="1"/>
          </p:cNvSpPr>
          <p:nvPr/>
        </p:nvSpPr>
        <p:spPr bwMode="auto">
          <a:xfrm>
            <a:off x="2285999" y="5259392"/>
            <a:ext cx="5862637" cy="723896"/>
          </a:xfrm>
          <a:prstGeom prst="rect">
            <a:avLst/>
          </a:prstGeom>
          <a:noFill/>
          <a:ln w="25400">
            <a:solidFill>
              <a:srgbClr val="1D3064"/>
            </a:solidFill>
            <a:miter lim="800000"/>
            <a:headEnd/>
            <a:tailEnd type="none" w="lg" len="lg"/>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pPr algn="ctr" eaLnBrk="1" hangingPunct="1"/>
            <a:endParaRPr lang="en-US" altLang="en-US">
              <a:latin typeface="+mj-lt"/>
            </a:endParaRPr>
          </a:p>
        </p:txBody>
      </p:sp>
      <mc:AlternateContent xmlns:mc="http://schemas.openxmlformats.org/markup-compatibility/2006" xmlns:a14="http://schemas.microsoft.com/office/drawing/2010/main">
        <mc:Choice Requires="a14">
          <p:sp>
            <p:nvSpPr>
              <p:cNvPr id="91" name="TextBox 90"/>
              <p:cNvSpPr txBox="1"/>
              <p:nvPr/>
            </p:nvSpPr>
            <p:spPr>
              <a:xfrm>
                <a:off x="5593962" y="5365750"/>
                <a:ext cx="2178239" cy="529953"/>
              </a:xfrm>
              <a:prstGeom prst="rect">
                <a:avLst/>
              </a:prstGeom>
              <a:noFill/>
              <a:ln>
                <a:noFill/>
              </a:ln>
            </p:spPr>
            <p:txBody>
              <a:bodyPr wrap="square" lIns="0" tIns="0" rIns="0" bIns="0" rtlCol="0">
                <a:spAutoFit/>
              </a:bodyPr>
              <a:lstStyle/>
              <a:p>
                <a14:m>
                  <m:oMath xmlns:m="http://schemas.openxmlformats.org/officeDocument/2006/math">
                    <m:r>
                      <a:rPr lang="en-US" sz="2400" i="1" smtClean="0">
                        <a:latin typeface="Cambria Math" panose="02040503050406030204" pitchFamily="18" charset="0"/>
                      </a:rPr>
                      <m:t>±</m:t>
                    </m:r>
                    <m:f>
                      <m:fPr>
                        <m:ctrlPr>
                          <a:rPr lang="pt-BR" sz="2400" i="1" smtClean="0">
                            <a:latin typeface="Cambria Math" panose="02040503050406030204" pitchFamily="18" charset="0"/>
                          </a:rPr>
                        </m:ctrlPr>
                      </m:fPr>
                      <m:num>
                        <m:sSub>
                          <m:sSubPr>
                            <m:ctrlPr>
                              <a:rPr lang="pt-BR" sz="2400" i="1">
                                <a:latin typeface="Cambria Math" panose="02040503050406030204" pitchFamily="18" charset="0"/>
                              </a:rPr>
                            </m:ctrlPr>
                          </m:sSubPr>
                          <m:e>
                            <m:r>
                              <a:rPr lang="en-US" sz="2400" b="0" i="1" smtClean="0">
                                <a:latin typeface="Cambria Math" panose="02040503050406030204" pitchFamily="18" charset="0"/>
                              </a:rPr>
                              <m:t>𝑇</m:t>
                            </m:r>
                          </m:e>
                          <m:sub>
                            <m:r>
                              <a:rPr lang="en-US" sz="2400" b="0" i="1" smtClean="0">
                                <a:latin typeface="Cambria Math" panose="02040503050406030204" pitchFamily="18" charset="0"/>
                              </a:rPr>
                              <m:t>1 </m:t>
                            </m:r>
                          </m:sub>
                        </m:sSub>
                        <m:r>
                          <a:rPr lang="en-US" sz="2400" b="0" i="1" smtClean="0">
                            <a:latin typeface="Cambria Math" panose="02040503050406030204" pitchFamily="18" charset="0"/>
                          </a:rPr>
                          <m:t>−</m:t>
                        </m:r>
                        <m:sSub>
                          <m:sSubPr>
                            <m:ctrlPr>
                              <a:rPr lang="pt-BR" sz="2400" i="1" smtClean="0">
                                <a:latin typeface="Cambria Math" panose="02040503050406030204" pitchFamily="18" charset="0"/>
                              </a:rPr>
                            </m:ctrlPr>
                          </m:sSubPr>
                          <m:e>
                            <m:r>
                              <a:rPr lang="en-US" sz="2400" b="0" i="1" smtClean="0">
                                <a:latin typeface="Cambria Math" panose="02040503050406030204" pitchFamily="18" charset="0"/>
                              </a:rPr>
                              <m:t>𝑇</m:t>
                            </m:r>
                          </m:e>
                          <m:sub>
                            <m:r>
                              <a:rPr lang="en-US" sz="2400" b="0" i="1" smtClean="0">
                                <a:latin typeface="Cambria Math" panose="02040503050406030204" pitchFamily="18" charset="0"/>
                              </a:rPr>
                              <m:t>0</m:t>
                            </m:r>
                          </m:sub>
                        </m:sSub>
                      </m:num>
                      <m:den>
                        <m:r>
                          <a:rPr lang="en-US" sz="2400" b="0" i="1" smtClean="0">
                            <a:latin typeface="Cambria Math" panose="02040503050406030204" pitchFamily="18" charset="0"/>
                          </a:rPr>
                          <m:t>2</m:t>
                        </m:r>
                      </m:den>
                    </m:f>
                    <m:r>
                      <a:rPr lang="en-US" sz="2400" b="0" i="0" smtClean="0">
                        <a:latin typeface="Cambria Math" panose="02040503050406030204" pitchFamily="18" charset="0"/>
                      </a:rPr>
                      <m:t> −</m:t>
                    </m:r>
                  </m:oMath>
                </a14:m>
                <a:r>
                  <a:rPr lang="en-US" sz="2400" dirty="0">
                    <a:latin typeface="+mj-lt"/>
                  </a:rPr>
                  <a:t> </a:t>
                </a:r>
                <a14:m>
                  <m:oMath xmlns:m="http://schemas.openxmlformats.org/officeDocument/2006/math">
                    <m:sSub>
                      <m:sSubPr>
                        <m:ctrlPr>
                          <a:rPr lang="pt-BR" sz="2400" i="1">
                            <a:latin typeface="Cambria Math" panose="02040503050406030204" pitchFamily="18" charset="0"/>
                          </a:rPr>
                        </m:ctrlPr>
                      </m:sSubPr>
                      <m:e>
                        <m:r>
                          <a:rPr lang="en-US" sz="2400" i="1">
                            <a:latin typeface="Cambria Math" panose="02040503050406030204" pitchFamily="18" charset="0"/>
                          </a:rPr>
                          <m:t>𝑇</m:t>
                        </m:r>
                      </m:e>
                      <m:sub>
                        <m:r>
                          <a:rPr lang="en-US" sz="2400" b="0" i="1" smtClean="0">
                            <a:latin typeface="Cambria Math" panose="02040503050406030204" pitchFamily="18" charset="0"/>
                          </a:rPr>
                          <m:t>𝑚𝑖𝑛</m:t>
                        </m:r>
                        <m:r>
                          <a:rPr lang="en-US" sz="2400" i="1">
                            <a:latin typeface="Cambria Math" panose="02040503050406030204" pitchFamily="18" charset="0"/>
                          </a:rPr>
                          <m:t> </m:t>
                        </m:r>
                      </m:sub>
                    </m:sSub>
                  </m:oMath>
                </a14:m>
                <a:endParaRPr lang="en-US" sz="2400" dirty="0">
                  <a:latin typeface="+mj-lt"/>
                </a:endParaRPr>
              </a:p>
            </p:txBody>
          </p:sp>
        </mc:Choice>
        <mc:Fallback xmlns="">
          <p:sp>
            <p:nvSpPr>
              <p:cNvPr id="91" name="TextBox 90"/>
              <p:cNvSpPr txBox="1">
                <a:spLocks noRot="1" noChangeAspect="1" noMove="1" noResize="1" noEditPoints="1" noAdjustHandles="1" noChangeArrowheads="1" noChangeShapeType="1" noTextEdit="1"/>
              </p:cNvSpPr>
              <p:nvPr/>
            </p:nvSpPr>
            <p:spPr>
              <a:xfrm>
                <a:off x="5593962" y="5365750"/>
                <a:ext cx="2178239" cy="529953"/>
              </a:xfrm>
              <a:prstGeom prst="rect">
                <a:avLst/>
              </a:prstGeom>
              <a:blipFill rotWithShape="0">
                <a:blip r:embed="rId2"/>
                <a:stretch>
                  <a:fillRect/>
                </a:stretch>
              </a:blipFill>
              <a:ln>
                <a:noFill/>
              </a:ln>
            </p:spPr>
            <p:txBody>
              <a:bodyPr/>
              <a:lstStyle/>
              <a:p>
                <a:r>
                  <a:rPr lang="en-IN">
                    <a:noFill/>
                  </a:rPr>
                  <a:t> </a:t>
                </a:r>
              </a:p>
            </p:txBody>
          </p:sp>
        </mc:Fallback>
      </mc:AlternateContent>
      <p:grpSp>
        <p:nvGrpSpPr>
          <p:cNvPr id="44" name="Group 43"/>
          <p:cNvGrpSpPr/>
          <p:nvPr/>
        </p:nvGrpSpPr>
        <p:grpSpPr>
          <a:xfrm>
            <a:off x="1213549" y="1362702"/>
            <a:ext cx="686393" cy="1580526"/>
            <a:chOff x="503069" y="1211451"/>
            <a:chExt cx="686393" cy="1580526"/>
          </a:xfrm>
        </p:grpSpPr>
        <p:pic>
          <p:nvPicPr>
            <p:cNvPr id="45" name="Picture 44" descr="Mac-Book-Black-On-48x48.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9862" y="2182377"/>
              <a:ext cx="609600" cy="609600"/>
            </a:xfrm>
            <a:prstGeom prst="rect">
              <a:avLst/>
            </a:prstGeom>
          </p:spPr>
        </p:pic>
        <p:pic>
          <p:nvPicPr>
            <p:cNvPr id="46" name="Picture 45" descr="server-48x48.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3069" y="1211451"/>
              <a:ext cx="609600" cy="609600"/>
            </a:xfrm>
            <a:prstGeom prst="rect">
              <a:avLst/>
            </a:prstGeom>
          </p:spPr>
        </p:pic>
      </p:grpSp>
    </p:spTree>
    <p:extLst>
      <p:ext uri="{BB962C8B-B14F-4D97-AF65-F5344CB8AC3E}">
        <p14:creationId xmlns:p14="http://schemas.microsoft.com/office/powerpoint/2010/main" val="3515656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74"/>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nodeType="afterEffect">
                                  <p:stCondLst>
                                    <p:cond delay="0"/>
                                  </p:stCondLst>
                                  <p:childTnLst>
                                    <p:set>
                                      <p:cBhvr>
                                        <p:cTn id="12" dur="1" fill="hold">
                                          <p:stCondLst>
                                            <p:cond delay="0"/>
                                          </p:stCondLst>
                                        </p:cTn>
                                        <p:tgtEl>
                                          <p:spTgt spid="7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1"/>
                                        </p:tgtEl>
                                        <p:attrNameLst>
                                          <p:attrName>style.visibility</p:attrName>
                                        </p:attrNameLst>
                                      </p:cBhvr>
                                      <p:to>
                                        <p:strVal val="visible"/>
                                      </p:to>
                                    </p:set>
                                  </p:childTnLst>
                                </p:cTn>
                              </p:par>
                            </p:childTnLst>
                          </p:cTn>
                        </p:par>
                        <p:par>
                          <p:cTn id="17" fill="hold">
                            <p:stCondLst>
                              <p:cond delay="0"/>
                            </p:stCondLst>
                            <p:childTnLst>
                              <p:par>
                                <p:cTn id="18" presetID="1" presetClass="entr" presetSubtype="0" fill="hold" nodeType="afterEffect">
                                  <p:stCondLst>
                                    <p:cond delay="0"/>
                                  </p:stCondLst>
                                  <p:childTnLst>
                                    <p:set>
                                      <p:cBhvr>
                                        <p:cTn id="19" dur="1" fill="hold">
                                          <p:stCondLst>
                                            <p:cond delay="0"/>
                                          </p:stCondLst>
                                        </p:cTn>
                                        <p:tgtEl>
                                          <p:spTgt spid="75"/>
                                        </p:tgtEl>
                                        <p:attrNameLst>
                                          <p:attrName>style.visibility</p:attrName>
                                        </p:attrNameLst>
                                      </p:cBhvr>
                                      <p:to>
                                        <p:strVal val="visible"/>
                                      </p:to>
                                    </p:set>
                                  </p:childTnLst>
                                </p:cTn>
                              </p:par>
                            </p:childTnLst>
                          </p:cTn>
                        </p:par>
                        <p:par>
                          <p:cTn id="20" fill="hold">
                            <p:stCondLst>
                              <p:cond delay="0"/>
                            </p:stCondLst>
                            <p:childTnLst>
                              <p:par>
                                <p:cTn id="21" presetID="1" presetClass="entr" presetSubtype="0" fill="hold" nodeType="afterEffect">
                                  <p:stCondLst>
                                    <p:cond delay="0"/>
                                  </p:stCondLst>
                                  <p:childTnLst>
                                    <p:set>
                                      <p:cBhvr>
                                        <p:cTn id="22" dur="1" fill="hold">
                                          <p:stCondLst>
                                            <p:cond delay="0"/>
                                          </p:stCondLst>
                                        </p:cTn>
                                        <p:tgtEl>
                                          <p:spTgt spid="7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nodeType="clickEffect">
                                  <p:stCondLst>
                                    <p:cond delay="0"/>
                                  </p:stCondLst>
                                  <p:childTnLst>
                                    <p:set>
                                      <p:cBhvr>
                                        <p:cTn id="30" dur="1" fill="hold">
                                          <p:stCondLst>
                                            <p:cond delay="0"/>
                                          </p:stCondLst>
                                        </p:cTn>
                                        <p:tgtEl>
                                          <p:spTgt spid="82"/>
                                        </p:tgtEl>
                                        <p:attrNameLst>
                                          <p:attrName>style.visibility</p:attrName>
                                        </p:attrNameLst>
                                      </p:cBhvr>
                                      <p:to>
                                        <p:strVal val="hidden"/>
                                      </p:to>
                                    </p:set>
                                  </p:childTnLst>
                                </p:cTn>
                              </p:par>
                              <p:par>
                                <p:cTn id="31" presetID="1" presetClass="entr" presetSubtype="0" fill="hold" nodeType="withEffect">
                                  <p:stCondLst>
                                    <p:cond delay="0"/>
                                  </p:stCondLst>
                                  <p:childTnLst>
                                    <p:set>
                                      <p:cBhvr>
                                        <p:cTn id="32" dur="1" fill="hold">
                                          <p:stCondLst>
                                            <p:cond delay="0"/>
                                          </p:stCondLst>
                                        </p:cTn>
                                        <p:tgtEl>
                                          <p:spTgt spid="8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xit" presetSubtype="0" fill="hold" nodeType="clickEffect">
                                  <p:stCondLst>
                                    <p:cond delay="0"/>
                                  </p:stCondLst>
                                  <p:childTnLst>
                                    <p:set>
                                      <p:cBhvr>
                                        <p:cTn id="36" dur="1" fill="hold">
                                          <p:stCondLst>
                                            <p:cond delay="0"/>
                                          </p:stCondLst>
                                        </p:cTn>
                                        <p:tgtEl>
                                          <p:spTgt spid="83"/>
                                        </p:tgtEl>
                                        <p:attrNameLst>
                                          <p:attrName>style.visibility</p:attrName>
                                        </p:attrNameLst>
                                      </p:cBhvr>
                                      <p:to>
                                        <p:strVal val="hidden"/>
                                      </p:to>
                                    </p:set>
                                  </p:childTnLst>
                                </p:cTn>
                              </p:par>
                              <p:par>
                                <p:cTn id="37" presetID="1" presetClass="entr" presetSubtype="0" fill="hold" nodeType="withEffect">
                                  <p:stCondLst>
                                    <p:cond delay="0"/>
                                  </p:stCondLst>
                                  <p:childTnLst>
                                    <p:set>
                                      <p:cBhvr>
                                        <p:cTn id="38" dur="1" fill="hold">
                                          <p:stCondLst>
                                            <p:cond delay="0"/>
                                          </p:stCondLst>
                                        </p:cTn>
                                        <p:tgtEl>
                                          <p:spTgt spid="8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xit" presetSubtype="0" fill="hold" nodeType="clickEffect">
                                  <p:stCondLst>
                                    <p:cond delay="0"/>
                                  </p:stCondLst>
                                  <p:childTnLst>
                                    <p:set>
                                      <p:cBhvr>
                                        <p:cTn id="42" dur="1" fill="hold">
                                          <p:stCondLst>
                                            <p:cond delay="0"/>
                                          </p:stCondLst>
                                        </p:cTn>
                                        <p:tgtEl>
                                          <p:spTgt spid="84"/>
                                        </p:tgtEl>
                                        <p:attrNameLst>
                                          <p:attrName>style.visibility</p:attrName>
                                        </p:attrNameLst>
                                      </p:cBhvr>
                                      <p:to>
                                        <p:strVal val="hidden"/>
                                      </p:to>
                                    </p:set>
                                  </p:childTnLst>
                                </p:cTn>
                              </p:par>
                              <p:par>
                                <p:cTn id="43" presetID="1" presetClass="entr" presetSubtype="0" fill="hold" nodeType="withEffect">
                                  <p:stCondLst>
                                    <p:cond delay="0"/>
                                  </p:stCondLst>
                                  <p:childTnLst>
                                    <p:set>
                                      <p:cBhvr>
                                        <p:cTn id="44" dur="1" fill="hold">
                                          <p:stCondLst>
                                            <p:cond delay="0"/>
                                          </p:stCondLst>
                                        </p:cTn>
                                        <p:tgtEl>
                                          <p:spTgt spid="85"/>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xit" presetSubtype="0" fill="hold" nodeType="clickEffect">
                                  <p:stCondLst>
                                    <p:cond delay="0"/>
                                  </p:stCondLst>
                                  <p:childTnLst>
                                    <p:set>
                                      <p:cBhvr>
                                        <p:cTn id="48" dur="1" fill="hold">
                                          <p:stCondLst>
                                            <p:cond delay="0"/>
                                          </p:stCondLst>
                                        </p:cTn>
                                        <p:tgtEl>
                                          <p:spTgt spid="85"/>
                                        </p:tgtEl>
                                        <p:attrNameLst>
                                          <p:attrName>style.visibility</p:attrName>
                                        </p:attrNameLst>
                                      </p:cBhvr>
                                      <p:to>
                                        <p:strVal val="hidden"/>
                                      </p:to>
                                    </p:set>
                                  </p:childTnLst>
                                </p:cTn>
                              </p:par>
                              <p:par>
                                <p:cTn id="49" presetID="1" presetClass="entr" presetSubtype="0" fill="hold" grpId="0" nodeType="withEffect">
                                  <p:stCondLst>
                                    <p:cond delay="0"/>
                                  </p:stCondLst>
                                  <p:childTnLst>
                                    <p:set>
                                      <p:cBhvr>
                                        <p:cTn id="50" dur="1" fill="hold">
                                          <p:stCondLst>
                                            <p:cond delay="0"/>
                                          </p:stCondLst>
                                        </p:cTn>
                                        <p:tgtEl>
                                          <p:spTgt spid="29"/>
                                        </p:tgtEl>
                                        <p:attrNameLst>
                                          <p:attrName>style.visibility</p:attrName>
                                        </p:attrNameLst>
                                      </p:cBhvr>
                                      <p:to>
                                        <p:strVal val="visible"/>
                                      </p:to>
                                    </p:set>
                                  </p:childTnLst>
                                </p:cTn>
                              </p:par>
                            </p:childTnLst>
                          </p:cTn>
                        </p:par>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86"/>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90"/>
                                        </p:tgtEl>
                                        <p:attrNameLst>
                                          <p:attrName>style.visibility</p:attrName>
                                        </p:attrNameLst>
                                      </p:cBhvr>
                                      <p:to>
                                        <p:strVal val="visible"/>
                                      </p:to>
                                    </p:set>
                                  </p:childTnLst>
                                </p:cTn>
                              </p:par>
                              <p:par>
                                <p:cTn id="58" presetID="1" presetClass="entr" presetSubtype="0" fill="hold" grpId="0" nodeType="withEffect">
                                  <p:stCondLst>
                                    <p:cond delay="0"/>
                                  </p:stCondLst>
                                  <p:childTnLst>
                                    <p:set>
                                      <p:cBhvr>
                                        <p:cTn id="59" dur="1" fill="hold">
                                          <p:stCondLst>
                                            <p:cond delay="0"/>
                                          </p:stCondLst>
                                        </p:cTn>
                                        <p:tgtEl>
                                          <p:spTgt spid="91"/>
                                        </p:tgtEl>
                                        <p:attrNameLst>
                                          <p:attrName>style.visibility</p:attrName>
                                        </p:attrNameLst>
                                      </p:cBhvr>
                                      <p:to>
                                        <p:strVal val="visible"/>
                                      </p:to>
                                    </p:set>
                                  </p:childTnLst>
                                </p:cTn>
                              </p:par>
                            </p:childTnLst>
                          </p:cTn>
                        </p:par>
                        <p:par>
                          <p:cTn id="60" fill="hold">
                            <p:stCondLst>
                              <p:cond delay="0"/>
                            </p:stCondLst>
                            <p:childTnLst>
                              <p:par>
                                <p:cTn id="61" presetID="1" presetClass="entr" presetSubtype="0" fill="hold" grpId="0" nodeType="afterEffect">
                                  <p:stCondLst>
                                    <p:cond delay="0"/>
                                  </p:stCondLst>
                                  <p:childTnLst>
                                    <p:set>
                                      <p:cBhvr>
                                        <p:cTn id="62" dur="1" fill="hold">
                                          <p:stCondLst>
                                            <p:cond delay="0"/>
                                          </p:stCondLst>
                                        </p:cTn>
                                        <p:tgtEl>
                                          <p:spTgt spid="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89" grpId="0"/>
      <p:bldP spid="90" grpId="0" animBg="1"/>
      <p:bldP spid="91"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Cristian’s Algorithm</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r>
              <a:rPr lang="en-US" altLang="en-US" dirty="0">
                <a:solidFill>
                  <a:srgbClr val="1D3064"/>
                </a:solidFill>
              </a:rPr>
              <a:t>Assumption about packet transmission </a:t>
            </a:r>
            <a:r>
              <a:rPr lang="en-US" altLang="en-US" dirty="0" smtClean="0">
                <a:solidFill>
                  <a:srgbClr val="1D3064"/>
                </a:solidFill>
              </a:rPr>
              <a:t>delays:</a:t>
            </a:r>
          </a:p>
          <a:p>
            <a:pPr marL="714375" lvl="2" indent="-357188">
              <a:defRPr/>
            </a:pPr>
            <a:r>
              <a:rPr lang="en-US" altLang="en-US" sz="2400" dirty="0"/>
              <a:t>Cristian’s algorithm assumes that the round-trip times for messages exchanged over the network are reasonably short</a:t>
            </a:r>
          </a:p>
          <a:p>
            <a:pPr marL="714375" lvl="2" indent="-357188">
              <a:defRPr/>
            </a:pPr>
            <a:r>
              <a:rPr lang="en-US" altLang="en-US" sz="2400" dirty="0"/>
              <a:t>The algorithm assumes that the delay for the request and response are equal</a:t>
            </a:r>
          </a:p>
          <a:p>
            <a:pPr marL="714375" lvl="2" indent="-357188">
              <a:defRPr/>
            </a:pPr>
            <a:r>
              <a:rPr lang="en-US" altLang="en-US" sz="2400" dirty="0"/>
              <a:t>Cristian’s algorithm is intended for synchronizing computers within intranets </a:t>
            </a:r>
          </a:p>
          <a:p>
            <a:r>
              <a:rPr lang="en-US" altLang="en-US" dirty="0">
                <a:solidFill>
                  <a:srgbClr val="1D3064"/>
                </a:solidFill>
              </a:rPr>
              <a:t>A probabilistic approach for calculating </a:t>
            </a:r>
            <a:r>
              <a:rPr lang="en-US" altLang="en-US" dirty="0" smtClean="0">
                <a:solidFill>
                  <a:srgbClr val="1D3064"/>
                </a:solidFill>
              </a:rPr>
              <a:t>delays:</a:t>
            </a:r>
            <a:endParaRPr lang="en-US" altLang="en-US" dirty="0">
              <a:solidFill>
                <a:srgbClr val="1D3064"/>
              </a:solidFill>
            </a:endParaRPr>
          </a:p>
          <a:p>
            <a:pPr marL="714375" lvl="2" indent="-357188">
              <a:defRPr/>
            </a:pPr>
            <a:r>
              <a:rPr lang="en-US" altLang="en-US" sz="2400" dirty="0"/>
              <a:t>There is no tight bound on the maximum drift between clocks of computers</a:t>
            </a:r>
          </a:p>
          <a:p>
            <a:r>
              <a:rPr lang="en-US" altLang="en-US" dirty="0">
                <a:solidFill>
                  <a:srgbClr val="1D3064"/>
                </a:solidFill>
              </a:rPr>
              <a:t>Time server failure or faulty server </a:t>
            </a:r>
            <a:r>
              <a:rPr lang="en-US" altLang="en-US" dirty="0" smtClean="0">
                <a:solidFill>
                  <a:srgbClr val="1D3064"/>
                </a:solidFill>
              </a:rPr>
              <a:t>clock:</a:t>
            </a:r>
          </a:p>
          <a:p>
            <a:pPr marL="714375" lvl="2" indent="-357188">
              <a:defRPr/>
            </a:pPr>
            <a:r>
              <a:rPr lang="en-US" altLang="en-US" sz="2400" dirty="0"/>
              <a:t>Faulty clock on the time server leads to inaccurate clocks in the entire DS</a:t>
            </a:r>
          </a:p>
          <a:p>
            <a:pPr marL="714375" lvl="2" indent="-357188">
              <a:defRPr/>
            </a:pPr>
            <a:r>
              <a:rPr lang="en-US" altLang="en-US" sz="2400" dirty="0"/>
              <a:t>Failure of the time server will render synchronization impossible</a:t>
            </a:r>
          </a:p>
          <a:p>
            <a:endParaRPr lang="en-US" altLang="en-US" sz="2400" dirty="0"/>
          </a:p>
        </p:txBody>
      </p:sp>
    </p:spTree>
    <p:extLst>
      <p:ext uri="{BB962C8B-B14F-4D97-AF65-F5344CB8AC3E}">
        <p14:creationId xmlns:p14="http://schemas.microsoft.com/office/powerpoint/2010/main" val="2283104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Berkeley Algorithm</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r>
              <a:rPr lang="en-US" altLang="en-US" dirty="0" smtClean="0"/>
              <a:t>A </a:t>
            </a:r>
            <a:r>
              <a:rPr lang="en-US" altLang="en-US" dirty="0"/>
              <a:t>single time server can fail, blocking timekeeping </a:t>
            </a:r>
          </a:p>
          <a:p>
            <a:r>
              <a:rPr lang="en-US" altLang="en-US" dirty="0"/>
              <a:t>The Berkeley algorithm is a </a:t>
            </a:r>
            <a:r>
              <a:rPr lang="en-US" altLang="en-US" dirty="0">
                <a:solidFill>
                  <a:schemeClr val="accent6"/>
                </a:solidFill>
              </a:rPr>
              <a:t>distributed algorithm for </a:t>
            </a:r>
            <a:r>
              <a:rPr lang="en-US" altLang="en-US" dirty="0" smtClean="0">
                <a:solidFill>
                  <a:schemeClr val="accent6"/>
                </a:solidFill>
              </a:rPr>
              <a:t>timekeeping</a:t>
            </a:r>
            <a:endParaRPr lang="en-US" altLang="en-US" dirty="0">
              <a:solidFill>
                <a:schemeClr val="accent6"/>
              </a:solidFill>
            </a:endParaRPr>
          </a:p>
          <a:p>
            <a:r>
              <a:rPr lang="en-US" altLang="en-US" dirty="0"/>
              <a:t>Assumes all machines have equally-accurate local </a:t>
            </a:r>
            <a:r>
              <a:rPr lang="en-US" altLang="en-US" dirty="0" smtClean="0"/>
              <a:t>clocks</a:t>
            </a:r>
            <a:endParaRPr lang="en-US" altLang="en-US" dirty="0"/>
          </a:p>
          <a:p>
            <a:r>
              <a:rPr lang="en-US" altLang="en-US" dirty="0"/>
              <a:t>Obtains average from participating computers and synchronizes clocks to that </a:t>
            </a:r>
            <a:r>
              <a:rPr lang="en-US" altLang="en-US" dirty="0" smtClean="0"/>
              <a:t>average</a:t>
            </a:r>
          </a:p>
          <a:p>
            <a:r>
              <a:rPr lang="en-US" altLang="en-US" dirty="0" smtClean="0"/>
              <a:t>Time </a:t>
            </a:r>
            <a:r>
              <a:rPr lang="en-US" altLang="en-US" dirty="0"/>
              <a:t>server </a:t>
            </a:r>
            <a:r>
              <a:rPr lang="en-US" altLang="en-US" dirty="0">
                <a:solidFill>
                  <a:schemeClr val="accent6"/>
                </a:solidFill>
              </a:rPr>
              <a:t>periodically sends a message </a:t>
            </a:r>
            <a:r>
              <a:rPr lang="en-US" altLang="en-US" dirty="0"/>
              <a:t>(“time=?”) to all computers in the group. </a:t>
            </a:r>
          </a:p>
          <a:p>
            <a:r>
              <a:rPr lang="en-US" altLang="en-US" dirty="0"/>
              <a:t>Each computer in the group sends its clock value to the server.</a:t>
            </a:r>
          </a:p>
          <a:p>
            <a:r>
              <a:rPr lang="en-US" altLang="en-US" dirty="0"/>
              <a:t>Server has prior knowledge of propagation time from node to  server.</a:t>
            </a:r>
          </a:p>
          <a:p>
            <a:r>
              <a:rPr lang="en-US" altLang="en-US" dirty="0"/>
              <a:t>Time server readjusts the clock values of the reply messages using propagation time &amp; then takes </a:t>
            </a:r>
            <a:r>
              <a:rPr lang="en-US" altLang="en-US" dirty="0">
                <a:solidFill>
                  <a:schemeClr val="accent6"/>
                </a:solidFill>
              </a:rPr>
              <a:t>fault tolerant average</a:t>
            </a:r>
            <a:r>
              <a:rPr lang="en-US" altLang="en-US" dirty="0"/>
              <a:t>.</a:t>
            </a:r>
          </a:p>
          <a:p>
            <a:r>
              <a:rPr lang="en-US" altLang="en-US" dirty="0"/>
              <a:t>The time server readjusts its own time &amp; </a:t>
            </a:r>
            <a:r>
              <a:rPr lang="en-US" altLang="en-US" dirty="0">
                <a:solidFill>
                  <a:schemeClr val="accent6"/>
                </a:solidFill>
              </a:rPr>
              <a:t>sends the adjustment (positive or negative) to each node</a:t>
            </a:r>
            <a:r>
              <a:rPr lang="en-US" altLang="en-US" dirty="0" smtClean="0">
                <a:solidFill>
                  <a:schemeClr val="accent6"/>
                </a:solidFill>
              </a:rPr>
              <a:t>.</a:t>
            </a:r>
            <a:endParaRPr lang="en-US" altLang="en-US" sz="2400" dirty="0">
              <a:solidFill>
                <a:schemeClr val="accent6"/>
              </a:solidFill>
            </a:endParaRPr>
          </a:p>
        </p:txBody>
      </p:sp>
    </p:spTree>
    <p:extLst>
      <p:ext uri="{BB962C8B-B14F-4D97-AF65-F5344CB8AC3E}">
        <p14:creationId xmlns:p14="http://schemas.microsoft.com/office/powerpoint/2010/main" val="35054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Berkeley Algorithm</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pPr marL="0" indent="0">
              <a:buNone/>
            </a:pPr>
            <a:r>
              <a:rPr lang="en-US" altLang="en-US" b="1" dirty="0">
                <a:solidFill>
                  <a:srgbClr val="1D3064"/>
                </a:solidFill>
              </a:rPr>
              <a:t>Approach:</a:t>
            </a:r>
          </a:p>
          <a:p>
            <a:r>
              <a:rPr lang="en-US" altLang="en-US" dirty="0"/>
              <a:t>A time server periodically (approx. once in 4 minutes) sends its time to all the computers and polls them for the time difference</a:t>
            </a:r>
          </a:p>
          <a:p>
            <a:r>
              <a:rPr lang="en-US" altLang="en-US" dirty="0"/>
              <a:t>The computers compute the time difference and then reply</a:t>
            </a:r>
          </a:p>
          <a:p>
            <a:r>
              <a:rPr lang="en-US" altLang="en-US" dirty="0"/>
              <a:t>The server computes an average time difference for each computer</a:t>
            </a:r>
          </a:p>
          <a:p>
            <a:r>
              <a:rPr lang="en-US" altLang="en-US" dirty="0"/>
              <a:t>The server commands all the computers to update their time (by gradual time synchronization</a:t>
            </a:r>
            <a:r>
              <a:rPr lang="en-US" altLang="en-US" dirty="0" smtClean="0"/>
              <a:t>)</a:t>
            </a:r>
            <a:endParaRPr lang="en-US" altLang="en-US" dirty="0"/>
          </a:p>
        </p:txBody>
      </p:sp>
      <p:sp>
        <p:nvSpPr>
          <p:cNvPr id="4" name="Content Placeholder 2">
            <a:extLst>
              <a:ext uri="{FF2B5EF4-FFF2-40B4-BE49-F238E27FC236}">
                <a16:creationId xmlns="" xmlns:a16="http://schemas.microsoft.com/office/drawing/2014/main" id="{2625F6D8-CFEE-4804-80F2-F2851B4A24B7}"/>
              </a:ext>
            </a:extLst>
          </p:cNvPr>
          <p:cNvSpPr txBox="1">
            <a:spLocks/>
          </p:cNvSpPr>
          <p:nvPr/>
        </p:nvSpPr>
        <p:spPr>
          <a:xfrm>
            <a:off x="488695" y="3796798"/>
            <a:ext cx="6702264" cy="2054145"/>
          </a:xfrm>
          <a:prstGeom prst="rect">
            <a:avLst/>
          </a:prstGeom>
          <a:ln>
            <a:solidFill>
              <a:srgbClr val="1D3064"/>
            </a:solidFill>
          </a:ln>
        </p:spPr>
        <p:txBody>
          <a:bodyPr vert="horz" lIns="91440" tIns="45720" rIns="91440" bIns="45720" rtlCol="0">
            <a:normAutofit/>
          </a:bodyPr>
          <a:lstStyle>
            <a:lvl1pPr marL="265113" indent="-265113" algn="just" defTabSz="914400" rtl="0" eaLnBrk="1" latinLnBrk="0" hangingPunct="1">
              <a:lnSpc>
                <a:spcPct val="90000"/>
              </a:lnSpc>
              <a:spcBef>
                <a:spcPts val="1000"/>
              </a:spcBef>
              <a:buClr>
                <a:schemeClr val="accent6"/>
              </a:buClr>
              <a:buFont typeface="Webdings" panose="05030102010509060703"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42925" lvl="1" indent="-357188">
              <a:buFontTx/>
              <a:buAutoNum type="arabicPeriod"/>
              <a:defRPr/>
            </a:pPr>
            <a:r>
              <a:rPr lang="en-US" sz="2200" dirty="0" smtClean="0"/>
              <a:t>At </a:t>
            </a:r>
            <a:r>
              <a:rPr lang="en-US" sz="2200" dirty="0"/>
              <a:t>3:00, the time daemon tells the </a:t>
            </a:r>
            <a:r>
              <a:rPr lang="en-US" sz="2200" dirty="0" smtClean="0"/>
              <a:t>other machines </a:t>
            </a:r>
            <a:r>
              <a:rPr lang="en-US" sz="2200" dirty="0"/>
              <a:t>its time and asks for theirs.</a:t>
            </a:r>
          </a:p>
          <a:p>
            <a:pPr marL="542925" lvl="1" indent="-357188">
              <a:buFontTx/>
              <a:buAutoNum type="arabicPeriod"/>
              <a:defRPr/>
            </a:pPr>
            <a:r>
              <a:rPr lang="en-US" sz="2200" dirty="0"/>
              <a:t>T</a:t>
            </a:r>
            <a:r>
              <a:rPr lang="en-US" sz="2200" dirty="0" smtClean="0"/>
              <a:t>hey respond with </a:t>
            </a:r>
            <a:r>
              <a:rPr lang="en-US" sz="2200" dirty="0"/>
              <a:t>how far ahead or behind the time daemon they are.</a:t>
            </a:r>
          </a:p>
          <a:p>
            <a:pPr marL="542925" lvl="1" indent="-357188">
              <a:buFontTx/>
              <a:buAutoNum type="arabicPeriod"/>
              <a:defRPr/>
            </a:pPr>
            <a:r>
              <a:rPr lang="en-US" sz="2200" dirty="0"/>
              <a:t>T</a:t>
            </a:r>
            <a:r>
              <a:rPr lang="en-US" sz="2200" dirty="0" smtClean="0"/>
              <a:t>he </a:t>
            </a:r>
            <a:r>
              <a:rPr lang="en-US" sz="2200" dirty="0"/>
              <a:t>time daemon computes the average and tells </a:t>
            </a:r>
            <a:r>
              <a:rPr lang="en-US" sz="2200" dirty="0" smtClean="0"/>
              <a:t>each machine </a:t>
            </a:r>
            <a:r>
              <a:rPr lang="en-US" sz="2200" dirty="0"/>
              <a:t>how to adjust its clock</a:t>
            </a:r>
            <a:endParaRPr lang="en-US" sz="2800" dirty="0"/>
          </a:p>
        </p:txBody>
      </p:sp>
      <p:cxnSp>
        <p:nvCxnSpPr>
          <p:cNvPr id="46" name="Straight Connector 45">
            <a:extLst>
              <a:ext uri="{FF2B5EF4-FFF2-40B4-BE49-F238E27FC236}">
                <a16:creationId xmlns="" xmlns:a16="http://schemas.microsoft.com/office/drawing/2014/main" id="{7E112CDE-CB64-4859-9F92-17F82AE2A201}"/>
              </a:ext>
            </a:extLst>
          </p:cNvPr>
          <p:cNvCxnSpPr/>
          <p:nvPr/>
        </p:nvCxnSpPr>
        <p:spPr>
          <a:xfrm>
            <a:off x="9641397" y="4634998"/>
            <a:ext cx="0" cy="22860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 xmlns:a16="http://schemas.microsoft.com/office/drawing/2014/main" id="{C3A40528-B284-4732-AF8F-627EE790DF5B}"/>
              </a:ext>
            </a:extLst>
          </p:cNvPr>
          <p:cNvCxnSpPr/>
          <p:nvPr/>
        </p:nvCxnSpPr>
        <p:spPr>
          <a:xfrm>
            <a:off x="8984172" y="4863598"/>
            <a:ext cx="0" cy="22860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 xmlns:a16="http://schemas.microsoft.com/office/drawing/2014/main" id="{4A487EFB-69CD-459C-A490-88C91E1E2F35}"/>
              </a:ext>
            </a:extLst>
          </p:cNvPr>
          <p:cNvCxnSpPr/>
          <p:nvPr/>
        </p:nvCxnSpPr>
        <p:spPr>
          <a:xfrm>
            <a:off x="10279572" y="4863598"/>
            <a:ext cx="0" cy="22860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9" name="Group 20">
            <a:extLst>
              <a:ext uri="{FF2B5EF4-FFF2-40B4-BE49-F238E27FC236}">
                <a16:creationId xmlns="" xmlns:a16="http://schemas.microsoft.com/office/drawing/2014/main" id="{FAAFBCD1-324F-4577-A5D4-D1243CDC3031}"/>
              </a:ext>
            </a:extLst>
          </p:cNvPr>
          <p:cNvGrpSpPr>
            <a:grpSpLocks/>
          </p:cNvGrpSpPr>
          <p:nvPr/>
        </p:nvGrpSpPr>
        <p:grpSpPr bwMode="auto">
          <a:xfrm>
            <a:off x="9288973" y="4025398"/>
            <a:ext cx="690563" cy="762000"/>
            <a:chOff x="6243638" y="4572000"/>
            <a:chExt cx="690562" cy="762000"/>
          </a:xfrm>
        </p:grpSpPr>
        <p:sp>
          <p:nvSpPr>
            <p:cNvPr id="50" name="Rectangle 49">
              <a:extLst>
                <a:ext uri="{FF2B5EF4-FFF2-40B4-BE49-F238E27FC236}">
                  <a16:creationId xmlns="" xmlns:a16="http://schemas.microsoft.com/office/drawing/2014/main" id="{1C5459DA-14E4-4098-AA33-F6657356F80A}"/>
                </a:ext>
              </a:extLst>
            </p:cNvPr>
            <p:cNvSpPr/>
            <p:nvPr/>
          </p:nvSpPr>
          <p:spPr>
            <a:xfrm>
              <a:off x="6248400" y="4572000"/>
              <a:ext cx="685800" cy="685800"/>
            </a:xfrm>
            <a:prstGeom prst="rect">
              <a:avLst/>
            </a:prstGeom>
            <a:solidFill>
              <a:srgbClr val="FF0000"/>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endParaRPr lang="en-US">
                <a:latin typeface="+mj-lt"/>
              </a:endParaRPr>
            </a:p>
          </p:txBody>
        </p:sp>
        <p:grpSp>
          <p:nvGrpSpPr>
            <p:cNvPr id="51" name="Group 18">
              <a:extLst>
                <a:ext uri="{FF2B5EF4-FFF2-40B4-BE49-F238E27FC236}">
                  <a16:creationId xmlns="" xmlns:a16="http://schemas.microsoft.com/office/drawing/2014/main" id="{DD0F18E2-1AB4-4068-BA8F-DC0147747BFD}"/>
                </a:ext>
              </a:extLst>
            </p:cNvPr>
            <p:cNvGrpSpPr>
              <a:grpSpLocks/>
            </p:cNvGrpSpPr>
            <p:nvPr/>
          </p:nvGrpSpPr>
          <p:grpSpPr bwMode="auto">
            <a:xfrm>
              <a:off x="6243638" y="4629150"/>
              <a:ext cx="690562" cy="704850"/>
              <a:chOff x="6243638" y="4629150"/>
              <a:chExt cx="1681162" cy="1681162"/>
            </a:xfrm>
          </p:grpSpPr>
          <p:pic>
            <p:nvPicPr>
              <p:cNvPr id="52" name="Picture 3" descr="C:\Documents and Settings\dd\Local Settings\Temporary Internet Files\Content.IE5\QNWT6PGV\MC900431586[1].png">
                <a:extLst>
                  <a:ext uri="{FF2B5EF4-FFF2-40B4-BE49-F238E27FC236}">
                    <a16:creationId xmlns="" xmlns:a16="http://schemas.microsoft.com/office/drawing/2014/main" id="{E074501B-5489-4202-8EBC-2820FF88E4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43638" y="4629150"/>
                <a:ext cx="1681162" cy="168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 name="Oval 52">
                <a:extLst>
                  <a:ext uri="{FF2B5EF4-FFF2-40B4-BE49-F238E27FC236}">
                    <a16:creationId xmlns="" xmlns:a16="http://schemas.microsoft.com/office/drawing/2014/main" id="{D89DE283-4771-490C-AD04-C274DB5D4D86}"/>
                  </a:ext>
                </a:extLst>
              </p:cNvPr>
              <p:cNvSpPr/>
              <p:nvPr/>
            </p:nvSpPr>
            <p:spPr>
              <a:xfrm>
                <a:off x="6553199" y="4876801"/>
                <a:ext cx="1066801" cy="1066799"/>
              </a:xfrm>
              <a:prstGeom prst="ellipse">
                <a:avLst/>
              </a:prstGeom>
              <a:scene3d>
                <a:camera prst="orthographicFront">
                  <a:rot lat="0" lon="0" rev="0"/>
                </a:camera>
                <a:lightRig rig="threePt" dir="t">
                  <a:rot lat="0" lon="0" rev="1200000"/>
                </a:lightRig>
              </a:scene3d>
              <a:sp3d>
                <a:bevelT w="63500" h="25400" prst="softRound"/>
              </a:sp3d>
            </p:spPr>
            <p:style>
              <a:lnRef idx="0">
                <a:schemeClr val="accent5"/>
              </a:lnRef>
              <a:fillRef idx="3">
                <a:schemeClr val="accent5"/>
              </a:fillRef>
              <a:effectRef idx="3">
                <a:schemeClr val="accent5"/>
              </a:effectRef>
              <a:fontRef idx="minor">
                <a:schemeClr val="lt1"/>
              </a:fontRef>
            </p:style>
            <p:txBody>
              <a:bodyPr anchor="ctr"/>
              <a:lstStyle/>
              <a:p>
                <a:pPr algn="ctr" eaLnBrk="1" hangingPunct="1">
                  <a:defRPr/>
                </a:pPr>
                <a:endParaRPr lang="en-US">
                  <a:latin typeface="+mj-lt"/>
                </a:endParaRPr>
              </a:p>
            </p:txBody>
          </p:sp>
          <p:cxnSp>
            <p:nvCxnSpPr>
              <p:cNvPr id="54" name="Straight Connector 53">
                <a:extLst>
                  <a:ext uri="{FF2B5EF4-FFF2-40B4-BE49-F238E27FC236}">
                    <a16:creationId xmlns="" xmlns:a16="http://schemas.microsoft.com/office/drawing/2014/main" id="{76EF1C08-5D43-4F2E-86F6-9A9CAF61AE4C}"/>
                  </a:ext>
                </a:extLst>
              </p:cNvPr>
              <p:cNvCxnSpPr/>
              <p:nvPr/>
            </p:nvCxnSpPr>
            <p:spPr>
              <a:xfrm>
                <a:off x="7086151" y="4875267"/>
                <a:ext cx="0" cy="533881"/>
              </a:xfrm>
              <a:prstGeom prst="line">
                <a:avLst/>
              </a:prstGeom>
              <a:ln w="19050">
                <a:solidFill>
                  <a:schemeClr val="tx1"/>
                </a:solidFill>
                <a:headEnd type="arrow" w="med" len="med"/>
                <a:tailEnd type="none" w="med" len="med"/>
              </a:ln>
            </p:spPr>
            <p:style>
              <a:lnRef idx="1">
                <a:schemeClr val="dk1"/>
              </a:lnRef>
              <a:fillRef idx="0">
                <a:schemeClr val="dk1"/>
              </a:fillRef>
              <a:effectRef idx="0">
                <a:schemeClr val="dk1"/>
              </a:effectRef>
              <a:fontRef idx="minor">
                <a:schemeClr val="tx1"/>
              </a:fontRef>
            </p:style>
          </p:cxnSp>
          <p:cxnSp>
            <p:nvCxnSpPr>
              <p:cNvPr id="55" name="Straight Connector 54">
                <a:extLst>
                  <a:ext uri="{FF2B5EF4-FFF2-40B4-BE49-F238E27FC236}">
                    <a16:creationId xmlns="" xmlns:a16="http://schemas.microsoft.com/office/drawing/2014/main" id="{AB7AD729-C443-4923-9186-07C777DB61E0}"/>
                  </a:ext>
                </a:extLst>
              </p:cNvPr>
              <p:cNvCxnSpPr/>
              <p:nvPr/>
            </p:nvCxnSpPr>
            <p:spPr>
              <a:xfrm flipH="1">
                <a:off x="7086151" y="5409149"/>
                <a:ext cx="382610" cy="0"/>
              </a:xfrm>
              <a:prstGeom prst="line">
                <a:avLst/>
              </a:prstGeom>
              <a:ln w="19050">
                <a:solidFill>
                  <a:schemeClr val="tx1"/>
                </a:solidFill>
                <a:headEnd type="arrow" w="med" len="med"/>
                <a:tailEnd type="none" w="med" len="med"/>
              </a:ln>
            </p:spPr>
            <p:style>
              <a:lnRef idx="1">
                <a:schemeClr val="dk1"/>
              </a:lnRef>
              <a:fillRef idx="0">
                <a:schemeClr val="dk1"/>
              </a:fillRef>
              <a:effectRef idx="0">
                <a:schemeClr val="dk1"/>
              </a:effectRef>
              <a:fontRef idx="minor">
                <a:schemeClr val="tx1"/>
              </a:fontRef>
            </p:style>
          </p:cxnSp>
        </p:grpSp>
      </p:grpSp>
      <p:grpSp>
        <p:nvGrpSpPr>
          <p:cNvPr id="56" name="Group 23">
            <a:extLst>
              <a:ext uri="{FF2B5EF4-FFF2-40B4-BE49-F238E27FC236}">
                <a16:creationId xmlns="" xmlns:a16="http://schemas.microsoft.com/office/drawing/2014/main" id="{A3E42834-1C66-4952-B44A-A5E78D7E66B8}"/>
              </a:ext>
            </a:extLst>
          </p:cNvPr>
          <p:cNvGrpSpPr>
            <a:grpSpLocks/>
          </p:cNvGrpSpPr>
          <p:nvPr/>
        </p:nvGrpSpPr>
        <p:grpSpPr bwMode="auto">
          <a:xfrm>
            <a:off x="8626985" y="5015998"/>
            <a:ext cx="690562" cy="762000"/>
            <a:chOff x="6243641" y="4572000"/>
            <a:chExt cx="690563" cy="762000"/>
          </a:xfrm>
        </p:grpSpPr>
        <p:sp>
          <p:nvSpPr>
            <p:cNvPr id="57" name="Rectangle 56">
              <a:extLst>
                <a:ext uri="{FF2B5EF4-FFF2-40B4-BE49-F238E27FC236}">
                  <a16:creationId xmlns="" xmlns:a16="http://schemas.microsoft.com/office/drawing/2014/main" id="{B60B7177-9B92-432A-9B29-B5F1D78B37B1}"/>
                </a:ext>
              </a:extLst>
            </p:cNvPr>
            <p:cNvSpPr/>
            <p:nvPr/>
          </p:nvSpPr>
          <p:spPr>
            <a:xfrm>
              <a:off x="6248400" y="4572000"/>
              <a:ext cx="685800" cy="685800"/>
            </a:xfrm>
            <a:prstGeom prst="rect">
              <a:avLst/>
            </a:prstGeom>
            <a:solidFill>
              <a:schemeClr val="tx1">
                <a:lumMod val="75000"/>
                <a:lumOff val="25000"/>
              </a:schemeClr>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endParaRPr lang="en-US">
                <a:latin typeface="+mj-lt"/>
              </a:endParaRPr>
            </a:p>
          </p:txBody>
        </p:sp>
        <p:grpSp>
          <p:nvGrpSpPr>
            <p:cNvPr id="58" name="Group 18">
              <a:extLst>
                <a:ext uri="{FF2B5EF4-FFF2-40B4-BE49-F238E27FC236}">
                  <a16:creationId xmlns="" xmlns:a16="http://schemas.microsoft.com/office/drawing/2014/main" id="{49C65151-77D4-42C8-9356-EDD01DEB499A}"/>
                </a:ext>
              </a:extLst>
            </p:cNvPr>
            <p:cNvGrpSpPr>
              <a:grpSpLocks/>
            </p:cNvGrpSpPr>
            <p:nvPr/>
          </p:nvGrpSpPr>
          <p:grpSpPr bwMode="auto">
            <a:xfrm>
              <a:off x="6243641" y="4629150"/>
              <a:ext cx="690563" cy="704850"/>
              <a:chOff x="6243638" y="4629150"/>
              <a:chExt cx="1681162" cy="1681162"/>
            </a:xfrm>
          </p:grpSpPr>
          <p:pic>
            <p:nvPicPr>
              <p:cNvPr id="59" name="Picture 3" descr="C:\Documents and Settings\dd\Local Settings\Temporary Internet Files\Content.IE5\QNWT6PGV\MC900431586[1].png">
                <a:extLst>
                  <a:ext uri="{FF2B5EF4-FFF2-40B4-BE49-F238E27FC236}">
                    <a16:creationId xmlns="" xmlns:a16="http://schemas.microsoft.com/office/drawing/2014/main" id="{B1B3902D-CBDF-41E9-B2A9-05C99BB95E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43638" y="4629150"/>
                <a:ext cx="1681162" cy="168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 name="Oval 59">
                <a:extLst>
                  <a:ext uri="{FF2B5EF4-FFF2-40B4-BE49-F238E27FC236}">
                    <a16:creationId xmlns="" xmlns:a16="http://schemas.microsoft.com/office/drawing/2014/main" id="{E9CE1194-3954-446F-A581-79B72CF942A4}"/>
                  </a:ext>
                </a:extLst>
              </p:cNvPr>
              <p:cNvSpPr/>
              <p:nvPr/>
            </p:nvSpPr>
            <p:spPr>
              <a:xfrm>
                <a:off x="6553199" y="4876801"/>
                <a:ext cx="1066801" cy="1066799"/>
              </a:xfrm>
              <a:prstGeom prst="ellipse">
                <a:avLst/>
              </a:prstGeom>
              <a:scene3d>
                <a:camera prst="orthographicFront">
                  <a:rot lat="0" lon="0" rev="0"/>
                </a:camera>
                <a:lightRig rig="threePt" dir="t">
                  <a:rot lat="0" lon="0" rev="1200000"/>
                </a:lightRig>
              </a:scene3d>
              <a:sp3d>
                <a:bevelT w="63500" h="25400" prst="softRound"/>
              </a:sp3d>
            </p:spPr>
            <p:style>
              <a:lnRef idx="0">
                <a:schemeClr val="accent5"/>
              </a:lnRef>
              <a:fillRef idx="3">
                <a:schemeClr val="accent5"/>
              </a:fillRef>
              <a:effectRef idx="3">
                <a:schemeClr val="accent5"/>
              </a:effectRef>
              <a:fontRef idx="minor">
                <a:schemeClr val="lt1"/>
              </a:fontRef>
            </p:style>
            <p:txBody>
              <a:bodyPr anchor="ctr"/>
              <a:lstStyle/>
              <a:p>
                <a:pPr algn="ctr" eaLnBrk="1" hangingPunct="1">
                  <a:defRPr/>
                </a:pPr>
                <a:endParaRPr lang="en-US">
                  <a:latin typeface="+mj-lt"/>
                </a:endParaRPr>
              </a:p>
            </p:txBody>
          </p:sp>
          <p:cxnSp>
            <p:nvCxnSpPr>
              <p:cNvPr id="61" name="Straight Connector 60">
                <a:extLst>
                  <a:ext uri="{FF2B5EF4-FFF2-40B4-BE49-F238E27FC236}">
                    <a16:creationId xmlns="" xmlns:a16="http://schemas.microsoft.com/office/drawing/2014/main" id="{EDC5E82A-4B3B-473A-9D0B-E68388D542A9}"/>
                  </a:ext>
                </a:extLst>
              </p:cNvPr>
              <p:cNvCxnSpPr/>
              <p:nvPr/>
            </p:nvCxnSpPr>
            <p:spPr>
              <a:xfrm>
                <a:off x="6769243" y="4829830"/>
                <a:ext cx="343961" cy="552815"/>
              </a:xfrm>
              <a:prstGeom prst="line">
                <a:avLst/>
              </a:prstGeom>
              <a:ln w="19050">
                <a:solidFill>
                  <a:schemeClr val="tx1"/>
                </a:solidFill>
                <a:headEnd type="arrow" w="med" len="med"/>
                <a:tailEnd type="none" w="med" len="med"/>
              </a:ln>
            </p:spPr>
            <p:style>
              <a:lnRef idx="1">
                <a:schemeClr val="dk1"/>
              </a:lnRef>
              <a:fillRef idx="0">
                <a:schemeClr val="dk1"/>
              </a:fillRef>
              <a:effectRef idx="0">
                <a:schemeClr val="dk1"/>
              </a:effectRef>
              <a:fontRef idx="minor">
                <a:schemeClr val="tx1"/>
              </a:fontRef>
            </p:style>
          </p:cxnSp>
          <p:cxnSp>
            <p:nvCxnSpPr>
              <p:cNvPr id="62" name="Straight Connector 61">
                <a:extLst>
                  <a:ext uri="{FF2B5EF4-FFF2-40B4-BE49-F238E27FC236}">
                    <a16:creationId xmlns="" xmlns:a16="http://schemas.microsoft.com/office/drawing/2014/main" id="{3CACF32E-1CAF-48AD-83D4-4C8AAAD3F011}"/>
                  </a:ext>
                </a:extLst>
              </p:cNvPr>
              <p:cNvCxnSpPr/>
              <p:nvPr/>
            </p:nvCxnSpPr>
            <p:spPr>
              <a:xfrm flipH="1">
                <a:off x="7113204" y="5193325"/>
                <a:ext cx="371015" cy="181747"/>
              </a:xfrm>
              <a:prstGeom prst="line">
                <a:avLst/>
              </a:prstGeom>
              <a:ln w="19050">
                <a:solidFill>
                  <a:schemeClr val="tx1"/>
                </a:solidFill>
                <a:headEnd type="arrow" w="med" len="med"/>
                <a:tailEnd type="none" w="med" len="med"/>
              </a:ln>
            </p:spPr>
            <p:style>
              <a:lnRef idx="1">
                <a:schemeClr val="dk1"/>
              </a:lnRef>
              <a:fillRef idx="0">
                <a:schemeClr val="dk1"/>
              </a:fillRef>
              <a:effectRef idx="0">
                <a:schemeClr val="dk1"/>
              </a:effectRef>
              <a:fontRef idx="minor">
                <a:schemeClr val="tx1"/>
              </a:fontRef>
            </p:style>
          </p:cxnSp>
        </p:grpSp>
      </p:grpSp>
      <p:grpSp>
        <p:nvGrpSpPr>
          <p:cNvPr id="63" name="Group 30">
            <a:extLst>
              <a:ext uri="{FF2B5EF4-FFF2-40B4-BE49-F238E27FC236}">
                <a16:creationId xmlns="" xmlns:a16="http://schemas.microsoft.com/office/drawing/2014/main" id="{2455D030-0046-4829-9343-2F7AC9B7BB16}"/>
              </a:ext>
            </a:extLst>
          </p:cNvPr>
          <p:cNvGrpSpPr>
            <a:grpSpLocks/>
          </p:cNvGrpSpPr>
          <p:nvPr/>
        </p:nvGrpSpPr>
        <p:grpSpPr bwMode="auto">
          <a:xfrm>
            <a:off x="9941435" y="5015998"/>
            <a:ext cx="690562" cy="762000"/>
            <a:chOff x="6243638" y="4572000"/>
            <a:chExt cx="690562" cy="762000"/>
          </a:xfrm>
        </p:grpSpPr>
        <p:sp>
          <p:nvSpPr>
            <p:cNvPr id="64" name="Rectangle 63">
              <a:extLst>
                <a:ext uri="{FF2B5EF4-FFF2-40B4-BE49-F238E27FC236}">
                  <a16:creationId xmlns="" xmlns:a16="http://schemas.microsoft.com/office/drawing/2014/main" id="{C1E47116-1B20-4941-90B0-12741B987838}"/>
                </a:ext>
              </a:extLst>
            </p:cNvPr>
            <p:cNvSpPr/>
            <p:nvPr/>
          </p:nvSpPr>
          <p:spPr>
            <a:xfrm>
              <a:off x="6248400" y="4572000"/>
              <a:ext cx="685800" cy="685800"/>
            </a:xfrm>
            <a:prstGeom prst="rect">
              <a:avLst/>
            </a:prstGeom>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endParaRPr lang="en-US">
                <a:latin typeface="+mj-lt"/>
              </a:endParaRPr>
            </a:p>
          </p:txBody>
        </p:sp>
        <p:grpSp>
          <p:nvGrpSpPr>
            <p:cNvPr id="65" name="Group 18">
              <a:extLst>
                <a:ext uri="{FF2B5EF4-FFF2-40B4-BE49-F238E27FC236}">
                  <a16:creationId xmlns="" xmlns:a16="http://schemas.microsoft.com/office/drawing/2014/main" id="{8EB03F9D-D6BE-4621-8230-0D9B58CE121C}"/>
                </a:ext>
              </a:extLst>
            </p:cNvPr>
            <p:cNvGrpSpPr>
              <a:grpSpLocks/>
            </p:cNvGrpSpPr>
            <p:nvPr/>
          </p:nvGrpSpPr>
          <p:grpSpPr bwMode="auto">
            <a:xfrm>
              <a:off x="6243638" y="4629150"/>
              <a:ext cx="690562" cy="704850"/>
              <a:chOff x="6243638" y="4629150"/>
              <a:chExt cx="1681162" cy="1681162"/>
            </a:xfrm>
          </p:grpSpPr>
          <p:pic>
            <p:nvPicPr>
              <p:cNvPr id="66" name="Picture 3" descr="C:\Documents and Settings\dd\Local Settings\Temporary Internet Files\Content.IE5\QNWT6PGV\MC900431586[1].png">
                <a:extLst>
                  <a:ext uri="{FF2B5EF4-FFF2-40B4-BE49-F238E27FC236}">
                    <a16:creationId xmlns="" xmlns:a16="http://schemas.microsoft.com/office/drawing/2014/main" id="{44394F47-0F06-4A86-93B6-C329368259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43638" y="4629150"/>
                <a:ext cx="1681162" cy="168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7" name="Oval 66">
                <a:extLst>
                  <a:ext uri="{FF2B5EF4-FFF2-40B4-BE49-F238E27FC236}">
                    <a16:creationId xmlns="" xmlns:a16="http://schemas.microsoft.com/office/drawing/2014/main" id="{47B654FF-E306-4801-9D71-72AA33C94FC6}"/>
                  </a:ext>
                </a:extLst>
              </p:cNvPr>
              <p:cNvSpPr/>
              <p:nvPr/>
            </p:nvSpPr>
            <p:spPr>
              <a:xfrm>
                <a:off x="6553199" y="4876801"/>
                <a:ext cx="1066801" cy="1066799"/>
              </a:xfrm>
              <a:prstGeom prst="ellipse">
                <a:avLst/>
              </a:prstGeom>
              <a:scene3d>
                <a:camera prst="orthographicFront">
                  <a:rot lat="0" lon="0" rev="0"/>
                </a:camera>
                <a:lightRig rig="threePt" dir="t">
                  <a:rot lat="0" lon="0" rev="1200000"/>
                </a:lightRig>
              </a:scene3d>
              <a:sp3d>
                <a:bevelT w="63500" h="25400" prst="softRound"/>
              </a:sp3d>
            </p:spPr>
            <p:style>
              <a:lnRef idx="0">
                <a:schemeClr val="accent5"/>
              </a:lnRef>
              <a:fillRef idx="3">
                <a:schemeClr val="accent5"/>
              </a:fillRef>
              <a:effectRef idx="3">
                <a:schemeClr val="accent5"/>
              </a:effectRef>
              <a:fontRef idx="minor">
                <a:schemeClr val="lt1"/>
              </a:fontRef>
            </p:style>
            <p:txBody>
              <a:bodyPr anchor="ctr"/>
              <a:lstStyle/>
              <a:p>
                <a:pPr algn="ctr" eaLnBrk="1" hangingPunct="1">
                  <a:defRPr/>
                </a:pPr>
                <a:endParaRPr lang="en-US">
                  <a:latin typeface="+mj-lt"/>
                </a:endParaRPr>
              </a:p>
            </p:txBody>
          </p:sp>
          <p:cxnSp>
            <p:nvCxnSpPr>
              <p:cNvPr id="68" name="Straight Connector 67">
                <a:extLst>
                  <a:ext uri="{FF2B5EF4-FFF2-40B4-BE49-F238E27FC236}">
                    <a16:creationId xmlns="" xmlns:a16="http://schemas.microsoft.com/office/drawing/2014/main" id="{61BF321C-0719-4D6A-BFD6-E2C1F0419CE9}"/>
                  </a:ext>
                </a:extLst>
              </p:cNvPr>
              <p:cNvCxnSpPr/>
              <p:nvPr/>
            </p:nvCxnSpPr>
            <p:spPr>
              <a:xfrm flipH="1" flipV="1">
                <a:off x="7066827" y="5401576"/>
                <a:ext cx="185508" cy="545242"/>
              </a:xfrm>
              <a:prstGeom prst="line">
                <a:avLst/>
              </a:prstGeom>
              <a:ln w="19050">
                <a:solidFill>
                  <a:schemeClr val="tx1"/>
                </a:solidFill>
                <a:headEnd type="arrow" w="med" len="med"/>
                <a:tailEnd type="none" w="med" len="med"/>
              </a:ln>
            </p:spPr>
            <p:style>
              <a:lnRef idx="1">
                <a:schemeClr val="dk1"/>
              </a:lnRef>
              <a:fillRef idx="0">
                <a:schemeClr val="dk1"/>
              </a:fillRef>
              <a:effectRef idx="0">
                <a:schemeClr val="dk1"/>
              </a:effectRef>
              <a:fontRef idx="minor">
                <a:schemeClr val="tx1"/>
              </a:fontRef>
            </p:style>
          </p:cxnSp>
          <p:cxnSp>
            <p:nvCxnSpPr>
              <p:cNvPr id="69" name="Straight Connector 68">
                <a:extLst>
                  <a:ext uri="{FF2B5EF4-FFF2-40B4-BE49-F238E27FC236}">
                    <a16:creationId xmlns="" xmlns:a16="http://schemas.microsoft.com/office/drawing/2014/main" id="{14EAF41E-B722-4BD5-850C-1E018D99F73F}"/>
                  </a:ext>
                </a:extLst>
              </p:cNvPr>
              <p:cNvCxnSpPr/>
              <p:nvPr/>
            </p:nvCxnSpPr>
            <p:spPr>
              <a:xfrm flipH="1">
                <a:off x="7086152" y="5409149"/>
                <a:ext cx="382608" cy="0"/>
              </a:xfrm>
              <a:prstGeom prst="line">
                <a:avLst/>
              </a:prstGeom>
              <a:ln w="19050">
                <a:solidFill>
                  <a:schemeClr val="tx1"/>
                </a:solidFill>
                <a:headEnd type="arrow" w="med" len="med"/>
                <a:tailEnd type="none" w="med" len="med"/>
              </a:ln>
            </p:spPr>
            <p:style>
              <a:lnRef idx="1">
                <a:schemeClr val="dk1"/>
              </a:lnRef>
              <a:fillRef idx="0">
                <a:schemeClr val="dk1"/>
              </a:fillRef>
              <a:effectRef idx="0">
                <a:schemeClr val="dk1"/>
              </a:effectRef>
              <a:fontRef idx="minor">
                <a:schemeClr val="tx1"/>
              </a:fontRef>
            </p:style>
          </p:cxnSp>
        </p:grpSp>
      </p:grpSp>
      <p:cxnSp>
        <p:nvCxnSpPr>
          <p:cNvPr id="70" name="Straight Connector 69">
            <a:extLst>
              <a:ext uri="{FF2B5EF4-FFF2-40B4-BE49-F238E27FC236}">
                <a16:creationId xmlns="" xmlns:a16="http://schemas.microsoft.com/office/drawing/2014/main" id="{ED7B6F47-B6A7-4583-8942-EBC36218EBF5}"/>
              </a:ext>
            </a:extLst>
          </p:cNvPr>
          <p:cNvCxnSpPr/>
          <p:nvPr/>
        </p:nvCxnSpPr>
        <p:spPr>
          <a:xfrm>
            <a:off x="8603172" y="4863598"/>
            <a:ext cx="2133600"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71" name="Rectangle 70">
            <a:extLst>
              <a:ext uri="{FF2B5EF4-FFF2-40B4-BE49-F238E27FC236}">
                <a16:creationId xmlns="" xmlns:a16="http://schemas.microsoft.com/office/drawing/2014/main" id="{9AB2E204-5CC4-4FEA-BF16-1B034376376A}"/>
              </a:ext>
            </a:extLst>
          </p:cNvPr>
          <p:cNvSpPr/>
          <p:nvPr/>
        </p:nvSpPr>
        <p:spPr>
          <a:xfrm>
            <a:off x="9365172" y="3796798"/>
            <a:ext cx="533400" cy="228600"/>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2700000" scaled="1"/>
            <a:tileRect/>
          </a:gradFill>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eaLnBrk="1" hangingPunct="1">
              <a:defRPr/>
            </a:pPr>
            <a:r>
              <a:rPr lang="en-US" sz="1400" dirty="0">
                <a:solidFill>
                  <a:srgbClr val="0000FF"/>
                </a:solidFill>
                <a:latin typeface="+mj-lt"/>
              </a:rPr>
              <a:t>3:00</a:t>
            </a:r>
          </a:p>
        </p:txBody>
      </p:sp>
      <p:sp>
        <p:nvSpPr>
          <p:cNvPr id="72" name="Rectangle 71">
            <a:extLst>
              <a:ext uri="{FF2B5EF4-FFF2-40B4-BE49-F238E27FC236}">
                <a16:creationId xmlns="" xmlns:a16="http://schemas.microsoft.com/office/drawing/2014/main" id="{D905F1FD-F32D-4EA0-AAA4-C9EF4B33CF13}"/>
              </a:ext>
            </a:extLst>
          </p:cNvPr>
          <p:cNvSpPr/>
          <p:nvPr/>
        </p:nvSpPr>
        <p:spPr>
          <a:xfrm>
            <a:off x="10008110" y="5701798"/>
            <a:ext cx="533400" cy="228600"/>
          </a:xfrm>
          <a:prstGeom prst="rect">
            <a:avLst/>
          </a:prstGeom>
          <a:gradFill flip="none" rotWithShape="1">
            <a:gsLst>
              <a:gs pos="0">
                <a:srgbClr val="0000FF">
                  <a:tint val="66000"/>
                  <a:satMod val="160000"/>
                </a:srgbClr>
              </a:gs>
              <a:gs pos="50000">
                <a:srgbClr val="0000FF">
                  <a:tint val="44500"/>
                  <a:satMod val="160000"/>
                </a:srgbClr>
              </a:gs>
              <a:gs pos="100000">
                <a:srgbClr val="0000FF">
                  <a:tint val="23500"/>
                  <a:satMod val="160000"/>
                </a:srgbClr>
              </a:gs>
            </a:gsLst>
            <a:lin ang="2700000" scaled="1"/>
            <a:tileRect/>
          </a:gradFill>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eaLnBrk="1" hangingPunct="1">
              <a:defRPr/>
            </a:pPr>
            <a:r>
              <a:rPr lang="en-US" sz="1400" dirty="0">
                <a:solidFill>
                  <a:srgbClr val="0000FF"/>
                </a:solidFill>
                <a:latin typeface="+mj-lt"/>
              </a:rPr>
              <a:t>3:25</a:t>
            </a:r>
          </a:p>
        </p:txBody>
      </p:sp>
      <p:sp>
        <p:nvSpPr>
          <p:cNvPr id="73" name="Rectangle 72">
            <a:extLst>
              <a:ext uri="{FF2B5EF4-FFF2-40B4-BE49-F238E27FC236}">
                <a16:creationId xmlns="" xmlns:a16="http://schemas.microsoft.com/office/drawing/2014/main" id="{86E1981E-0944-4891-8ED9-89F90F42DD08}"/>
              </a:ext>
            </a:extLst>
          </p:cNvPr>
          <p:cNvSpPr/>
          <p:nvPr/>
        </p:nvSpPr>
        <p:spPr>
          <a:xfrm>
            <a:off x="8700010" y="5701798"/>
            <a:ext cx="533400" cy="228600"/>
          </a:xfrm>
          <a:prstGeom prst="rect">
            <a:avLst/>
          </a:prstGeom>
          <a:gradFill flip="none" rotWithShape="1">
            <a:gsLst>
              <a:gs pos="0">
                <a:schemeClr val="tx1">
                  <a:lumMod val="75000"/>
                  <a:lumOff val="25000"/>
                  <a:tint val="66000"/>
                  <a:satMod val="160000"/>
                </a:schemeClr>
              </a:gs>
              <a:gs pos="50000">
                <a:schemeClr val="tx1">
                  <a:lumMod val="75000"/>
                  <a:lumOff val="25000"/>
                  <a:tint val="44500"/>
                  <a:satMod val="160000"/>
                </a:schemeClr>
              </a:gs>
              <a:gs pos="100000">
                <a:schemeClr val="tx1">
                  <a:lumMod val="75000"/>
                  <a:lumOff val="25000"/>
                  <a:tint val="23500"/>
                  <a:satMod val="160000"/>
                </a:schemeClr>
              </a:gs>
            </a:gsLst>
            <a:lin ang="2700000" scaled="1"/>
            <a:tileRect/>
          </a:gradFill>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eaLnBrk="1" hangingPunct="1">
              <a:defRPr/>
            </a:pPr>
            <a:r>
              <a:rPr lang="en-US" sz="1400" dirty="0">
                <a:solidFill>
                  <a:srgbClr val="0000FF"/>
                </a:solidFill>
                <a:latin typeface="+mj-lt"/>
              </a:rPr>
              <a:t>2:50</a:t>
            </a:r>
          </a:p>
        </p:txBody>
      </p:sp>
      <p:sp>
        <p:nvSpPr>
          <p:cNvPr id="74" name="TextBox 73">
            <a:extLst>
              <a:ext uri="{FF2B5EF4-FFF2-40B4-BE49-F238E27FC236}">
                <a16:creationId xmlns="" xmlns:a16="http://schemas.microsoft.com/office/drawing/2014/main" id="{2EC87998-4A0A-467B-BC2D-12A19443DBE3}"/>
              </a:ext>
            </a:extLst>
          </p:cNvPr>
          <p:cNvSpPr txBox="1">
            <a:spLocks noChangeArrowheads="1"/>
          </p:cNvSpPr>
          <p:nvPr/>
        </p:nvSpPr>
        <p:spPr bwMode="auto">
          <a:xfrm>
            <a:off x="7586736" y="3982445"/>
            <a:ext cx="144888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3"/>
              </a:buBlip>
              <a:defRPr sz="3200">
                <a:solidFill>
                  <a:srgbClr val="808080"/>
                </a:solidFill>
                <a:latin typeface="Arial" panose="020B0604020202020204" pitchFamily="34" charset="0"/>
                <a:cs typeface="Arial" panose="020B0604020202020204" pitchFamily="34" charset="0"/>
              </a:defRPr>
            </a:lvl1pPr>
            <a:lvl2pPr marL="742950" indent="-285750">
              <a:spcBef>
                <a:spcPct val="20000"/>
              </a:spcBef>
              <a:buBlip>
                <a:blip r:embed="rId3"/>
              </a:buBlip>
              <a:defRPr sz="2800">
                <a:solidFill>
                  <a:srgbClr val="808080"/>
                </a:solidFill>
                <a:latin typeface="Arial" panose="020B0604020202020204" pitchFamily="34" charset="0"/>
                <a:cs typeface="Arial" panose="020B0604020202020204" pitchFamily="34" charset="0"/>
              </a:defRPr>
            </a:lvl2pPr>
            <a:lvl3pPr marL="1143000" indent="-228600">
              <a:spcBef>
                <a:spcPct val="20000"/>
              </a:spcBef>
              <a:buBlip>
                <a:blip r:embed="rId3"/>
              </a:buBlip>
              <a:defRPr sz="2400">
                <a:solidFill>
                  <a:srgbClr val="808080"/>
                </a:solidFill>
                <a:latin typeface="Arial" panose="020B0604020202020204" pitchFamily="34" charset="0"/>
                <a:cs typeface="Arial" panose="020B0604020202020204" pitchFamily="34" charset="0"/>
              </a:defRPr>
            </a:lvl3pPr>
            <a:lvl4pPr marL="1600200" indent="-228600">
              <a:spcBef>
                <a:spcPct val="20000"/>
              </a:spcBef>
              <a:buBlip>
                <a:blip r:embed="rId3"/>
              </a:buBlip>
              <a:defRPr sz="2000">
                <a:solidFill>
                  <a:srgbClr val="808080"/>
                </a:solidFill>
                <a:latin typeface="Arial" panose="020B0604020202020204" pitchFamily="34" charset="0"/>
                <a:cs typeface="Arial" panose="020B0604020202020204" pitchFamily="34" charset="0"/>
              </a:defRPr>
            </a:lvl4pPr>
            <a:lvl5pPr marL="2057400" indent="-228600">
              <a:spcBef>
                <a:spcPct val="20000"/>
              </a:spcBef>
              <a:buBlip>
                <a:blip r:embed="rId3"/>
              </a:buBlip>
              <a:defRPr sz="2000">
                <a:solidFill>
                  <a:srgbClr val="808080"/>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3"/>
              </a:buBlip>
              <a:defRPr sz="2000">
                <a:solidFill>
                  <a:srgbClr val="808080"/>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3"/>
              </a:buBlip>
              <a:defRPr sz="2000">
                <a:solidFill>
                  <a:srgbClr val="808080"/>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3"/>
              </a:buBlip>
              <a:defRPr sz="2000">
                <a:solidFill>
                  <a:srgbClr val="808080"/>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3"/>
              </a:buBlip>
              <a:defRPr sz="2000">
                <a:solidFill>
                  <a:srgbClr val="808080"/>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2000" b="1" dirty="0">
                <a:solidFill>
                  <a:schemeClr val="tx1"/>
                </a:solidFill>
                <a:latin typeface="+mj-lt"/>
              </a:rPr>
              <a:t>Time server</a:t>
            </a:r>
          </a:p>
        </p:txBody>
      </p:sp>
      <p:cxnSp>
        <p:nvCxnSpPr>
          <p:cNvPr id="75" name="Straight Arrow Connector 74">
            <a:extLst>
              <a:ext uri="{FF2B5EF4-FFF2-40B4-BE49-F238E27FC236}">
                <a16:creationId xmlns="" xmlns:a16="http://schemas.microsoft.com/office/drawing/2014/main" id="{7EBA7A7A-4488-407C-A8AC-C6EE903F26FB}"/>
              </a:ext>
            </a:extLst>
          </p:cNvPr>
          <p:cNvCxnSpPr/>
          <p:nvPr/>
        </p:nvCxnSpPr>
        <p:spPr>
          <a:xfrm>
            <a:off x="8984172" y="4253998"/>
            <a:ext cx="304800" cy="228600"/>
          </a:xfrm>
          <a:prstGeom prst="straightConnector1">
            <a:avLst/>
          </a:prstGeom>
          <a:ln>
            <a:solidFill>
              <a:schemeClr val="tx1"/>
            </a:solidFill>
            <a:prstDash val="sysDash"/>
            <a:tailEnd type="arrow"/>
          </a:ln>
        </p:spPr>
        <p:style>
          <a:lnRef idx="1">
            <a:schemeClr val="accent1"/>
          </a:lnRef>
          <a:fillRef idx="0">
            <a:schemeClr val="accent1"/>
          </a:fillRef>
          <a:effectRef idx="0">
            <a:schemeClr val="accent1"/>
          </a:effectRef>
          <a:fontRef idx="minor">
            <a:schemeClr val="tx1"/>
          </a:fontRef>
        </p:style>
      </p:cxnSp>
      <p:sp>
        <p:nvSpPr>
          <p:cNvPr id="76" name="Rectangle 75">
            <a:extLst>
              <a:ext uri="{FF2B5EF4-FFF2-40B4-BE49-F238E27FC236}">
                <a16:creationId xmlns="" xmlns:a16="http://schemas.microsoft.com/office/drawing/2014/main" id="{520ED523-DB7A-466B-A6ED-F917DECB7923}"/>
              </a:ext>
            </a:extLst>
          </p:cNvPr>
          <p:cNvSpPr/>
          <p:nvPr/>
        </p:nvSpPr>
        <p:spPr>
          <a:xfrm>
            <a:off x="9365172" y="3796798"/>
            <a:ext cx="533400" cy="228600"/>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2700000" scaled="1"/>
            <a:tileRect/>
          </a:gradFill>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eaLnBrk="1" hangingPunct="1">
              <a:defRPr/>
            </a:pPr>
            <a:r>
              <a:rPr lang="en-US" sz="1400" dirty="0">
                <a:solidFill>
                  <a:srgbClr val="0000FF"/>
                </a:solidFill>
                <a:latin typeface="+mj-lt"/>
              </a:rPr>
              <a:t>3:00</a:t>
            </a:r>
          </a:p>
        </p:txBody>
      </p:sp>
      <p:sp>
        <p:nvSpPr>
          <p:cNvPr id="77" name="Rectangle 76">
            <a:extLst>
              <a:ext uri="{FF2B5EF4-FFF2-40B4-BE49-F238E27FC236}">
                <a16:creationId xmlns="" xmlns:a16="http://schemas.microsoft.com/office/drawing/2014/main" id="{F6D74AA1-7E28-49BC-925A-4BB9FE1EDEC9}"/>
              </a:ext>
            </a:extLst>
          </p:cNvPr>
          <p:cNvSpPr/>
          <p:nvPr/>
        </p:nvSpPr>
        <p:spPr>
          <a:xfrm>
            <a:off x="9365172" y="3796798"/>
            <a:ext cx="533400" cy="228600"/>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2700000" scaled="1"/>
            <a:tileRect/>
          </a:gradFill>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eaLnBrk="1" hangingPunct="1">
              <a:defRPr/>
            </a:pPr>
            <a:r>
              <a:rPr lang="en-US" sz="1400" dirty="0">
                <a:solidFill>
                  <a:srgbClr val="0000FF"/>
                </a:solidFill>
                <a:latin typeface="+mj-lt"/>
              </a:rPr>
              <a:t>3:00</a:t>
            </a:r>
          </a:p>
        </p:txBody>
      </p:sp>
      <p:sp>
        <p:nvSpPr>
          <p:cNvPr id="78" name="Rectangle 77">
            <a:extLst>
              <a:ext uri="{FF2B5EF4-FFF2-40B4-BE49-F238E27FC236}">
                <a16:creationId xmlns="" xmlns:a16="http://schemas.microsoft.com/office/drawing/2014/main" id="{C80CDD76-D218-4740-BD4C-ED6564AF4611}"/>
              </a:ext>
            </a:extLst>
          </p:cNvPr>
          <p:cNvSpPr/>
          <p:nvPr/>
        </p:nvSpPr>
        <p:spPr>
          <a:xfrm>
            <a:off x="8222171" y="5435098"/>
            <a:ext cx="722815" cy="266700"/>
          </a:xfrm>
          <a:prstGeom prst="rect">
            <a:avLst/>
          </a:prstGeom>
          <a:gradFill flip="none" rotWithShape="1">
            <a:gsLst>
              <a:gs pos="0">
                <a:schemeClr val="tx1">
                  <a:lumMod val="75000"/>
                  <a:lumOff val="25000"/>
                  <a:tint val="66000"/>
                  <a:satMod val="160000"/>
                </a:schemeClr>
              </a:gs>
              <a:gs pos="50000">
                <a:schemeClr val="tx1">
                  <a:lumMod val="75000"/>
                  <a:lumOff val="25000"/>
                  <a:tint val="44500"/>
                  <a:satMod val="160000"/>
                </a:schemeClr>
              </a:gs>
              <a:gs pos="100000">
                <a:schemeClr val="tx1">
                  <a:lumMod val="75000"/>
                  <a:lumOff val="25000"/>
                  <a:tint val="23500"/>
                  <a:satMod val="160000"/>
                </a:schemeClr>
              </a:gs>
            </a:gsLst>
            <a:lin ang="2700000" scaled="1"/>
            <a:tileRect/>
          </a:gradFill>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eaLnBrk="1" hangingPunct="1">
              <a:defRPr/>
            </a:pPr>
            <a:r>
              <a:rPr lang="en-US" sz="1600" dirty="0">
                <a:solidFill>
                  <a:srgbClr val="0000FF"/>
                </a:solidFill>
                <a:latin typeface="+mj-lt"/>
              </a:rPr>
              <a:t>-0:10</a:t>
            </a:r>
          </a:p>
        </p:txBody>
      </p:sp>
      <p:sp>
        <p:nvSpPr>
          <p:cNvPr id="79" name="Rectangle 78">
            <a:extLst>
              <a:ext uri="{FF2B5EF4-FFF2-40B4-BE49-F238E27FC236}">
                <a16:creationId xmlns="" xmlns:a16="http://schemas.microsoft.com/office/drawing/2014/main" id="{3F704327-4747-4D38-90C9-82237A2C3FEC}"/>
              </a:ext>
            </a:extLst>
          </p:cNvPr>
          <p:cNvSpPr/>
          <p:nvPr/>
        </p:nvSpPr>
        <p:spPr>
          <a:xfrm>
            <a:off x="10431971" y="5435098"/>
            <a:ext cx="722815" cy="266700"/>
          </a:xfrm>
          <a:prstGeom prst="rect">
            <a:avLst/>
          </a:prstGeom>
          <a:gradFill flip="none" rotWithShape="1">
            <a:gsLst>
              <a:gs pos="0">
                <a:srgbClr val="0000FF">
                  <a:tint val="66000"/>
                  <a:satMod val="160000"/>
                </a:srgbClr>
              </a:gs>
              <a:gs pos="50000">
                <a:srgbClr val="0000FF">
                  <a:tint val="44500"/>
                  <a:satMod val="160000"/>
                </a:srgbClr>
              </a:gs>
              <a:gs pos="100000">
                <a:srgbClr val="0000FF">
                  <a:tint val="23500"/>
                  <a:satMod val="160000"/>
                </a:srgbClr>
              </a:gs>
            </a:gsLst>
            <a:lin ang="2700000" scaled="1"/>
            <a:tileRect/>
          </a:gradFill>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eaLnBrk="1" hangingPunct="1">
              <a:defRPr/>
            </a:pPr>
            <a:r>
              <a:rPr lang="en-US" sz="1600" dirty="0">
                <a:solidFill>
                  <a:srgbClr val="0000FF"/>
                </a:solidFill>
                <a:latin typeface="+mj-lt"/>
              </a:rPr>
              <a:t>+0:25</a:t>
            </a:r>
          </a:p>
        </p:txBody>
      </p:sp>
      <p:sp>
        <p:nvSpPr>
          <p:cNvPr id="80" name="Rectangle 79">
            <a:extLst>
              <a:ext uri="{FF2B5EF4-FFF2-40B4-BE49-F238E27FC236}">
                <a16:creationId xmlns="" xmlns:a16="http://schemas.microsoft.com/office/drawing/2014/main" id="{E52B331A-3D3C-4662-BD09-06EFE97CDA72}"/>
              </a:ext>
            </a:extLst>
          </p:cNvPr>
          <p:cNvSpPr/>
          <p:nvPr/>
        </p:nvSpPr>
        <p:spPr>
          <a:xfrm>
            <a:off x="10127171" y="3911098"/>
            <a:ext cx="722815" cy="266700"/>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2700000" scaled="1"/>
            <a:tileRect/>
          </a:gradFill>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eaLnBrk="1" hangingPunct="1">
              <a:defRPr/>
            </a:pPr>
            <a:r>
              <a:rPr lang="en-US" sz="1600" dirty="0">
                <a:solidFill>
                  <a:srgbClr val="0000FF"/>
                </a:solidFill>
                <a:latin typeface="+mj-lt"/>
              </a:rPr>
              <a:t>+0:00</a:t>
            </a:r>
          </a:p>
        </p:txBody>
      </p:sp>
      <p:sp>
        <p:nvSpPr>
          <p:cNvPr id="81" name="Rectangle 80">
            <a:extLst>
              <a:ext uri="{FF2B5EF4-FFF2-40B4-BE49-F238E27FC236}">
                <a16:creationId xmlns="" xmlns:a16="http://schemas.microsoft.com/office/drawing/2014/main" id="{A7E60282-7706-4784-A0D1-A4FD1D4C596D}"/>
              </a:ext>
            </a:extLst>
          </p:cNvPr>
          <p:cNvSpPr/>
          <p:nvPr/>
        </p:nvSpPr>
        <p:spPr>
          <a:xfrm>
            <a:off x="10812971" y="3911098"/>
            <a:ext cx="722815" cy="266700"/>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2700000" scaled="1"/>
            <a:tileRect/>
          </a:gradFill>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eaLnBrk="1" hangingPunct="1">
              <a:defRPr/>
            </a:pPr>
            <a:r>
              <a:rPr lang="en-US" sz="1600" dirty="0">
                <a:solidFill>
                  <a:srgbClr val="0000FF"/>
                </a:solidFill>
                <a:latin typeface="+mj-lt"/>
              </a:rPr>
              <a:t>+0:05</a:t>
            </a:r>
          </a:p>
        </p:txBody>
      </p:sp>
      <p:sp>
        <p:nvSpPr>
          <p:cNvPr id="82" name="Rectangle 81">
            <a:extLst>
              <a:ext uri="{FF2B5EF4-FFF2-40B4-BE49-F238E27FC236}">
                <a16:creationId xmlns="" xmlns:a16="http://schemas.microsoft.com/office/drawing/2014/main" id="{EA80BA9D-2BE0-4DE3-B132-9E7C535C9C1D}"/>
              </a:ext>
            </a:extLst>
          </p:cNvPr>
          <p:cNvSpPr/>
          <p:nvPr/>
        </p:nvSpPr>
        <p:spPr>
          <a:xfrm>
            <a:off x="10812971" y="4173036"/>
            <a:ext cx="722815" cy="266700"/>
          </a:xfrm>
          <a:prstGeom prst="rect">
            <a:avLst/>
          </a:prstGeom>
          <a:gradFill flip="none" rotWithShape="1">
            <a:gsLst>
              <a:gs pos="0">
                <a:schemeClr val="tx1">
                  <a:lumMod val="75000"/>
                  <a:lumOff val="25000"/>
                  <a:tint val="66000"/>
                  <a:satMod val="160000"/>
                </a:schemeClr>
              </a:gs>
              <a:gs pos="50000">
                <a:schemeClr val="tx1">
                  <a:lumMod val="75000"/>
                  <a:lumOff val="25000"/>
                  <a:tint val="44500"/>
                  <a:satMod val="160000"/>
                </a:schemeClr>
              </a:gs>
              <a:gs pos="100000">
                <a:schemeClr val="tx1">
                  <a:lumMod val="75000"/>
                  <a:lumOff val="25000"/>
                  <a:tint val="23500"/>
                  <a:satMod val="160000"/>
                </a:schemeClr>
              </a:gs>
            </a:gsLst>
            <a:lin ang="2700000" scaled="1"/>
            <a:tileRect/>
          </a:gradFill>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eaLnBrk="1" hangingPunct="1">
              <a:defRPr/>
            </a:pPr>
            <a:r>
              <a:rPr lang="en-US" sz="1600" dirty="0">
                <a:solidFill>
                  <a:srgbClr val="0000FF"/>
                </a:solidFill>
                <a:latin typeface="+mj-lt"/>
              </a:rPr>
              <a:t>+0:15</a:t>
            </a:r>
          </a:p>
        </p:txBody>
      </p:sp>
      <p:sp>
        <p:nvSpPr>
          <p:cNvPr id="83" name="Rectangle 82">
            <a:extLst>
              <a:ext uri="{FF2B5EF4-FFF2-40B4-BE49-F238E27FC236}">
                <a16:creationId xmlns="" xmlns:a16="http://schemas.microsoft.com/office/drawing/2014/main" id="{ECC821F2-E5F5-4D46-A4C0-9DB18837D63A}"/>
              </a:ext>
            </a:extLst>
          </p:cNvPr>
          <p:cNvSpPr/>
          <p:nvPr/>
        </p:nvSpPr>
        <p:spPr>
          <a:xfrm>
            <a:off x="10812971" y="4465136"/>
            <a:ext cx="722815" cy="266700"/>
          </a:xfrm>
          <a:prstGeom prst="rect">
            <a:avLst/>
          </a:prstGeom>
          <a:gradFill flip="none" rotWithShape="1">
            <a:gsLst>
              <a:gs pos="0">
                <a:srgbClr val="0000FF">
                  <a:tint val="66000"/>
                  <a:satMod val="160000"/>
                </a:srgbClr>
              </a:gs>
              <a:gs pos="50000">
                <a:srgbClr val="0000FF">
                  <a:tint val="44500"/>
                  <a:satMod val="160000"/>
                </a:srgbClr>
              </a:gs>
              <a:gs pos="100000">
                <a:srgbClr val="0000FF">
                  <a:tint val="23500"/>
                  <a:satMod val="160000"/>
                </a:srgbClr>
              </a:gs>
            </a:gsLst>
            <a:lin ang="2700000" scaled="1"/>
            <a:tileRect/>
          </a:gradFill>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eaLnBrk="1" hangingPunct="1">
              <a:defRPr/>
            </a:pPr>
            <a:r>
              <a:rPr lang="en-US" sz="1600" dirty="0">
                <a:solidFill>
                  <a:srgbClr val="0000FF"/>
                </a:solidFill>
                <a:latin typeface="+mj-lt"/>
              </a:rPr>
              <a:t>-0:20</a:t>
            </a:r>
          </a:p>
        </p:txBody>
      </p:sp>
      <p:sp>
        <p:nvSpPr>
          <p:cNvPr id="84" name="Rectangle 83">
            <a:extLst>
              <a:ext uri="{FF2B5EF4-FFF2-40B4-BE49-F238E27FC236}">
                <a16:creationId xmlns="" xmlns:a16="http://schemas.microsoft.com/office/drawing/2014/main" id="{AEBFA3F5-8C35-4B08-9879-E0A76D367237}"/>
              </a:ext>
            </a:extLst>
          </p:cNvPr>
          <p:cNvSpPr/>
          <p:nvPr/>
        </p:nvSpPr>
        <p:spPr>
          <a:xfrm>
            <a:off x="8657147" y="5701798"/>
            <a:ext cx="609600" cy="228600"/>
          </a:xfrm>
          <a:prstGeom prst="rect">
            <a:avLst/>
          </a:prstGeom>
          <a:gradFill flip="none" rotWithShape="1">
            <a:gsLst>
              <a:gs pos="0">
                <a:schemeClr val="tx1">
                  <a:lumMod val="75000"/>
                  <a:lumOff val="25000"/>
                  <a:tint val="66000"/>
                  <a:satMod val="160000"/>
                </a:schemeClr>
              </a:gs>
              <a:gs pos="50000">
                <a:schemeClr val="tx1">
                  <a:lumMod val="75000"/>
                  <a:lumOff val="25000"/>
                  <a:tint val="44500"/>
                  <a:satMod val="160000"/>
                </a:schemeClr>
              </a:gs>
              <a:gs pos="100000">
                <a:schemeClr val="tx1">
                  <a:lumMod val="75000"/>
                  <a:lumOff val="25000"/>
                  <a:tint val="23500"/>
                  <a:satMod val="160000"/>
                </a:schemeClr>
              </a:gs>
            </a:gsLst>
            <a:lin ang="2700000" scaled="1"/>
            <a:tileRect/>
          </a:gradFill>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eaLnBrk="1" hangingPunct="1">
              <a:defRPr/>
            </a:pPr>
            <a:r>
              <a:rPr lang="en-US" sz="1400" b="1" dirty="0">
                <a:solidFill>
                  <a:srgbClr val="0000FF"/>
                </a:solidFill>
                <a:latin typeface="+mj-lt"/>
              </a:rPr>
              <a:t>3:05</a:t>
            </a:r>
          </a:p>
        </p:txBody>
      </p:sp>
      <p:sp>
        <p:nvSpPr>
          <p:cNvPr id="85" name="Rectangle 84">
            <a:extLst>
              <a:ext uri="{FF2B5EF4-FFF2-40B4-BE49-F238E27FC236}">
                <a16:creationId xmlns="" xmlns:a16="http://schemas.microsoft.com/office/drawing/2014/main" id="{D90D08B0-E8B4-485C-9458-14B451F305FE}"/>
              </a:ext>
            </a:extLst>
          </p:cNvPr>
          <p:cNvSpPr/>
          <p:nvPr/>
        </p:nvSpPr>
        <p:spPr>
          <a:xfrm>
            <a:off x="9974772" y="5701798"/>
            <a:ext cx="609600" cy="228600"/>
          </a:xfrm>
          <a:prstGeom prst="rect">
            <a:avLst/>
          </a:prstGeom>
          <a:gradFill flip="none" rotWithShape="1">
            <a:gsLst>
              <a:gs pos="0">
                <a:srgbClr val="0000FF">
                  <a:tint val="66000"/>
                  <a:satMod val="160000"/>
                </a:srgbClr>
              </a:gs>
              <a:gs pos="50000">
                <a:srgbClr val="0000FF">
                  <a:tint val="44500"/>
                  <a:satMod val="160000"/>
                </a:srgbClr>
              </a:gs>
              <a:gs pos="100000">
                <a:srgbClr val="0000FF">
                  <a:tint val="23500"/>
                  <a:satMod val="160000"/>
                </a:srgbClr>
              </a:gs>
            </a:gsLst>
            <a:lin ang="2700000" scaled="1"/>
            <a:tileRect/>
          </a:gradFill>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eaLnBrk="1" hangingPunct="1">
              <a:defRPr/>
            </a:pPr>
            <a:r>
              <a:rPr lang="en-US" sz="1400" b="1" dirty="0">
                <a:solidFill>
                  <a:srgbClr val="0000FF"/>
                </a:solidFill>
                <a:latin typeface="+mj-lt"/>
              </a:rPr>
              <a:t>3:05</a:t>
            </a:r>
          </a:p>
        </p:txBody>
      </p:sp>
      <p:sp>
        <p:nvSpPr>
          <p:cNvPr id="86" name="Rectangle 85">
            <a:extLst>
              <a:ext uri="{FF2B5EF4-FFF2-40B4-BE49-F238E27FC236}">
                <a16:creationId xmlns="" xmlns:a16="http://schemas.microsoft.com/office/drawing/2014/main" id="{EF47530B-D530-4B2E-B866-3D4EDC4A0D89}"/>
              </a:ext>
            </a:extLst>
          </p:cNvPr>
          <p:cNvSpPr/>
          <p:nvPr/>
        </p:nvSpPr>
        <p:spPr>
          <a:xfrm>
            <a:off x="9342947" y="3796798"/>
            <a:ext cx="609600" cy="228600"/>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2700000" scaled="1"/>
            <a:tileRect/>
          </a:gradFill>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eaLnBrk="1" hangingPunct="1">
              <a:defRPr/>
            </a:pPr>
            <a:r>
              <a:rPr lang="en-US" sz="1400" b="1" dirty="0">
                <a:solidFill>
                  <a:srgbClr val="0000FF"/>
                </a:solidFill>
                <a:latin typeface="+mj-lt"/>
              </a:rPr>
              <a:t>3:05</a:t>
            </a:r>
          </a:p>
        </p:txBody>
      </p:sp>
    </p:spTree>
    <p:extLst>
      <p:ext uri="{BB962C8B-B14F-4D97-AF65-F5344CB8AC3E}">
        <p14:creationId xmlns:p14="http://schemas.microsoft.com/office/powerpoint/2010/main" val="8376100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4">
                                            <p:txEl>
                                              <p:pRg st="2" end="2"/>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6"/>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47"/>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48"/>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49"/>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56"/>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63"/>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70"/>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74"/>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75"/>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7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73"/>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72"/>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76"/>
                                        </p:tgtEl>
                                        <p:attrNameLst>
                                          <p:attrName>style.visibility</p:attrName>
                                        </p:attrNameLst>
                                      </p:cBhvr>
                                      <p:to>
                                        <p:strVal val="visible"/>
                                      </p:to>
                                    </p:set>
                                  </p:childTnLst>
                                </p:cTn>
                              </p:par>
                              <p:par>
                                <p:cTn id="63" presetID="56" presetClass="path" presetSubtype="0" accel="50000" decel="50000" fill="hold" grpId="1" nodeType="withEffect">
                                  <p:stCondLst>
                                    <p:cond delay="0"/>
                                  </p:stCondLst>
                                  <p:childTnLst>
                                    <p:animMotion origin="layout" path="M 5E-6 3.33333E-6 L -0.09348 0.20347 " pathEditMode="relative" rAng="0" ptsTypes="AA">
                                      <p:cBhvr>
                                        <p:cTn id="64" dur="2000" fill="hold"/>
                                        <p:tgtEl>
                                          <p:spTgt spid="76"/>
                                        </p:tgtEl>
                                        <p:attrNameLst>
                                          <p:attrName>ppt_x</p:attrName>
                                          <p:attrName>ppt_y</p:attrName>
                                        </p:attrNameLst>
                                      </p:cBhvr>
                                      <p:rCtr x="-4674" y="10162"/>
                                    </p:animMotion>
                                  </p:childTnLst>
                                </p:cTn>
                              </p:par>
                              <p:par>
                                <p:cTn id="65" presetID="1" presetClass="entr" presetSubtype="0" fill="hold" grpId="0" nodeType="withEffect">
                                  <p:stCondLst>
                                    <p:cond delay="0"/>
                                  </p:stCondLst>
                                  <p:childTnLst>
                                    <p:set>
                                      <p:cBhvr>
                                        <p:cTn id="66" dur="1" fill="hold">
                                          <p:stCondLst>
                                            <p:cond delay="0"/>
                                          </p:stCondLst>
                                        </p:cTn>
                                        <p:tgtEl>
                                          <p:spTgt spid="77"/>
                                        </p:tgtEl>
                                        <p:attrNameLst>
                                          <p:attrName>style.visibility</p:attrName>
                                        </p:attrNameLst>
                                      </p:cBhvr>
                                      <p:to>
                                        <p:strVal val="visible"/>
                                      </p:to>
                                    </p:set>
                                  </p:childTnLst>
                                </p:cTn>
                              </p:par>
                              <p:par>
                                <p:cTn id="67" presetID="56" presetClass="path" presetSubtype="0" accel="50000" decel="50000" fill="hold" grpId="1" nodeType="withEffect">
                                  <p:stCondLst>
                                    <p:cond delay="0"/>
                                  </p:stCondLst>
                                  <p:childTnLst>
                                    <p:animMotion origin="layout" path="M 5E-6 3.33333E-6 L 0.0931 0.20393 " pathEditMode="relative" rAng="0" ptsTypes="AA">
                                      <p:cBhvr>
                                        <p:cTn id="68" dur="2000" fill="hold"/>
                                        <p:tgtEl>
                                          <p:spTgt spid="77"/>
                                        </p:tgtEl>
                                        <p:attrNameLst>
                                          <p:attrName>ppt_x</p:attrName>
                                          <p:attrName>ppt_y</p:attrName>
                                        </p:attrNameLst>
                                      </p:cBhvr>
                                      <p:rCtr x="4648" y="10185"/>
                                    </p:animMotion>
                                  </p:childTnLst>
                                </p:cTn>
                              </p:par>
                              <p:par>
                                <p:cTn id="69" presetID="1" presetClass="entr" presetSubtype="0" fill="hold" grpId="0" nodeType="withEffect">
                                  <p:stCondLst>
                                    <p:cond delay="0"/>
                                  </p:stCondLst>
                                  <p:childTnLst>
                                    <p:set>
                                      <p:cBhvr>
                                        <p:cTn id="70" dur="1" fill="hold">
                                          <p:stCondLst>
                                            <p:cond delay="0"/>
                                          </p:stCondLst>
                                        </p:cTn>
                                        <p:tgtEl>
                                          <p:spTgt spid="80"/>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78"/>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79"/>
                                        </p:tgtEl>
                                        <p:attrNameLst>
                                          <p:attrName>style.visibility</p:attrName>
                                        </p:attrNameLst>
                                      </p:cBhvr>
                                      <p:to>
                                        <p:strVal val="visible"/>
                                      </p:to>
                                    </p:set>
                                  </p:childTnLst>
                                </p:cTn>
                              </p:par>
                              <p:par>
                                <p:cTn id="75" presetID="56" presetClass="path" presetSubtype="0" accel="50000" decel="50000" fill="hold" grpId="1" nodeType="withEffect">
                                  <p:stCondLst>
                                    <p:cond delay="0"/>
                                  </p:stCondLst>
                                  <p:childTnLst>
                                    <p:animMotion origin="layout" path="M 1.11022E-16 -1.11111E-6 L 0.15664 -0.18264 " pathEditMode="relative" rAng="0" ptsTypes="AA">
                                      <p:cBhvr>
                                        <p:cTn id="76" dur="2000" fill="hold"/>
                                        <p:tgtEl>
                                          <p:spTgt spid="78"/>
                                        </p:tgtEl>
                                        <p:attrNameLst>
                                          <p:attrName>ppt_x</p:attrName>
                                          <p:attrName>ppt_y</p:attrName>
                                        </p:attrNameLst>
                                      </p:cBhvr>
                                      <p:rCtr x="7826" y="-9144"/>
                                    </p:animMotion>
                                  </p:childTnLst>
                                </p:cTn>
                              </p:par>
                              <p:par>
                                <p:cTn id="77" presetID="56" presetClass="path" presetSubtype="0" accel="50000" decel="50000" fill="hold" grpId="1" nodeType="withEffect">
                                  <p:stCondLst>
                                    <p:cond delay="0"/>
                                  </p:stCondLst>
                                  <p:childTnLst>
                                    <p:animMotion origin="layout" path="M 0 -1.11111E-6 L -0.025 -0.14143 " pathEditMode="relative" rAng="0" ptsTypes="AA">
                                      <p:cBhvr>
                                        <p:cTn id="78" dur="2000" fill="hold"/>
                                        <p:tgtEl>
                                          <p:spTgt spid="79"/>
                                        </p:tgtEl>
                                        <p:attrNameLst>
                                          <p:attrName>ppt_x</p:attrName>
                                          <p:attrName>ppt_y</p:attrName>
                                        </p:attrNameLst>
                                      </p:cBhvr>
                                      <p:rCtr x="-1250" y="-7083"/>
                                    </p:animMotion>
                                  </p:childTnLst>
                                </p:cTn>
                              </p:par>
                            </p:childTnLst>
                          </p:cTn>
                        </p:par>
                        <p:par>
                          <p:cTn id="79" fill="hold">
                            <p:stCondLst>
                              <p:cond delay="2000"/>
                            </p:stCondLst>
                            <p:childTnLst>
                              <p:par>
                                <p:cTn id="80" presetID="1" presetClass="exit" presetSubtype="0" fill="hold" grpId="2" nodeType="afterEffect">
                                  <p:stCondLst>
                                    <p:cond delay="0"/>
                                  </p:stCondLst>
                                  <p:childTnLst>
                                    <p:set>
                                      <p:cBhvr>
                                        <p:cTn id="81" dur="1" fill="hold">
                                          <p:stCondLst>
                                            <p:cond delay="0"/>
                                          </p:stCondLst>
                                        </p:cTn>
                                        <p:tgtEl>
                                          <p:spTgt spid="77"/>
                                        </p:tgtEl>
                                        <p:attrNameLst>
                                          <p:attrName>style.visibility</p:attrName>
                                        </p:attrNameLst>
                                      </p:cBhvr>
                                      <p:to>
                                        <p:strVal val="hidden"/>
                                      </p:to>
                                    </p:set>
                                  </p:childTnLst>
                                </p:cTn>
                              </p:par>
                              <p:par>
                                <p:cTn id="82" presetID="1" presetClass="exit" presetSubtype="0" fill="hold" grpId="2" nodeType="withEffect">
                                  <p:stCondLst>
                                    <p:cond delay="0"/>
                                  </p:stCondLst>
                                  <p:childTnLst>
                                    <p:set>
                                      <p:cBhvr>
                                        <p:cTn id="83" dur="1" fill="hold">
                                          <p:stCondLst>
                                            <p:cond delay="0"/>
                                          </p:stCondLst>
                                        </p:cTn>
                                        <p:tgtEl>
                                          <p:spTgt spid="76"/>
                                        </p:tgtEl>
                                        <p:attrNameLst>
                                          <p:attrName>style.visibility</p:attrName>
                                        </p:attrNameLst>
                                      </p:cBhvr>
                                      <p:to>
                                        <p:strVal val="hidden"/>
                                      </p:to>
                                    </p:set>
                                  </p:childTnLst>
                                </p:cTn>
                              </p:par>
                              <p:par>
                                <p:cTn id="84" presetID="1" presetClass="entr" presetSubtype="0" fill="hold" grpId="0" nodeType="withEffect">
                                  <p:stCondLst>
                                    <p:cond delay="0"/>
                                  </p:stCondLst>
                                  <p:childTnLst>
                                    <p:set>
                                      <p:cBhvr>
                                        <p:cTn id="85" dur="1" fill="hold">
                                          <p:stCondLst>
                                            <p:cond delay="0"/>
                                          </p:stCondLst>
                                        </p:cTn>
                                        <p:tgtEl>
                                          <p:spTgt spid="81"/>
                                        </p:tgtEl>
                                        <p:attrNameLst>
                                          <p:attrName>style.visibility</p:attrName>
                                        </p:attrNameLst>
                                      </p:cBhvr>
                                      <p:to>
                                        <p:strVal val="visible"/>
                                      </p:to>
                                    </p:set>
                                  </p:childTnLst>
                                </p:cTn>
                              </p:par>
                              <p:par>
                                <p:cTn id="86" presetID="1" presetClass="entr" presetSubtype="0" fill="hold" grpId="0" nodeType="withEffect">
                                  <p:stCondLst>
                                    <p:cond delay="0"/>
                                  </p:stCondLst>
                                  <p:childTnLst>
                                    <p:set>
                                      <p:cBhvr>
                                        <p:cTn id="87" dur="1" fill="hold">
                                          <p:stCondLst>
                                            <p:cond delay="0"/>
                                          </p:stCondLst>
                                        </p:cTn>
                                        <p:tgtEl>
                                          <p:spTgt spid="82"/>
                                        </p:tgtEl>
                                        <p:attrNameLst>
                                          <p:attrName>style.visibility</p:attrName>
                                        </p:attrNameLst>
                                      </p:cBhvr>
                                      <p:to>
                                        <p:strVal val="visible"/>
                                      </p:to>
                                    </p:set>
                                  </p:childTnLst>
                                </p:cTn>
                              </p:par>
                              <p:par>
                                <p:cTn id="88" presetID="1" presetClass="entr" presetSubtype="0" fill="hold" grpId="0" nodeType="withEffect">
                                  <p:stCondLst>
                                    <p:cond delay="0"/>
                                  </p:stCondLst>
                                  <p:childTnLst>
                                    <p:set>
                                      <p:cBhvr>
                                        <p:cTn id="89" dur="1" fill="hold">
                                          <p:stCondLst>
                                            <p:cond delay="0"/>
                                          </p:stCondLst>
                                        </p:cTn>
                                        <p:tgtEl>
                                          <p:spTgt spid="83"/>
                                        </p:tgtEl>
                                        <p:attrNameLst>
                                          <p:attrName>style.visibility</p:attrName>
                                        </p:attrNameLst>
                                      </p:cBhvr>
                                      <p:to>
                                        <p:strVal val="visible"/>
                                      </p:to>
                                    </p:set>
                                  </p:childTnLst>
                                </p:cTn>
                              </p:par>
                              <p:par>
                                <p:cTn id="90" presetID="42" presetClass="path" presetSubtype="0" accel="50000" decel="50000" fill="hold" grpId="1" nodeType="withEffect">
                                  <p:stCondLst>
                                    <p:cond delay="0"/>
                                  </p:stCondLst>
                                  <p:childTnLst>
                                    <p:animMotion origin="layout" path="M 0 0.00556 L -0.04167 0.14134 " pathEditMode="relative" rAng="0" ptsTypes="AA">
                                      <p:cBhvr>
                                        <p:cTn id="91" dur="2000" fill="hold"/>
                                        <p:tgtEl>
                                          <p:spTgt spid="83"/>
                                        </p:tgtEl>
                                        <p:attrNameLst>
                                          <p:attrName>ppt_x</p:attrName>
                                          <p:attrName>ppt_y</p:attrName>
                                        </p:attrNameLst>
                                      </p:cBhvr>
                                      <p:rCtr x="-2083" y="6778"/>
                                    </p:animMotion>
                                  </p:childTnLst>
                                </p:cTn>
                              </p:par>
                              <p:par>
                                <p:cTn id="92" presetID="42" presetClass="path" presetSubtype="0" accel="50000" decel="50000" fill="hold" grpId="1" nodeType="withEffect">
                                  <p:stCondLst>
                                    <p:cond delay="0"/>
                                  </p:stCondLst>
                                  <p:childTnLst>
                                    <p:animMotion origin="layout" path="M 0 0.00556 L -0.2125 0.18403 " pathEditMode="relative" rAng="0" ptsTypes="AA">
                                      <p:cBhvr>
                                        <p:cTn id="93" dur="2000" fill="hold"/>
                                        <p:tgtEl>
                                          <p:spTgt spid="82"/>
                                        </p:tgtEl>
                                        <p:attrNameLst>
                                          <p:attrName>ppt_x</p:attrName>
                                          <p:attrName>ppt_y</p:attrName>
                                        </p:attrNameLst>
                                      </p:cBhvr>
                                      <p:rCtr x="-10312" y="8634"/>
                                    </p:animMotion>
                                  </p:childTnLst>
                                </p:cTn>
                              </p:par>
                              <p:par>
                                <p:cTn id="94" presetID="42" presetClass="path" presetSubtype="0" accel="50000" decel="50000" fill="hold" grpId="1" nodeType="withEffect">
                                  <p:stCondLst>
                                    <p:cond delay="0"/>
                                  </p:stCondLst>
                                  <p:childTnLst>
                                    <p:animMotion origin="layout" path="M 0 1.11111E-6 L -0.175 -0.0169 " pathEditMode="relative" rAng="0" ptsTypes="AA">
                                      <p:cBhvr>
                                        <p:cTn id="95" dur="2000" fill="hold"/>
                                        <p:tgtEl>
                                          <p:spTgt spid="81"/>
                                        </p:tgtEl>
                                        <p:attrNameLst>
                                          <p:attrName>ppt_x</p:attrName>
                                          <p:attrName>ppt_y</p:attrName>
                                        </p:attrNameLst>
                                      </p:cBhvr>
                                      <p:rCtr x="-8750" y="-856"/>
                                    </p:animMotion>
                                  </p:childTnLst>
                                </p:cTn>
                              </p:par>
                            </p:childTnLst>
                          </p:cTn>
                        </p:par>
                      </p:childTnLst>
                    </p:cTn>
                  </p:par>
                  <p:par>
                    <p:cTn id="96" fill="hold">
                      <p:stCondLst>
                        <p:cond delay="indefinite"/>
                      </p:stCondLst>
                      <p:childTnLst>
                        <p:par>
                          <p:cTn id="97" fill="hold">
                            <p:stCondLst>
                              <p:cond delay="0"/>
                            </p:stCondLst>
                            <p:childTnLst>
                              <p:par>
                                <p:cTn id="98" presetID="1" presetClass="exit" presetSubtype="0" fill="hold" grpId="2" nodeType="clickEffect">
                                  <p:stCondLst>
                                    <p:cond delay="0"/>
                                  </p:stCondLst>
                                  <p:childTnLst>
                                    <p:set>
                                      <p:cBhvr>
                                        <p:cTn id="99" dur="1" fill="hold">
                                          <p:stCondLst>
                                            <p:cond delay="0"/>
                                          </p:stCondLst>
                                        </p:cTn>
                                        <p:tgtEl>
                                          <p:spTgt spid="81"/>
                                        </p:tgtEl>
                                        <p:attrNameLst>
                                          <p:attrName>style.visibility</p:attrName>
                                        </p:attrNameLst>
                                      </p:cBhvr>
                                      <p:to>
                                        <p:strVal val="hidden"/>
                                      </p:to>
                                    </p:set>
                                  </p:childTnLst>
                                </p:cTn>
                              </p:par>
                              <p:par>
                                <p:cTn id="100" presetID="1" presetClass="exit" presetSubtype="0" fill="hold" grpId="2" nodeType="withEffect">
                                  <p:stCondLst>
                                    <p:cond delay="0"/>
                                  </p:stCondLst>
                                  <p:childTnLst>
                                    <p:set>
                                      <p:cBhvr>
                                        <p:cTn id="101" dur="1" fill="hold">
                                          <p:stCondLst>
                                            <p:cond delay="0"/>
                                          </p:stCondLst>
                                        </p:cTn>
                                        <p:tgtEl>
                                          <p:spTgt spid="82"/>
                                        </p:tgtEl>
                                        <p:attrNameLst>
                                          <p:attrName>style.visibility</p:attrName>
                                        </p:attrNameLst>
                                      </p:cBhvr>
                                      <p:to>
                                        <p:strVal val="hidden"/>
                                      </p:to>
                                    </p:set>
                                  </p:childTnLst>
                                </p:cTn>
                              </p:par>
                              <p:par>
                                <p:cTn id="102" presetID="1" presetClass="exit" presetSubtype="0" fill="hold" grpId="2" nodeType="withEffect">
                                  <p:stCondLst>
                                    <p:cond delay="0"/>
                                  </p:stCondLst>
                                  <p:childTnLst>
                                    <p:set>
                                      <p:cBhvr>
                                        <p:cTn id="103" dur="1" fill="hold">
                                          <p:stCondLst>
                                            <p:cond delay="0"/>
                                          </p:stCondLst>
                                        </p:cTn>
                                        <p:tgtEl>
                                          <p:spTgt spid="83"/>
                                        </p:tgtEl>
                                        <p:attrNameLst>
                                          <p:attrName>style.visibility</p:attrName>
                                        </p:attrNameLst>
                                      </p:cBhvr>
                                      <p:to>
                                        <p:strVal val="hidden"/>
                                      </p:to>
                                    </p:set>
                                  </p:childTnLst>
                                </p:cTn>
                              </p:par>
                              <p:par>
                                <p:cTn id="104" presetID="1" presetClass="entr" presetSubtype="0" fill="hold" grpId="0" nodeType="withEffect">
                                  <p:stCondLst>
                                    <p:cond delay="0"/>
                                  </p:stCondLst>
                                  <p:childTnLst>
                                    <p:set>
                                      <p:cBhvr>
                                        <p:cTn id="105" dur="1" fill="hold">
                                          <p:stCondLst>
                                            <p:cond delay="0"/>
                                          </p:stCondLst>
                                        </p:cTn>
                                        <p:tgtEl>
                                          <p:spTgt spid="84"/>
                                        </p:tgtEl>
                                        <p:attrNameLst>
                                          <p:attrName>style.visibility</p:attrName>
                                        </p:attrNameLst>
                                      </p:cBhvr>
                                      <p:to>
                                        <p:strVal val="visible"/>
                                      </p:to>
                                    </p:set>
                                  </p:childTnLst>
                                </p:cTn>
                              </p:par>
                              <p:par>
                                <p:cTn id="106" presetID="1" presetClass="entr" presetSubtype="0" fill="hold" grpId="0" nodeType="withEffect">
                                  <p:stCondLst>
                                    <p:cond delay="0"/>
                                  </p:stCondLst>
                                  <p:childTnLst>
                                    <p:set>
                                      <p:cBhvr>
                                        <p:cTn id="107" dur="1" fill="hold">
                                          <p:stCondLst>
                                            <p:cond delay="0"/>
                                          </p:stCondLst>
                                        </p:cTn>
                                        <p:tgtEl>
                                          <p:spTgt spid="85"/>
                                        </p:tgtEl>
                                        <p:attrNameLst>
                                          <p:attrName>style.visibility</p:attrName>
                                        </p:attrNameLst>
                                      </p:cBhvr>
                                      <p:to>
                                        <p:strVal val="visible"/>
                                      </p:to>
                                    </p:set>
                                  </p:childTnLst>
                                </p:cTn>
                              </p:par>
                              <p:par>
                                <p:cTn id="108" presetID="1" presetClass="entr" presetSubtype="0" fill="hold" grpId="0" nodeType="withEffect">
                                  <p:stCondLst>
                                    <p:cond delay="0"/>
                                  </p:stCondLst>
                                  <p:childTnLst>
                                    <p:set>
                                      <p:cBhvr>
                                        <p:cTn id="109" dur="1" fill="hold">
                                          <p:stCondLst>
                                            <p:cond delay="0"/>
                                          </p:stCondLst>
                                        </p:cTn>
                                        <p:tgtEl>
                                          <p:spTgt spid="86"/>
                                        </p:tgtEl>
                                        <p:attrNameLst>
                                          <p:attrName>style.visibility</p:attrName>
                                        </p:attrNameLst>
                                      </p:cBhvr>
                                      <p:to>
                                        <p:strVal val="visible"/>
                                      </p:to>
                                    </p:set>
                                  </p:childTnLst>
                                </p:cTn>
                              </p:par>
                              <p:par>
                                <p:cTn id="110" presetID="6" presetClass="emph" presetSubtype="0" fill="hold" grpId="1" nodeType="withEffect">
                                  <p:stCondLst>
                                    <p:cond delay="0"/>
                                  </p:stCondLst>
                                  <p:childTnLst>
                                    <p:animScale>
                                      <p:cBhvr>
                                        <p:cTn id="111" dur="2000" fill="hold"/>
                                        <p:tgtEl>
                                          <p:spTgt spid="85"/>
                                        </p:tgtEl>
                                      </p:cBhvr>
                                      <p:by x="150000" y="150000"/>
                                    </p:animScale>
                                  </p:childTnLst>
                                </p:cTn>
                              </p:par>
                              <p:par>
                                <p:cTn id="112" presetID="6" presetClass="emph" presetSubtype="0" fill="hold" grpId="1" nodeType="withEffect">
                                  <p:stCondLst>
                                    <p:cond delay="0"/>
                                  </p:stCondLst>
                                  <p:childTnLst>
                                    <p:animScale>
                                      <p:cBhvr>
                                        <p:cTn id="113" dur="2000" fill="hold"/>
                                        <p:tgtEl>
                                          <p:spTgt spid="84"/>
                                        </p:tgtEl>
                                      </p:cBhvr>
                                      <p:by x="150000" y="150000"/>
                                    </p:animScale>
                                  </p:childTnLst>
                                </p:cTn>
                              </p:par>
                              <p:par>
                                <p:cTn id="114" presetID="6" presetClass="emph" presetSubtype="0" fill="hold" grpId="1" nodeType="withEffect">
                                  <p:stCondLst>
                                    <p:cond delay="0"/>
                                  </p:stCondLst>
                                  <p:childTnLst>
                                    <p:animScale>
                                      <p:cBhvr>
                                        <p:cTn id="115" dur="2000" fill="hold"/>
                                        <p:tgtEl>
                                          <p:spTgt spid="86"/>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1" grpId="0" animBg="1"/>
      <p:bldP spid="72" grpId="0" animBg="1"/>
      <p:bldP spid="73" grpId="0" animBg="1"/>
      <p:bldP spid="74" grpId="0"/>
      <p:bldP spid="76" grpId="0" animBg="1"/>
      <p:bldP spid="76" grpId="1" animBg="1"/>
      <p:bldP spid="76" grpId="2" animBg="1"/>
      <p:bldP spid="77" grpId="0" animBg="1"/>
      <p:bldP spid="77" grpId="1" animBg="1"/>
      <p:bldP spid="77" grpId="2" animBg="1"/>
      <p:bldP spid="78" grpId="0" animBg="1"/>
      <p:bldP spid="78" grpId="1" animBg="1"/>
      <p:bldP spid="79" grpId="0" animBg="1"/>
      <p:bldP spid="79" grpId="1" animBg="1"/>
      <p:bldP spid="80" grpId="0" animBg="1"/>
      <p:bldP spid="81" grpId="0" animBg="1"/>
      <p:bldP spid="81" grpId="1" animBg="1"/>
      <p:bldP spid="81" grpId="2" animBg="1"/>
      <p:bldP spid="82" grpId="0" animBg="1"/>
      <p:bldP spid="82" grpId="1" animBg="1"/>
      <p:bldP spid="82" grpId="2" animBg="1"/>
      <p:bldP spid="83" grpId="0" animBg="1"/>
      <p:bldP spid="83" grpId="1" animBg="1"/>
      <p:bldP spid="83" grpId="2" animBg="1"/>
      <p:bldP spid="84" grpId="0" animBg="1"/>
      <p:bldP spid="84" grpId="1" animBg="1"/>
      <p:bldP spid="85" grpId="0" animBg="1"/>
      <p:bldP spid="85" grpId="1" animBg="1"/>
      <p:bldP spid="86" grpId="0" animBg="1"/>
      <p:bldP spid="86" grpId="1"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Network Time Protocol (NTP)</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r>
              <a:rPr lang="en-US" altLang="en-US" dirty="0"/>
              <a:t>NTP is an Application layer </a:t>
            </a:r>
            <a:r>
              <a:rPr lang="en-US" altLang="en-US" dirty="0" err="1" smtClean="0"/>
              <a:t>portico</a:t>
            </a:r>
            <a:r>
              <a:rPr lang="en-US" altLang="en-US" dirty="0" err="1"/>
              <a:t>l</a:t>
            </a:r>
            <a:endParaRPr lang="en-US" altLang="en-US" dirty="0" smtClean="0"/>
          </a:p>
          <a:p>
            <a:pPr marL="714375" lvl="2" indent="-357188">
              <a:defRPr/>
            </a:pPr>
            <a:r>
              <a:rPr lang="en-US" altLang="en-US" sz="2400" dirty="0"/>
              <a:t>The NTP service is provided by a </a:t>
            </a:r>
            <a:r>
              <a:rPr lang="en-US" altLang="en-US" sz="2400" dirty="0">
                <a:solidFill>
                  <a:schemeClr val="accent6"/>
                </a:solidFill>
              </a:rPr>
              <a:t>network of servers located across the Internet</a:t>
            </a:r>
            <a:r>
              <a:rPr lang="en-US" altLang="en-US" sz="2400" dirty="0"/>
              <a:t>.</a:t>
            </a:r>
          </a:p>
          <a:p>
            <a:pPr marL="714375" lvl="2" indent="-357188">
              <a:defRPr/>
            </a:pPr>
            <a:r>
              <a:rPr lang="en-US" altLang="en-US" sz="2400" dirty="0">
                <a:solidFill>
                  <a:schemeClr val="accent6"/>
                </a:solidFill>
              </a:rPr>
              <a:t>Uses standard UDP </a:t>
            </a:r>
            <a:r>
              <a:rPr lang="en-US" altLang="en-US" sz="2400" dirty="0"/>
              <a:t>Internet transport protocol</a:t>
            </a:r>
          </a:p>
          <a:p>
            <a:pPr marL="714375" lvl="2" indent="-357188">
              <a:defRPr/>
            </a:pPr>
            <a:r>
              <a:rPr lang="en-US" altLang="en-US" sz="2400" dirty="0"/>
              <a:t>Adjust system clock as </a:t>
            </a:r>
            <a:r>
              <a:rPr lang="en-US" altLang="en-US" sz="2400" dirty="0">
                <a:solidFill>
                  <a:schemeClr val="accent6"/>
                </a:solidFill>
              </a:rPr>
              <a:t>close to UTC </a:t>
            </a:r>
            <a:r>
              <a:rPr lang="en-US" altLang="en-US" sz="2400" dirty="0"/>
              <a:t>as possible over the Internet.</a:t>
            </a:r>
          </a:p>
          <a:p>
            <a:pPr marL="714375" lvl="2" indent="-357188">
              <a:defRPr/>
            </a:pPr>
            <a:r>
              <a:rPr lang="en-US" altLang="en-US" sz="2400" dirty="0"/>
              <a:t>Enable sufficiently </a:t>
            </a:r>
            <a:r>
              <a:rPr lang="en-US" altLang="en-US" sz="2400" dirty="0">
                <a:solidFill>
                  <a:schemeClr val="accent6"/>
                </a:solidFill>
              </a:rPr>
              <a:t>frequently resynchronizations</a:t>
            </a:r>
          </a:p>
          <a:p>
            <a:pPr marL="714375" lvl="2" indent="-357188">
              <a:defRPr/>
            </a:pPr>
            <a:r>
              <a:rPr lang="en-US" altLang="en-US" sz="2400" dirty="0"/>
              <a:t>Primary servers are connected directly to a </a:t>
            </a:r>
            <a:r>
              <a:rPr lang="en-US" altLang="en-US" sz="2400" dirty="0">
                <a:solidFill>
                  <a:schemeClr val="accent6"/>
                </a:solidFill>
              </a:rPr>
              <a:t>time source</a:t>
            </a:r>
            <a:r>
              <a:rPr lang="en-US" altLang="en-US" sz="2400" dirty="0"/>
              <a:t> (e.g. a radio clock receiving UTC, GPS) of clients and </a:t>
            </a:r>
            <a:r>
              <a:rPr lang="en-US" altLang="en-US" sz="2400" dirty="0" smtClean="0"/>
              <a:t>servers.</a:t>
            </a:r>
            <a:endParaRPr lang="en-US" altLang="en-US" sz="2400" dirty="0"/>
          </a:p>
          <a:p>
            <a:pPr marL="714375" lvl="2" indent="-357188">
              <a:defRPr/>
            </a:pPr>
            <a:r>
              <a:rPr lang="en-US" altLang="en-US" sz="2400" dirty="0"/>
              <a:t>The servers are connected in a </a:t>
            </a:r>
            <a:r>
              <a:rPr lang="en-US" altLang="en-US" sz="2400" dirty="0">
                <a:solidFill>
                  <a:schemeClr val="accent6"/>
                </a:solidFill>
              </a:rPr>
              <a:t>logical hierarchy </a:t>
            </a:r>
            <a:r>
              <a:rPr lang="en-US" altLang="en-US" sz="2400" dirty="0"/>
              <a:t>called a synchronization subnet.</a:t>
            </a:r>
          </a:p>
        </p:txBody>
      </p:sp>
      <p:grpSp>
        <p:nvGrpSpPr>
          <p:cNvPr id="5" name="Group 4"/>
          <p:cNvGrpSpPr/>
          <p:nvPr/>
        </p:nvGrpSpPr>
        <p:grpSpPr>
          <a:xfrm>
            <a:off x="3282767" y="4003560"/>
            <a:ext cx="4472754" cy="2450449"/>
            <a:chOff x="3061980" y="2254906"/>
            <a:chExt cx="4472754" cy="2450449"/>
          </a:xfrm>
        </p:grpSpPr>
        <p:sp>
          <p:nvSpPr>
            <p:cNvPr id="88" name="Line 4"/>
            <p:cNvSpPr>
              <a:spLocks noChangeShapeType="1"/>
            </p:cNvSpPr>
            <p:nvPr/>
          </p:nvSpPr>
          <p:spPr bwMode="auto">
            <a:xfrm>
              <a:off x="3561890" y="3784601"/>
              <a:ext cx="3972844" cy="0"/>
            </a:xfrm>
            <a:prstGeom prst="line">
              <a:avLst/>
            </a:prstGeom>
            <a:noFill/>
            <a:ln w="25400">
              <a:solidFill>
                <a:schemeClr val="tx1"/>
              </a:solidFill>
              <a:round/>
              <a:headEnd/>
              <a:tailEnd type="stealth" w="lg" len="lg"/>
            </a:ln>
          </p:spPr>
          <p:txBody>
            <a:bodyPr/>
            <a:lstStyle/>
            <a:p>
              <a:pPr>
                <a:defRPr/>
              </a:pPr>
              <a:endParaRPr lang="en-US">
                <a:latin typeface="+mj-lt"/>
                <a:ea typeface="+mn-ea"/>
              </a:endParaRPr>
            </a:p>
          </p:txBody>
        </p:sp>
        <p:sp>
          <p:nvSpPr>
            <p:cNvPr id="89" name="Line 5"/>
            <p:cNvSpPr>
              <a:spLocks noChangeShapeType="1"/>
            </p:cNvSpPr>
            <p:nvPr/>
          </p:nvSpPr>
          <p:spPr bwMode="auto">
            <a:xfrm>
              <a:off x="3561890" y="2870201"/>
              <a:ext cx="3972844" cy="0"/>
            </a:xfrm>
            <a:prstGeom prst="line">
              <a:avLst/>
            </a:prstGeom>
            <a:noFill/>
            <a:ln w="25400">
              <a:solidFill>
                <a:schemeClr val="tx1"/>
              </a:solidFill>
              <a:round/>
              <a:headEnd/>
              <a:tailEnd type="stealth" w="lg" len="lg"/>
            </a:ln>
          </p:spPr>
          <p:txBody>
            <a:bodyPr/>
            <a:lstStyle/>
            <a:p>
              <a:pPr>
                <a:defRPr/>
              </a:pPr>
              <a:endParaRPr lang="en-US">
                <a:latin typeface="+mj-lt"/>
                <a:ea typeface="+mn-ea"/>
              </a:endParaRPr>
            </a:p>
          </p:txBody>
        </p:sp>
        <p:sp>
          <p:nvSpPr>
            <p:cNvPr id="90" name="Text Box 6"/>
            <p:cNvSpPr txBox="1">
              <a:spLocks noChangeArrowheads="1"/>
            </p:cNvSpPr>
            <p:nvPr/>
          </p:nvSpPr>
          <p:spPr bwMode="auto">
            <a:xfrm>
              <a:off x="3133724" y="2641601"/>
              <a:ext cx="242887" cy="461665"/>
            </a:xfrm>
            <a:prstGeom prst="rect">
              <a:avLst/>
            </a:prstGeom>
            <a:noFill/>
            <a:ln w="25400">
              <a:noFill/>
              <a:miter lim="800000"/>
              <a:headEnd/>
              <a:tailEnd/>
            </a:ln>
          </p:spPr>
          <p:txBody>
            <a:bodyPr wrap="square">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pPr algn="r"/>
              <a:r>
                <a:rPr lang="en-US" altLang="en-US" b="1" i="1" dirty="0" smtClean="0">
                  <a:solidFill>
                    <a:schemeClr val="accent6"/>
                  </a:solidFill>
                  <a:latin typeface="+mj-lt"/>
                </a:rPr>
                <a:t>B</a:t>
              </a:r>
              <a:endParaRPr lang="en-US" altLang="en-US" b="1" i="1" baseline="-25000" dirty="0">
                <a:solidFill>
                  <a:schemeClr val="accent6"/>
                </a:solidFill>
                <a:latin typeface="+mj-lt"/>
              </a:endParaRPr>
            </a:p>
          </p:txBody>
        </p:sp>
        <p:sp>
          <p:nvSpPr>
            <p:cNvPr id="91" name="Text Box 7"/>
            <p:cNvSpPr txBox="1">
              <a:spLocks noChangeArrowheads="1"/>
            </p:cNvSpPr>
            <p:nvPr/>
          </p:nvSpPr>
          <p:spPr bwMode="auto">
            <a:xfrm>
              <a:off x="3061980" y="3551239"/>
              <a:ext cx="390831" cy="461665"/>
            </a:xfrm>
            <a:prstGeom prst="rect">
              <a:avLst/>
            </a:prstGeom>
            <a:noFill/>
            <a:ln w="25400">
              <a:noFill/>
              <a:miter lim="800000"/>
              <a:headEnd/>
              <a:tailEnd/>
            </a:ln>
          </p:spPr>
          <p:txBody>
            <a:bodyPr wrap="square">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pPr algn="r"/>
              <a:r>
                <a:rPr lang="en-US" altLang="en-US" b="1" i="1" dirty="0" smtClean="0">
                  <a:solidFill>
                    <a:schemeClr val="accent6"/>
                  </a:solidFill>
                  <a:latin typeface="+mj-lt"/>
                </a:rPr>
                <a:t>A</a:t>
              </a:r>
              <a:endParaRPr lang="en-US" altLang="en-US" b="1" i="1" baseline="-25000" dirty="0">
                <a:solidFill>
                  <a:schemeClr val="accent6"/>
                </a:solidFill>
                <a:latin typeface="+mj-lt"/>
              </a:endParaRPr>
            </a:p>
          </p:txBody>
        </p:sp>
        <p:sp>
          <p:nvSpPr>
            <p:cNvPr id="93" name="Line 9"/>
            <p:cNvSpPr>
              <a:spLocks noChangeShapeType="1"/>
            </p:cNvSpPr>
            <p:nvPr/>
          </p:nvSpPr>
          <p:spPr bwMode="auto">
            <a:xfrm flipV="1">
              <a:off x="3911600" y="2871789"/>
              <a:ext cx="685800" cy="914400"/>
            </a:xfrm>
            <a:prstGeom prst="line">
              <a:avLst/>
            </a:prstGeom>
            <a:noFill/>
            <a:ln w="31750">
              <a:solidFill>
                <a:schemeClr val="bg1">
                  <a:lumMod val="50000"/>
                </a:schemeClr>
              </a:solidFill>
              <a:prstDash val="dash"/>
              <a:round/>
              <a:headEnd/>
              <a:tailEnd type="stealth" w="lg" len="lg"/>
            </a:ln>
          </p:spPr>
          <p:txBody>
            <a:bodyPr/>
            <a:lstStyle/>
            <a:p>
              <a:pPr>
                <a:defRPr/>
              </a:pPr>
              <a:endParaRPr lang="en-US">
                <a:latin typeface="+mj-lt"/>
                <a:ea typeface="+mn-ea"/>
              </a:endParaRPr>
            </a:p>
          </p:txBody>
        </p:sp>
        <p:sp>
          <p:nvSpPr>
            <p:cNvPr id="94" name="Line 10"/>
            <p:cNvSpPr>
              <a:spLocks noChangeShapeType="1"/>
            </p:cNvSpPr>
            <p:nvPr/>
          </p:nvSpPr>
          <p:spPr bwMode="auto">
            <a:xfrm>
              <a:off x="5908675" y="2870201"/>
              <a:ext cx="685800" cy="914400"/>
            </a:xfrm>
            <a:prstGeom prst="line">
              <a:avLst/>
            </a:prstGeom>
            <a:noFill/>
            <a:ln w="31750">
              <a:solidFill>
                <a:schemeClr val="bg1">
                  <a:lumMod val="50000"/>
                </a:schemeClr>
              </a:solidFill>
              <a:prstDash val="dash"/>
              <a:round/>
              <a:headEnd/>
              <a:tailEnd type="stealth" w="lg" len="lg"/>
            </a:ln>
          </p:spPr>
          <p:txBody>
            <a:bodyPr/>
            <a:lstStyle/>
            <a:p>
              <a:pPr>
                <a:defRPr/>
              </a:pPr>
              <a:endParaRPr lang="en-US">
                <a:latin typeface="+mj-lt"/>
                <a:ea typeface="+mn-ea"/>
              </a:endParaRPr>
            </a:p>
          </p:txBody>
        </p:sp>
        <p:sp>
          <p:nvSpPr>
            <p:cNvPr id="95" name="Text Box 11"/>
            <p:cNvSpPr txBox="1">
              <a:spLocks noChangeArrowheads="1"/>
            </p:cNvSpPr>
            <p:nvPr/>
          </p:nvSpPr>
          <p:spPr bwMode="auto">
            <a:xfrm>
              <a:off x="3581978" y="3109914"/>
              <a:ext cx="503664" cy="400110"/>
            </a:xfrm>
            <a:prstGeom prst="rect">
              <a:avLst/>
            </a:prstGeom>
            <a:noFill/>
            <a:ln w="25400">
              <a:noFill/>
              <a:miter lim="800000"/>
              <a:headEnd/>
              <a:tailEnd type="none" w="lg" len="lg"/>
            </a:ln>
          </p:spPr>
          <p:txBody>
            <a:bodyPr wrap="none">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r>
                <a:rPr lang="en-US" altLang="en-US" sz="2000" i="1" dirty="0" err="1" smtClean="0">
                  <a:latin typeface="+mj-lt"/>
                </a:rPr>
                <a:t>req</a:t>
              </a:r>
              <a:endParaRPr lang="en-US" altLang="en-US" sz="2000" i="1" dirty="0">
                <a:latin typeface="+mj-lt"/>
              </a:endParaRPr>
            </a:p>
          </p:txBody>
        </p:sp>
        <p:sp>
          <p:nvSpPr>
            <p:cNvPr id="96" name="Text Box 12"/>
            <p:cNvSpPr txBox="1">
              <a:spLocks noChangeArrowheads="1"/>
            </p:cNvSpPr>
            <p:nvPr/>
          </p:nvSpPr>
          <p:spPr bwMode="auto">
            <a:xfrm>
              <a:off x="6288087" y="3109914"/>
              <a:ext cx="615874" cy="400110"/>
            </a:xfrm>
            <a:prstGeom prst="rect">
              <a:avLst/>
            </a:prstGeom>
            <a:noFill/>
            <a:ln w="25400">
              <a:noFill/>
              <a:miter lim="800000"/>
              <a:headEnd/>
              <a:tailEnd type="none" w="lg" len="lg"/>
            </a:ln>
          </p:spPr>
          <p:txBody>
            <a:bodyPr wrap="none">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r>
                <a:rPr lang="en-US" altLang="en-US" sz="2000" i="1" dirty="0" err="1" smtClean="0">
                  <a:latin typeface="+mj-lt"/>
                </a:rPr>
                <a:t>resp</a:t>
              </a:r>
              <a:endParaRPr lang="en-US" altLang="en-US" sz="2000" i="1" dirty="0">
                <a:latin typeface="+mj-lt"/>
              </a:endParaRPr>
            </a:p>
          </p:txBody>
        </p:sp>
        <p:sp>
          <p:nvSpPr>
            <p:cNvPr id="97" name="Text Box 13"/>
            <p:cNvSpPr txBox="1">
              <a:spLocks noChangeArrowheads="1"/>
            </p:cNvSpPr>
            <p:nvPr/>
          </p:nvSpPr>
          <p:spPr bwMode="auto">
            <a:xfrm>
              <a:off x="3452812" y="3800476"/>
              <a:ext cx="490840" cy="523220"/>
            </a:xfrm>
            <a:prstGeom prst="rect">
              <a:avLst/>
            </a:prstGeom>
            <a:noFill/>
            <a:ln w="25400">
              <a:noFill/>
              <a:miter lim="800000"/>
              <a:headEnd/>
              <a:tailEnd type="none" w="lg" len="lg"/>
            </a:ln>
          </p:spPr>
          <p:txBody>
            <a:bodyPr wrap="none">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r>
                <a:rPr lang="en-US" altLang="en-US" sz="2800">
                  <a:latin typeface="+mj-lt"/>
                </a:rPr>
                <a:t>T</a:t>
              </a:r>
              <a:r>
                <a:rPr lang="en-US" altLang="en-US" sz="2800" baseline="-25000">
                  <a:latin typeface="+mj-lt"/>
                </a:rPr>
                <a:t>0</a:t>
              </a:r>
            </a:p>
          </p:txBody>
        </p:sp>
        <p:sp>
          <p:nvSpPr>
            <p:cNvPr id="98" name="Text Box 14"/>
            <p:cNvSpPr txBox="1">
              <a:spLocks noChangeArrowheads="1"/>
            </p:cNvSpPr>
            <p:nvPr/>
          </p:nvSpPr>
          <p:spPr bwMode="auto">
            <a:xfrm>
              <a:off x="6553200" y="3800476"/>
              <a:ext cx="490840" cy="523220"/>
            </a:xfrm>
            <a:prstGeom prst="rect">
              <a:avLst/>
            </a:prstGeom>
            <a:noFill/>
            <a:ln w="25400">
              <a:noFill/>
              <a:miter lim="800000"/>
              <a:headEnd/>
              <a:tailEnd type="none" w="lg" len="lg"/>
            </a:ln>
          </p:spPr>
          <p:txBody>
            <a:bodyPr wrap="none">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r>
                <a:rPr lang="en-US" altLang="en-US" sz="2800" dirty="0" smtClean="0">
                  <a:latin typeface="+mj-lt"/>
                </a:rPr>
                <a:t>T</a:t>
              </a:r>
              <a:r>
                <a:rPr lang="en-US" altLang="en-US" sz="2800" baseline="-25000" dirty="0">
                  <a:latin typeface="+mj-lt"/>
                </a:rPr>
                <a:t>3</a:t>
              </a:r>
            </a:p>
          </p:txBody>
        </p:sp>
        <p:grpSp>
          <p:nvGrpSpPr>
            <p:cNvPr id="101" name="Group 17"/>
            <p:cNvGrpSpPr>
              <a:grpSpLocks/>
            </p:cNvGrpSpPr>
            <p:nvPr/>
          </p:nvGrpSpPr>
          <p:grpSpPr bwMode="auto">
            <a:xfrm>
              <a:off x="3833810" y="3860804"/>
              <a:ext cx="762000" cy="844551"/>
              <a:chOff x="1920" y="2784"/>
              <a:chExt cx="480" cy="532"/>
            </a:xfrm>
          </p:grpSpPr>
          <p:sp>
            <p:nvSpPr>
              <p:cNvPr id="102" name="AutoShape 18"/>
              <p:cNvSpPr>
                <a:spLocks/>
              </p:cNvSpPr>
              <p:nvPr/>
            </p:nvSpPr>
            <p:spPr bwMode="auto">
              <a:xfrm rot="5400000">
                <a:off x="2088" y="2664"/>
                <a:ext cx="192" cy="432"/>
              </a:xfrm>
              <a:prstGeom prst="rightBrace">
                <a:avLst>
                  <a:gd name="adj1" fmla="val 18750"/>
                  <a:gd name="adj2" fmla="val 50000"/>
                </a:avLst>
              </a:prstGeom>
              <a:noFill/>
              <a:ln w="25400">
                <a:solidFill>
                  <a:schemeClr val="tx1"/>
                </a:solidFill>
                <a:round/>
                <a:headEnd/>
                <a:tailEnd type="none" w="lg" len="lg"/>
              </a:ln>
            </p:spPr>
            <p:txBody>
              <a:bodyPr wrap="none" anchor="ct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pPr eaLnBrk="1" hangingPunct="1"/>
                <a:endParaRPr lang="en-US" altLang="en-US">
                  <a:latin typeface="+mj-lt"/>
                </a:endParaRPr>
              </a:p>
            </p:txBody>
          </p:sp>
          <p:sp>
            <p:nvSpPr>
              <p:cNvPr id="103" name="Text Box 19"/>
              <p:cNvSpPr txBox="1">
                <a:spLocks noChangeArrowheads="1"/>
              </p:cNvSpPr>
              <p:nvPr/>
            </p:nvSpPr>
            <p:spPr bwMode="auto">
              <a:xfrm>
                <a:off x="1920" y="2986"/>
                <a:ext cx="382" cy="330"/>
              </a:xfrm>
              <a:prstGeom prst="rect">
                <a:avLst/>
              </a:prstGeom>
              <a:noFill/>
              <a:ln w="25400">
                <a:noFill/>
                <a:miter lim="800000"/>
                <a:headEnd/>
                <a:tailEnd type="none" w="lg" len="lg"/>
              </a:ln>
            </p:spPr>
            <p:txBody>
              <a:bodyPr wrap="none">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r>
                  <a:rPr lang="el-GR" sz="2800" dirty="0">
                    <a:latin typeface="+mj-lt"/>
                  </a:rPr>
                  <a:t> </a:t>
                </a:r>
                <a:r>
                  <a:rPr lang="el-GR" sz="2800" dirty="0" smtClean="0">
                    <a:latin typeface="+mj-lt"/>
                  </a:rPr>
                  <a:t>Δ</a:t>
                </a:r>
                <a:r>
                  <a:rPr lang="en-IN" sz="2800" baseline="-25000" dirty="0" smtClean="0">
                    <a:latin typeface="+mj-lt"/>
                  </a:rPr>
                  <a:t>1</a:t>
                </a:r>
                <a:endParaRPr lang="en-US" altLang="en-US" sz="2800" baseline="-25000" dirty="0">
                  <a:latin typeface="+mj-lt"/>
                </a:endParaRPr>
              </a:p>
            </p:txBody>
          </p:sp>
        </p:grpSp>
        <p:sp>
          <p:nvSpPr>
            <p:cNvPr id="105" name="AutoShape 21"/>
            <p:cNvSpPr>
              <a:spLocks/>
            </p:cNvSpPr>
            <p:nvPr/>
          </p:nvSpPr>
          <p:spPr bwMode="auto">
            <a:xfrm rot="5400000">
              <a:off x="6081709" y="3670299"/>
              <a:ext cx="304800" cy="685800"/>
            </a:xfrm>
            <a:prstGeom prst="rightBrace">
              <a:avLst>
                <a:gd name="adj1" fmla="val 18750"/>
                <a:gd name="adj2" fmla="val 50000"/>
              </a:avLst>
            </a:prstGeom>
            <a:noFill/>
            <a:ln w="25400">
              <a:solidFill>
                <a:schemeClr val="tx1"/>
              </a:solidFill>
              <a:round/>
              <a:headEnd/>
              <a:tailEnd type="none" w="lg" len="lg"/>
            </a:ln>
          </p:spPr>
          <p:txBody>
            <a:bodyPr wrap="none" anchor="ct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pPr eaLnBrk="1" hangingPunct="1"/>
              <a:endParaRPr lang="en-US" altLang="en-US">
                <a:latin typeface="+mj-lt"/>
              </a:endParaRPr>
            </a:p>
          </p:txBody>
        </p:sp>
        <p:sp>
          <p:nvSpPr>
            <p:cNvPr id="107" name="Line 23"/>
            <p:cNvSpPr>
              <a:spLocks noChangeShapeType="1"/>
            </p:cNvSpPr>
            <p:nvPr/>
          </p:nvSpPr>
          <p:spPr bwMode="auto">
            <a:xfrm flipV="1">
              <a:off x="4595812" y="2870201"/>
              <a:ext cx="0" cy="914400"/>
            </a:xfrm>
            <a:prstGeom prst="line">
              <a:avLst/>
            </a:prstGeom>
            <a:noFill/>
            <a:ln w="31750">
              <a:solidFill>
                <a:schemeClr val="tx1"/>
              </a:solidFill>
              <a:prstDash val="dash"/>
              <a:round/>
              <a:headEnd/>
              <a:tailEnd type="none" w="lg" len="lg"/>
            </a:ln>
          </p:spPr>
          <p:txBody>
            <a:bodyPr/>
            <a:lstStyle/>
            <a:p>
              <a:pPr>
                <a:defRPr/>
              </a:pPr>
              <a:endParaRPr lang="en-US">
                <a:latin typeface="+mj-lt"/>
                <a:ea typeface="+mn-ea"/>
              </a:endParaRPr>
            </a:p>
          </p:txBody>
        </p:sp>
        <p:sp>
          <p:nvSpPr>
            <p:cNvPr id="108" name="Line 24"/>
            <p:cNvSpPr>
              <a:spLocks noChangeShapeType="1"/>
            </p:cNvSpPr>
            <p:nvPr/>
          </p:nvSpPr>
          <p:spPr bwMode="auto">
            <a:xfrm flipV="1">
              <a:off x="5891212" y="2870201"/>
              <a:ext cx="0" cy="914400"/>
            </a:xfrm>
            <a:prstGeom prst="line">
              <a:avLst/>
            </a:prstGeom>
            <a:noFill/>
            <a:ln w="31750">
              <a:solidFill>
                <a:schemeClr val="tx1"/>
              </a:solidFill>
              <a:prstDash val="dash"/>
              <a:round/>
              <a:headEnd/>
              <a:tailEnd type="none" w="lg" len="lg"/>
            </a:ln>
          </p:spPr>
          <p:txBody>
            <a:bodyPr/>
            <a:lstStyle/>
            <a:p>
              <a:pPr>
                <a:defRPr/>
              </a:pPr>
              <a:endParaRPr lang="en-US">
                <a:latin typeface="+mj-lt"/>
                <a:ea typeface="+mn-ea"/>
              </a:endParaRPr>
            </a:p>
          </p:txBody>
        </p:sp>
        <p:sp>
          <p:nvSpPr>
            <p:cNvPr id="128" name="Text Box 13"/>
            <p:cNvSpPr txBox="1">
              <a:spLocks noChangeArrowheads="1"/>
            </p:cNvSpPr>
            <p:nvPr/>
          </p:nvSpPr>
          <p:spPr bwMode="auto">
            <a:xfrm>
              <a:off x="4194966" y="2254906"/>
              <a:ext cx="490840" cy="523220"/>
            </a:xfrm>
            <a:prstGeom prst="rect">
              <a:avLst/>
            </a:prstGeom>
            <a:noFill/>
            <a:ln w="25400">
              <a:noFill/>
              <a:miter lim="800000"/>
              <a:headEnd/>
              <a:tailEnd type="none" w="lg" len="lg"/>
            </a:ln>
          </p:spPr>
          <p:txBody>
            <a:bodyPr wrap="none">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r>
                <a:rPr lang="en-US" altLang="en-US" sz="2800" dirty="0" smtClean="0">
                  <a:latin typeface="+mj-lt"/>
                </a:rPr>
                <a:t>T</a:t>
              </a:r>
              <a:r>
                <a:rPr lang="en-US" altLang="en-US" sz="2800" baseline="-25000" dirty="0">
                  <a:latin typeface="+mj-lt"/>
                </a:rPr>
                <a:t>1</a:t>
              </a:r>
            </a:p>
          </p:txBody>
        </p:sp>
        <p:sp>
          <p:nvSpPr>
            <p:cNvPr id="129" name="Text Box 13"/>
            <p:cNvSpPr txBox="1">
              <a:spLocks noChangeArrowheads="1"/>
            </p:cNvSpPr>
            <p:nvPr/>
          </p:nvSpPr>
          <p:spPr bwMode="auto">
            <a:xfrm>
              <a:off x="5625927" y="2293802"/>
              <a:ext cx="490840" cy="523220"/>
            </a:xfrm>
            <a:prstGeom prst="rect">
              <a:avLst/>
            </a:prstGeom>
            <a:noFill/>
            <a:ln w="25400">
              <a:noFill/>
              <a:miter lim="800000"/>
              <a:headEnd/>
              <a:tailEnd type="none" w="lg" len="lg"/>
            </a:ln>
          </p:spPr>
          <p:txBody>
            <a:bodyPr wrap="none">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r>
                <a:rPr lang="en-US" altLang="en-US" sz="2800" dirty="0" smtClean="0">
                  <a:latin typeface="+mj-lt"/>
                </a:rPr>
                <a:t>T</a:t>
              </a:r>
              <a:r>
                <a:rPr lang="en-US" altLang="en-US" sz="2800" baseline="-25000" dirty="0">
                  <a:latin typeface="+mj-lt"/>
                </a:rPr>
                <a:t>2</a:t>
              </a:r>
            </a:p>
          </p:txBody>
        </p:sp>
        <p:sp>
          <p:nvSpPr>
            <p:cNvPr id="130" name="Text Box 19"/>
            <p:cNvSpPr txBox="1">
              <a:spLocks noChangeArrowheads="1"/>
            </p:cNvSpPr>
            <p:nvPr/>
          </p:nvSpPr>
          <p:spPr bwMode="auto">
            <a:xfrm>
              <a:off x="5871347" y="4160898"/>
              <a:ext cx="606256" cy="523220"/>
            </a:xfrm>
            <a:prstGeom prst="rect">
              <a:avLst/>
            </a:prstGeom>
            <a:noFill/>
            <a:ln w="25400">
              <a:noFill/>
              <a:miter lim="800000"/>
              <a:headEnd/>
              <a:tailEnd type="none" w="lg" len="lg"/>
            </a:ln>
          </p:spPr>
          <p:txBody>
            <a:bodyPr wrap="none">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r>
                <a:rPr lang="el-GR" sz="2800" dirty="0">
                  <a:latin typeface="+mj-lt"/>
                </a:rPr>
                <a:t> </a:t>
              </a:r>
              <a:r>
                <a:rPr lang="el-GR" sz="2800" dirty="0" smtClean="0">
                  <a:latin typeface="+mj-lt"/>
                </a:rPr>
                <a:t>Δ</a:t>
              </a:r>
              <a:r>
                <a:rPr lang="en-IN" sz="2800" baseline="-25000" dirty="0">
                  <a:latin typeface="+mj-lt"/>
                </a:rPr>
                <a:t>2</a:t>
              </a:r>
              <a:endParaRPr lang="en-US" altLang="en-US" sz="2800" baseline="-25000" dirty="0">
                <a:latin typeface="+mj-lt"/>
              </a:endParaRPr>
            </a:p>
          </p:txBody>
        </p:sp>
      </p:grpSp>
    </p:spTree>
    <p:extLst>
      <p:ext uri="{BB962C8B-B14F-4D97-AF65-F5344CB8AC3E}">
        <p14:creationId xmlns:p14="http://schemas.microsoft.com/office/powerpoint/2010/main" val="3098638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Network Time Protocol (NTP)</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r>
              <a:rPr lang="en-US" altLang="en-US" dirty="0"/>
              <a:t>NTP defines an architecture for a time service and a protocol to distribute time information over the </a:t>
            </a:r>
            <a:r>
              <a:rPr lang="en-US" altLang="en-US" dirty="0" smtClean="0"/>
              <a:t>Internet</a:t>
            </a:r>
            <a:endParaRPr lang="en-US" altLang="en-US" dirty="0"/>
          </a:p>
          <a:p>
            <a:r>
              <a:rPr lang="en-US" altLang="en-US" dirty="0"/>
              <a:t>In NTP, servers are connected in a logical hierarchy called </a:t>
            </a:r>
            <a:r>
              <a:rPr lang="en-US" altLang="en-US" i="1" dirty="0"/>
              <a:t>synchronization </a:t>
            </a:r>
            <a:r>
              <a:rPr lang="en-US" altLang="en-US" i="1" dirty="0" smtClean="0"/>
              <a:t>subnet</a:t>
            </a:r>
            <a:endParaRPr lang="en-US" altLang="en-US" dirty="0"/>
          </a:p>
          <a:p>
            <a:r>
              <a:rPr lang="en-US" altLang="en-US" dirty="0"/>
              <a:t>The levels of synchronization subnet is called </a:t>
            </a:r>
            <a:r>
              <a:rPr lang="en-US" altLang="en-US" i="1" dirty="0"/>
              <a:t>strata</a:t>
            </a:r>
          </a:p>
          <a:p>
            <a:pPr marL="714375" lvl="2" indent="-357188">
              <a:defRPr/>
            </a:pPr>
            <a:r>
              <a:rPr lang="en-US" altLang="en-US" sz="2400" dirty="0"/>
              <a:t>Stratum 1 servers have most </a:t>
            </a:r>
            <a:r>
              <a:rPr lang="en-US" altLang="en-US" sz="2400" dirty="0">
                <a:solidFill>
                  <a:schemeClr val="accent6"/>
                </a:solidFill>
              </a:rPr>
              <a:t>accurate time information </a:t>
            </a:r>
            <a:r>
              <a:rPr lang="en-US" altLang="en-US" sz="2400" dirty="0"/>
              <a:t>(connected to a UTC receiver)</a:t>
            </a:r>
          </a:p>
          <a:p>
            <a:pPr marL="714375" lvl="2" indent="-357188">
              <a:defRPr/>
            </a:pPr>
            <a:r>
              <a:rPr lang="en-US" altLang="en-US" sz="2400" dirty="0"/>
              <a:t>Servers in each stratum act as </a:t>
            </a:r>
            <a:r>
              <a:rPr lang="en-US" altLang="en-US" sz="2400" dirty="0">
                <a:solidFill>
                  <a:schemeClr val="accent6"/>
                </a:solidFill>
              </a:rPr>
              <a:t>time servers </a:t>
            </a:r>
            <a:r>
              <a:rPr lang="en-US" altLang="en-US" sz="2400" dirty="0"/>
              <a:t>to the servers in the lower stratum</a:t>
            </a:r>
          </a:p>
        </p:txBody>
      </p:sp>
    </p:spTree>
    <p:extLst>
      <p:ext uri="{BB962C8B-B14F-4D97-AF65-F5344CB8AC3E}">
        <p14:creationId xmlns:p14="http://schemas.microsoft.com/office/powerpoint/2010/main" val="3005272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Hierarchical organization of NTP Servers</a:t>
            </a:r>
          </a:p>
        </p:txBody>
      </p:sp>
      <p:sp>
        <p:nvSpPr>
          <p:cNvPr id="9" name="Freeform 8"/>
          <p:cNvSpPr/>
          <p:nvPr/>
        </p:nvSpPr>
        <p:spPr>
          <a:xfrm>
            <a:off x="3041738" y="1181114"/>
            <a:ext cx="9019083" cy="1008024"/>
          </a:xfrm>
          <a:custGeom>
            <a:avLst/>
            <a:gdLst>
              <a:gd name="connsiteX0" fmla="*/ 107887 w 647311"/>
              <a:gd name="connsiteY0" fmla="*/ 0 h 6205726"/>
              <a:gd name="connsiteX1" fmla="*/ 539424 w 647311"/>
              <a:gd name="connsiteY1" fmla="*/ 0 h 6205726"/>
              <a:gd name="connsiteX2" fmla="*/ 647311 w 647311"/>
              <a:gd name="connsiteY2" fmla="*/ 107887 h 6205726"/>
              <a:gd name="connsiteX3" fmla="*/ 647311 w 647311"/>
              <a:gd name="connsiteY3" fmla="*/ 6205726 h 6205726"/>
              <a:gd name="connsiteX4" fmla="*/ 647311 w 647311"/>
              <a:gd name="connsiteY4" fmla="*/ 6205726 h 6205726"/>
              <a:gd name="connsiteX5" fmla="*/ 0 w 647311"/>
              <a:gd name="connsiteY5" fmla="*/ 6205726 h 6205726"/>
              <a:gd name="connsiteX6" fmla="*/ 0 w 647311"/>
              <a:gd name="connsiteY6" fmla="*/ 6205726 h 6205726"/>
              <a:gd name="connsiteX7" fmla="*/ 0 w 647311"/>
              <a:gd name="connsiteY7" fmla="*/ 107887 h 6205726"/>
              <a:gd name="connsiteX8" fmla="*/ 107887 w 647311"/>
              <a:gd name="connsiteY8" fmla="*/ 0 h 6205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7311" h="6205726">
                <a:moveTo>
                  <a:pt x="647311" y="1034308"/>
                </a:moveTo>
                <a:lnTo>
                  <a:pt x="647311" y="5171418"/>
                </a:lnTo>
                <a:cubicBezTo>
                  <a:pt x="647311" y="5742644"/>
                  <a:pt x="642273" y="6205721"/>
                  <a:pt x="636057" y="6205721"/>
                </a:cubicBezTo>
                <a:lnTo>
                  <a:pt x="0" y="6205721"/>
                </a:lnTo>
                <a:lnTo>
                  <a:pt x="0" y="6205721"/>
                </a:lnTo>
                <a:lnTo>
                  <a:pt x="0" y="5"/>
                </a:lnTo>
                <a:lnTo>
                  <a:pt x="0" y="5"/>
                </a:lnTo>
                <a:lnTo>
                  <a:pt x="636057" y="5"/>
                </a:lnTo>
                <a:cubicBezTo>
                  <a:pt x="642273" y="5"/>
                  <a:pt x="647311" y="463082"/>
                  <a:pt x="647311" y="1034308"/>
                </a:cubicBezTo>
                <a:close/>
              </a:path>
            </a:pathLst>
          </a:custGeom>
          <a:solidFill>
            <a:schemeClr val="bg1">
              <a:lumMod val="85000"/>
            </a:schemeClr>
          </a:solidFill>
          <a:ln>
            <a:noFill/>
          </a:ln>
          <a:effectLst/>
          <a:scene3d>
            <a:camera prst="orthographicFront"/>
            <a:lightRig rig="flat" dir="t"/>
          </a:scene3d>
          <a:sp3d extrusionH="12700" prstMaterial="plastic"/>
        </p:spPr>
        <p:style>
          <a:lnRef idx="1">
            <a:schemeClr val="accent2">
              <a:alpha val="90000"/>
              <a:tint val="40000"/>
              <a:hueOff val="0"/>
              <a:satOff val="0"/>
              <a:lumOff val="0"/>
              <a:alphaOff val="0"/>
            </a:schemeClr>
          </a:lnRef>
          <a:fillRef idx="1">
            <a:schemeClr val="accent2">
              <a:alpha val="90000"/>
              <a:tint val="40000"/>
              <a:hueOff val="0"/>
              <a:satOff val="0"/>
              <a:lumOff val="0"/>
              <a:alphaOff val="0"/>
            </a:schemeClr>
          </a:fillRef>
          <a:effectRef idx="2">
            <a:schemeClr val="accent2">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47651" tIns="155424" rIns="279249" bIns="155425" numCol="1" spcCol="1270" anchor="ctr" anchorCtr="0">
            <a:noAutofit/>
          </a:bodyPr>
          <a:lstStyle/>
          <a:p>
            <a:pPr marL="228600" lvl="1" indent="-228600" algn="l" defTabSz="1066800">
              <a:lnSpc>
                <a:spcPct val="90000"/>
              </a:lnSpc>
              <a:spcBef>
                <a:spcPct val="0"/>
              </a:spcBef>
              <a:spcAft>
                <a:spcPct val="15000"/>
              </a:spcAft>
              <a:buChar char="••"/>
            </a:pPr>
            <a:r>
              <a:rPr lang="en-US" sz="2400" kern="1200" dirty="0"/>
              <a:t>This stratum contains the </a:t>
            </a:r>
            <a:r>
              <a:rPr lang="en-US" sz="2400" i="1" kern="1200" dirty="0"/>
              <a:t>primary servers</a:t>
            </a:r>
            <a:r>
              <a:rPr lang="en-US" sz="2400" kern="1200" dirty="0"/>
              <a:t> that are directly connected to the UTC receivers</a:t>
            </a:r>
          </a:p>
        </p:txBody>
      </p:sp>
      <p:sp>
        <p:nvSpPr>
          <p:cNvPr id="11" name="Freeform 10"/>
          <p:cNvSpPr/>
          <p:nvPr/>
        </p:nvSpPr>
        <p:spPr>
          <a:xfrm>
            <a:off x="3041738" y="2526969"/>
            <a:ext cx="9019083" cy="728261"/>
          </a:xfrm>
          <a:custGeom>
            <a:avLst/>
            <a:gdLst>
              <a:gd name="connsiteX0" fmla="*/ 107887 w 647311"/>
              <a:gd name="connsiteY0" fmla="*/ 0 h 6205726"/>
              <a:gd name="connsiteX1" fmla="*/ 539424 w 647311"/>
              <a:gd name="connsiteY1" fmla="*/ 0 h 6205726"/>
              <a:gd name="connsiteX2" fmla="*/ 647311 w 647311"/>
              <a:gd name="connsiteY2" fmla="*/ 107887 h 6205726"/>
              <a:gd name="connsiteX3" fmla="*/ 647311 w 647311"/>
              <a:gd name="connsiteY3" fmla="*/ 6205726 h 6205726"/>
              <a:gd name="connsiteX4" fmla="*/ 647311 w 647311"/>
              <a:gd name="connsiteY4" fmla="*/ 6205726 h 6205726"/>
              <a:gd name="connsiteX5" fmla="*/ 0 w 647311"/>
              <a:gd name="connsiteY5" fmla="*/ 6205726 h 6205726"/>
              <a:gd name="connsiteX6" fmla="*/ 0 w 647311"/>
              <a:gd name="connsiteY6" fmla="*/ 6205726 h 6205726"/>
              <a:gd name="connsiteX7" fmla="*/ 0 w 647311"/>
              <a:gd name="connsiteY7" fmla="*/ 107887 h 6205726"/>
              <a:gd name="connsiteX8" fmla="*/ 107887 w 647311"/>
              <a:gd name="connsiteY8" fmla="*/ 0 h 6205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7311" h="6205726">
                <a:moveTo>
                  <a:pt x="647311" y="1034308"/>
                </a:moveTo>
                <a:lnTo>
                  <a:pt x="647311" y="5171418"/>
                </a:lnTo>
                <a:cubicBezTo>
                  <a:pt x="647311" y="5742644"/>
                  <a:pt x="642273" y="6205721"/>
                  <a:pt x="636057" y="6205721"/>
                </a:cubicBezTo>
                <a:lnTo>
                  <a:pt x="0" y="6205721"/>
                </a:lnTo>
                <a:lnTo>
                  <a:pt x="0" y="6205721"/>
                </a:lnTo>
                <a:lnTo>
                  <a:pt x="0" y="5"/>
                </a:lnTo>
                <a:lnTo>
                  <a:pt x="0" y="5"/>
                </a:lnTo>
                <a:lnTo>
                  <a:pt x="636057" y="5"/>
                </a:lnTo>
                <a:cubicBezTo>
                  <a:pt x="642273" y="5"/>
                  <a:pt x="647311" y="463082"/>
                  <a:pt x="647311" y="1034308"/>
                </a:cubicBezTo>
                <a:close/>
              </a:path>
            </a:pathLst>
          </a:custGeom>
          <a:solidFill>
            <a:schemeClr val="bg1">
              <a:lumMod val="85000"/>
            </a:schemeClr>
          </a:solidFill>
          <a:ln>
            <a:noFill/>
          </a:ln>
          <a:effectLst/>
        </p:spPr>
        <p:style>
          <a:lnRef idx="1">
            <a:schemeClr val="accent2">
              <a:alpha val="90000"/>
              <a:tint val="40000"/>
              <a:hueOff val="0"/>
              <a:satOff val="0"/>
              <a:lumOff val="0"/>
              <a:alphaOff val="0"/>
            </a:schemeClr>
          </a:lnRef>
          <a:fillRef idx="1">
            <a:schemeClr val="accent2">
              <a:alpha val="90000"/>
              <a:tint val="40000"/>
              <a:hueOff val="0"/>
              <a:satOff val="0"/>
              <a:lumOff val="0"/>
              <a:alphaOff val="0"/>
            </a:schemeClr>
          </a:fillRef>
          <a:effectRef idx="2">
            <a:schemeClr val="accent2">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47651" tIns="155424" rIns="279249" bIns="155425" numCol="1" spcCol="1270" anchor="ctr" anchorCtr="0">
            <a:noAutofit/>
          </a:bodyPr>
          <a:lstStyle/>
          <a:p>
            <a:pPr marL="228600" lvl="1" indent="-228600" algn="l" defTabSz="1066800">
              <a:lnSpc>
                <a:spcPct val="90000"/>
              </a:lnSpc>
              <a:spcBef>
                <a:spcPct val="0"/>
              </a:spcBef>
              <a:spcAft>
                <a:spcPct val="15000"/>
              </a:spcAft>
              <a:buChar char="••"/>
            </a:pPr>
            <a:r>
              <a:rPr lang="en-US" sz="2400" kern="1200" dirty="0"/>
              <a:t>Stratum 2 are secondary servers that are synchronized directly with primary servers</a:t>
            </a:r>
          </a:p>
        </p:txBody>
      </p:sp>
      <p:sp>
        <p:nvSpPr>
          <p:cNvPr id="13" name="Freeform 12"/>
          <p:cNvSpPr/>
          <p:nvPr/>
        </p:nvSpPr>
        <p:spPr>
          <a:xfrm>
            <a:off x="3041738" y="3631146"/>
            <a:ext cx="9019083" cy="647312"/>
          </a:xfrm>
          <a:custGeom>
            <a:avLst/>
            <a:gdLst>
              <a:gd name="connsiteX0" fmla="*/ 107887 w 647311"/>
              <a:gd name="connsiteY0" fmla="*/ 0 h 6205726"/>
              <a:gd name="connsiteX1" fmla="*/ 539424 w 647311"/>
              <a:gd name="connsiteY1" fmla="*/ 0 h 6205726"/>
              <a:gd name="connsiteX2" fmla="*/ 647311 w 647311"/>
              <a:gd name="connsiteY2" fmla="*/ 107887 h 6205726"/>
              <a:gd name="connsiteX3" fmla="*/ 647311 w 647311"/>
              <a:gd name="connsiteY3" fmla="*/ 6205726 h 6205726"/>
              <a:gd name="connsiteX4" fmla="*/ 647311 w 647311"/>
              <a:gd name="connsiteY4" fmla="*/ 6205726 h 6205726"/>
              <a:gd name="connsiteX5" fmla="*/ 0 w 647311"/>
              <a:gd name="connsiteY5" fmla="*/ 6205726 h 6205726"/>
              <a:gd name="connsiteX6" fmla="*/ 0 w 647311"/>
              <a:gd name="connsiteY6" fmla="*/ 6205726 h 6205726"/>
              <a:gd name="connsiteX7" fmla="*/ 0 w 647311"/>
              <a:gd name="connsiteY7" fmla="*/ 107887 h 6205726"/>
              <a:gd name="connsiteX8" fmla="*/ 107887 w 647311"/>
              <a:gd name="connsiteY8" fmla="*/ 0 h 6205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7311" h="6205726">
                <a:moveTo>
                  <a:pt x="647311" y="1034308"/>
                </a:moveTo>
                <a:lnTo>
                  <a:pt x="647311" y="5171418"/>
                </a:lnTo>
                <a:cubicBezTo>
                  <a:pt x="647311" y="5742644"/>
                  <a:pt x="642273" y="6205721"/>
                  <a:pt x="636057" y="6205721"/>
                </a:cubicBezTo>
                <a:lnTo>
                  <a:pt x="0" y="6205721"/>
                </a:lnTo>
                <a:lnTo>
                  <a:pt x="0" y="6205721"/>
                </a:lnTo>
                <a:lnTo>
                  <a:pt x="0" y="5"/>
                </a:lnTo>
                <a:lnTo>
                  <a:pt x="0" y="5"/>
                </a:lnTo>
                <a:lnTo>
                  <a:pt x="636057" y="5"/>
                </a:lnTo>
                <a:cubicBezTo>
                  <a:pt x="642273" y="5"/>
                  <a:pt x="647311" y="463082"/>
                  <a:pt x="647311" y="1034308"/>
                </a:cubicBezTo>
                <a:close/>
              </a:path>
            </a:pathLst>
          </a:custGeom>
          <a:solidFill>
            <a:schemeClr val="bg1">
              <a:lumMod val="85000"/>
            </a:schemeClr>
          </a:solidFill>
          <a:ln>
            <a:noFill/>
          </a:ln>
          <a:effectLst/>
        </p:spPr>
        <p:style>
          <a:lnRef idx="1">
            <a:schemeClr val="accent2">
              <a:alpha val="90000"/>
              <a:tint val="40000"/>
              <a:hueOff val="0"/>
              <a:satOff val="0"/>
              <a:lumOff val="0"/>
              <a:alphaOff val="0"/>
            </a:schemeClr>
          </a:lnRef>
          <a:fillRef idx="1">
            <a:schemeClr val="accent2">
              <a:alpha val="90000"/>
              <a:tint val="40000"/>
              <a:hueOff val="0"/>
              <a:satOff val="0"/>
              <a:lumOff val="0"/>
              <a:alphaOff val="0"/>
            </a:schemeClr>
          </a:fillRef>
          <a:effectRef idx="2">
            <a:schemeClr val="accent2">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47651" tIns="155424" rIns="279249" bIns="155425" numCol="1" spcCol="1270" anchor="ctr" anchorCtr="0">
            <a:noAutofit/>
          </a:bodyPr>
          <a:lstStyle/>
          <a:p>
            <a:pPr marL="228600" lvl="1" indent="-228600" algn="l" defTabSz="1066800">
              <a:lnSpc>
                <a:spcPct val="90000"/>
              </a:lnSpc>
              <a:spcBef>
                <a:spcPct val="0"/>
              </a:spcBef>
              <a:spcAft>
                <a:spcPct val="15000"/>
              </a:spcAft>
              <a:buChar char="••"/>
            </a:pPr>
            <a:r>
              <a:rPr lang="en-US" sz="2400" kern="1200" dirty="0"/>
              <a:t>Stratum 3 synchronizes with Stratum 2 servers</a:t>
            </a:r>
          </a:p>
        </p:txBody>
      </p:sp>
      <p:sp>
        <p:nvSpPr>
          <p:cNvPr id="15" name="Freeform 14"/>
          <p:cNvSpPr/>
          <p:nvPr/>
        </p:nvSpPr>
        <p:spPr>
          <a:xfrm>
            <a:off x="3041738" y="5086193"/>
            <a:ext cx="9019083" cy="762157"/>
          </a:xfrm>
          <a:custGeom>
            <a:avLst/>
            <a:gdLst>
              <a:gd name="connsiteX0" fmla="*/ 107887 w 647311"/>
              <a:gd name="connsiteY0" fmla="*/ 0 h 6205726"/>
              <a:gd name="connsiteX1" fmla="*/ 539424 w 647311"/>
              <a:gd name="connsiteY1" fmla="*/ 0 h 6205726"/>
              <a:gd name="connsiteX2" fmla="*/ 647311 w 647311"/>
              <a:gd name="connsiteY2" fmla="*/ 107887 h 6205726"/>
              <a:gd name="connsiteX3" fmla="*/ 647311 w 647311"/>
              <a:gd name="connsiteY3" fmla="*/ 6205726 h 6205726"/>
              <a:gd name="connsiteX4" fmla="*/ 647311 w 647311"/>
              <a:gd name="connsiteY4" fmla="*/ 6205726 h 6205726"/>
              <a:gd name="connsiteX5" fmla="*/ 0 w 647311"/>
              <a:gd name="connsiteY5" fmla="*/ 6205726 h 6205726"/>
              <a:gd name="connsiteX6" fmla="*/ 0 w 647311"/>
              <a:gd name="connsiteY6" fmla="*/ 6205726 h 6205726"/>
              <a:gd name="connsiteX7" fmla="*/ 0 w 647311"/>
              <a:gd name="connsiteY7" fmla="*/ 107887 h 6205726"/>
              <a:gd name="connsiteX8" fmla="*/ 107887 w 647311"/>
              <a:gd name="connsiteY8" fmla="*/ 0 h 6205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7311" h="6205726">
                <a:moveTo>
                  <a:pt x="647311" y="1034308"/>
                </a:moveTo>
                <a:lnTo>
                  <a:pt x="647311" y="5171418"/>
                </a:lnTo>
                <a:cubicBezTo>
                  <a:pt x="647311" y="5742644"/>
                  <a:pt x="642273" y="6205721"/>
                  <a:pt x="636057" y="6205721"/>
                </a:cubicBezTo>
                <a:lnTo>
                  <a:pt x="0" y="6205721"/>
                </a:lnTo>
                <a:lnTo>
                  <a:pt x="0" y="6205721"/>
                </a:lnTo>
                <a:lnTo>
                  <a:pt x="0" y="5"/>
                </a:lnTo>
                <a:lnTo>
                  <a:pt x="0" y="5"/>
                </a:lnTo>
                <a:lnTo>
                  <a:pt x="636057" y="5"/>
                </a:lnTo>
                <a:cubicBezTo>
                  <a:pt x="642273" y="5"/>
                  <a:pt x="647311" y="463082"/>
                  <a:pt x="647311" y="1034308"/>
                </a:cubicBezTo>
                <a:close/>
              </a:path>
            </a:pathLst>
          </a:custGeom>
          <a:solidFill>
            <a:schemeClr val="bg1">
              <a:lumMod val="85000"/>
            </a:schemeClr>
          </a:solidFill>
          <a:ln>
            <a:noFill/>
          </a:ln>
          <a:effectLst/>
        </p:spPr>
        <p:style>
          <a:lnRef idx="1">
            <a:schemeClr val="accent2">
              <a:alpha val="90000"/>
              <a:tint val="40000"/>
              <a:hueOff val="0"/>
              <a:satOff val="0"/>
              <a:lumOff val="0"/>
              <a:alphaOff val="0"/>
            </a:schemeClr>
          </a:lnRef>
          <a:fillRef idx="1">
            <a:schemeClr val="accent2">
              <a:alpha val="90000"/>
              <a:tint val="40000"/>
              <a:hueOff val="0"/>
              <a:satOff val="0"/>
              <a:lumOff val="0"/>
              <a:alphaOff val="0"/>
            </a:schemeClr>
          </a:fillRef>
          <a:effectRef idx="2">
            <a:schemeClr val="accent2">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47651" tIns="155425" rIns="279249" bIns="155424" numCol="1" spcCol="1270" anchor="ctr" anchorCtr="0">
            <a:noAutofit/>
          </a:bodyPr>
          <a:lstStyle/>
          <a:p>
            <a:pPr marL="228600" lvl="1" indent="-228600" algn="l" defTabSz="1066800">
              <a:lnSpc>
                <a:spcPct val="90000"/>
              </a:lnSpc>
              <a:spcBef>
                <a:spcPct val="0"/>
              </a:spcBef>
              <a:spcAft>
                <a:spcPct val="15000"/>
              </a:spcAft>
              <a:buChar char="••"/>
            </a:pPr>
            <a:r>
              <a:rPr lang="en-US" sz="2400" kern="1200" dirty="0"/>
              <a:t>End user computers synchronize with the servers in the upper layer stratum</a:t>
            </a:r>
          </a:p>
        </p:txBody>
      </p:sp>
      <p:grpSp>
        <p:nvGrpSpPr>
          <p:cNvPr id="17" name="Group 16"/>
          <p:cNvGrpSpPr/>
          <p:nvPr/>
        </p:nvGrpSpPr>
        <p:grpSpPr>
          <a:xfrm>
            <a:off x="1552543" y="1101405"/>
            <a:ext cx="1487926" cy="4746944"/>
            <a:chOff x="1552543" y="1101405"/>
            <a:chExt cx="1487926" cy="4746944"/>
          </a:xfrm>
        </p:grpSpPr>
        <p:sp>
          <p:nvSpPr>
            <p:cNvPr id="10" name="Freeform 9"/>
            <p:cNvSpPr/>
            <p:nvPr/>
          </p:nvSpPr>
          <p:spPr>
            <a:xfrm>
              <a:off x="1552543" y="1101405"/>
              <a:ext cx="1487926" cy="1182900"/>
            </a:xfrm>
            <a:custGeom>
              <a:avLst/>
              <a:gdLst>
                <a:gd name="connsiteX0" fmla="*/ 0 w 1487926"/>
                <a:gd name="connsiteY0" fmla="*/ 222915 h 1337465"/>
                <a:gd name="connsiteX1" fmla="*/ 222915 w 1487926"/>
                <a:gd name="connsiteY1" fmla="*/ 0 h 1337465"/>
                <a:gd name="connsiteX2" fmla="*/ 1265011 w 1487926"/>
                <a:gd name="connsiteY2" fmla="*/ 0 h 1337465"/>
                <a:gd name="connsiteX3" fmla="*/ 1487926 w 1487926"/>
                <a:gd name="connsiteY3" fmla="*/ 222915 h 1337465"/>
                <a:gd name="connsiteX4" fmla="*/ 1487926 w 1487926"/>
                <a:gd name="connsiteY4" fmla="*/ 1114550 h 1337465"/>
                <a:gd name="connsiteX5" fmla="*/ 1265011 w 1487926"/>
                <a:gd name="connsiteY5" fmla="*/ 1337465 h 1337465"/>
                <a:gd name="connsiteX6" fmla="*/ 222915 w 1487926"/>
                <a:gd name="connsiteY6" fmla="*/ 1337465 h 1337465"/>
                <a:gd name="connsiteX7" fmla="*/ 0 w 1487926"/>
                <a:gd name="connsiteY7" fmla="*/ 1114550 h 1337465"/>
                <a:gd name="connsiteX8" fmla="*/ 0 w 1487926"/>
                <a:gd name="connsiteY8" fmla="*/ 222915 h 13374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87926" h="1337465">
                  <a:moveTo>
                    <a:pt x="0" y="222915"/>
                  </a:moveTo>
                  <a:cubicBezTo>
                    <a:pt x="0" y="99802"/>
                    <a:pt x="99802" y="0"/>
                    <a:pt x="222915" y="0"/>
                  </a:cubicBezTo>
                  <a:lnTo>
                    <a:pt x="1265011" y="0"/>
                  </a:lnTo>
                  <a:cubicBezTo>
                    <a:pt x="1388124" y="0"/>
                    <a:pt x="1487926" y="99802"/>
                    <a:pt x="1487926" y="222915"/>
                  </a:cubicBezTo>
                  <a:lnTo>
                    <a:pt x="1487926" y="1114550"/>
                  </a:lnTo>
                  <a:cubicBezTo>
                    <a:pt x="1487926" y="1237663"/>
                    <a:pt x="1388124" y="1337465"/>
                    <a:pt x="1265011" y="1337465"/>
                  </a:cubicBezTo>
                  <a:lnTo>
                    <a:pt x="222915" y="1337465"/>
                  </a:lnTo>
                  <a:cubicBezTo>
                    <a:pt x="99802" y="1337465"/>
                    <a:pt x="0" y="1237663"/>
                    <a:pt x="0" y="1114550"/>
                  </a:cubicBezTo>
                  <a:lnTo>
                    <a:pt x="0" y="222915"/>
                  </a:lnTo>
                  <a:close/>
                </a:path>
              </a:pathLst>
            </a:custGeom>
            <a:solidFill>
              <a:srgbClr val="1D3064"/>
            </a:solidFill>
            <a:scene3d>
              <a:camera prst="orthographicFront"/>
              <a:lightRig rig="flat" dir="t"/>
            </a:scene3d>
            <a:sp3d prstMaterial="plastic">
              <a:bevelB w="88900" h="31750" prst="angle"/>
            </a:sp3d>
          </p:spPr>
          <p:style>
            <a:lnRef idx="0">
              <a:schemeClr val="lt1">
                <a:hueOff val="0"/>
                <a:satOff val="0"/>
                <a:lumOff val="0"/>
                <a:alphaOff val="0"/>
              </a:schemeClr>
            </a:lnRef>
            <a:fillRef idx="3">
              <a:scrgbClr r="0" g="0" b="0"/>
            </a:fillRef>
            <a:effectRef idx="2">
              <a:schemeClr val="accent2">
                <a:shade val="80000"/>
                <a:hueOff val="0"/>
                <a:satOff val="0"/>
                <a:lumOff val="0"/>
                <a:alphaOff val="0"/>
              </a:schemeClr>
            </a:effectRef>
            <a:fontRef idx="minor">
              <a:schemeClr val="lt1"/>
            </a:fontRef>
          </p:style>
          <p:txBody>
            <a:bodyPr spcFirstLastPara="0" vert="horz" wrap="square" lIns="133870" tIns="99580" rIns="133870" bIns="99580" numCol="1" spcCol="1270" anchor="ctr" anchorCtr="0">
              <a:noAutofit/>
            </a:bodyPr>
            <a:lstStyle/>
            <a:p>
              <a:pPr lvl="0" algn="ctr" defTabSz="800100">
                <a:lnSpc>
                  <a:spcPct val="90000"/>
                </a:lnSpc>
                <a:spcBef>
                  <a:spcPct val="0"/>
                </a:spcBef>
                <a:spcAft>
                  <a:spcPct val="35000"/>
                </a:spcAft>
              </a:pPr>
              <a:r>
                <a:rPr lang="en-US" sz="2400" kern="1200" dirty="0"/>
                <a:t>Stratum 1</a:t>
              </a:r>
            </a:p>
          </p:txBody>
        </p:sp>
        <p:sp>
          <p:nvSpPr>
            <p:cNvPr id="12" name="Freeform 11"/>
            <p:cNvSpPr/>
            <p:nvPr/>
          </p:nvSpPr>
          <p:spPr>
            <a:xfrm>
              <a:off x="1552543" y="2436548"/>
              <a:ext cx="1487926" cy="885343"/>
            </a:xfrm>
            <a:custGeom>
              <a:avLst/>
              <a:gdLst>
                <a:gd name="connsiteX0" fmla="*/ 0 w 1487926"/>
                <a:gd name="connsiteY0" fmla="*/ 134859 h 809138"/>
                <a:gd name="connsiteX1" fmla="*/ 134859 w 1487926"/>
                <a:gd name="connsiteY1" fmla="*/ 0 h 809138"/>
                <a:gd name="connsiteX2" fmla="*/ 1353067 w 1487926"/>
                <a:gd name="connsiteY2" fmla="*/ 0 h 809138"/>
                <a:gd name="connsiteX3" fmla="*/ 1487926 w 1487926"/>
                <a:gd name="connsiteY3" fmla="*/ 134859 h 809138"/>
                <a:gd name="connsiteX4" fmla="*/ 1487926 w 1487926"/>
                <a:gd name="connsiteY4" fmla="*/ 674279 h 809138"/>
                <a:gd name="connsiteX5" fmla="*/ 1353067 w 1487926"/>
                <a:gd name="connsiteY5" fmla="*/ 809138 h 809138"/>
                <a:gd name="connsiteX6" fmla="*/ 134859 w 1487926"/>
                <a:gd name="connsiteY6" fmla="*/ 809138 h 809138"/>
                <a:gd name="connsiteX7" fmla="*/ 0 w 1487926"/>
                <a:gd name="connsiteY7" fmla="*/ 674279 h 809138"/>
                <a:gd name="connsiteX8" fmla="*/ 0 w 1487926"/>
                <a:gd name="connsiteY8" fmla="*/ 134859 h 809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87926" h="809138">
                  <a:moveTo>
                    <a:pt x="0" y="134859"/>
                  </a:moveTo>
                  <a:cubicBezTo>
                    <a:pt x="0" y="60378"/>
                    <a:pt x="60378" y="0"/>
                    <a:pt x="134859" y="0"/>
                  </a:cubicBezTo>
                  <a:lnTo>
                    <a:pt x="1353067" y="0"/>
                  </a:lnTo>
                  <a:cubicBezTo>
                    <a:pt x="1427548" y="0"/>
                    <a:pt x="1487926" y="60378"/>
                    <a:pt x="1487926" y="134859"/>
                  </a:cubicBezTo>
                  <a:lnTo>
                    <a:pt x="1487926" y="674279"/>
                  </a:lnTo>
                  <a:cubicBezTo>
                    <a:pt x="1487926" y="748760"/>
                    <a:pt x="1427548" y="809138"/>
                    <a:pt x="1353067" y="809138"/>
                  </a:cubicBezTo>
                  <a:lnTo>
                    <a:pt x="134859" y="809138"/>
                  </a:lnTo>
                  <a:cubicBezTo>
                    <a:pt x="60378" y="809138"/>
                    <a:pt x="0" y="748760"/>
                    <a:pt x="0" y="674279"/>
                  </a:cubicBezTo>
                  <a:lnTo>
                    <a:pt x="0" y="134859"/>
                  </a:lnTo>
                  <a:close/>
                </a:path>
              </a:pathLst>
            </a:custGeom>
            <a:solidFill>
              <a:srgbClr val="1D3064"/>
            </a:solidFill>
            <a:scene3d>
              <a:camera prst="orthographicFront"/>
              <a:lightRig rig="flat" dir="t"/>
            </a:scene3d>
            <a:sp3d prstMaterial="plastic">
              <a:bevelB w="88900" h="31750" prst="angle"/>
            </a:sp3d>
          </p:spPr>
          <p:style>
            <a:lnRef idx="0">
              <a:schemeClr val="lt1">
                <a:hueOff val="0"/>
                <a:satOff val="0"/>
                <a:lumOff val="0"/>
                <a:alphaOff val="0"/>
              </a:schemeClr>
            </a:lnRef>
            <a:fillRef idx="3">
              <a:scrgbClr r="0" g="0" b="0"/>
            </a:fillRef>
            <a:effectRef idx="2">
              <a:schemeClr val="accent2">
                <a:shade val="80000"/>
                <a:hueOff val="96491"/>
                <a:satOff val="-14538"/>
                <a:lumOff val="11978"/>
                <a:alphaOff val="0"/>
              </a:schemeClr>
            </a:effectRef>
            <a:fontRef idx="minor">
              <a:schemeClr val="lt1"/>
            </a:fontRef>
          </p:style>
          <p:txBody>
            <a:bodyPr spcFirstLastPara="0" vert="horz" wrap="square" lIns="108079" tIns="73789" rIns="108079" bIns="73789" numCol="1" spcCol="1270" anchor="ctr" anchorCtr="0">
              <a:noAutofit/>
            </a:bodyPr>
            <a:lstStyle/>
            <a:p>
              <a:pPr lvl="0" algn="ctr" defTabSz="800100">
                <a:lnSpc>
                  <a:spcPct val="90000"/>
                </a:lnSpc>
                <a:spcBef>
                  <a:spcPct val="0"/>
                </a:spcBef>
                <a:spcAft>
                  <a:spcPct val="35000"/>
                </a:spcAft>
              </a:pPr>
              <a:r>
                <a:rPr lang="en-US" sz="2400" kern="1200" dirty="0"/>
                <a:t>Stratum 2</a:t>
              </a:r>
            </a:p>
          </p:txBody>
        </p:sp>
        <p:sp>
          <p:nvSpPr>
            <p:cNvPr id="14" name="Freeform 13"/>
            <p:cNvSpPr/>
            <p:nvPr/>
          </p:nvSpPr>
          <p:spPr>
            <a:xfrm>
              <a:off x="1552543" y="3550268"/>
              <a:ext cx="1487926" cy="809138"/>
            </a:xfrm>
            <a:custGeom>
              <a:avLst/>
              <a:gdLst>
                <a:gd name="connsiteX0" fmla="*/ 0 w 1487926"/>
                <a:gd name="connsiteY0" fmla="*/ 134859 h 809138"/>
                <a:gd name="connsiteX1" fmla="*/ 134859 w 1487926"/>
                <a:gd name="connsiteY1" fmla="*/ 0 h 809138"/>
                <a:gd name="connsiteX2" fmla="*/ 1353067 w 1487926"/>
                <a:gd name="connsiteY2" fmla="*/ 0 h 809138"/>
                <a:gd name="connsiteX3" fmla="*/ 1487926 w 1487926"/>
                <a:gd name="connsiteY3" fmla="*/ 134859 h 809138"/>
                <a:gd name="connsiteX4" fmla="*/ 1487926 w 1487926"/>
                <a:gd name="connsiteY4" fmla="*/ 674279 h 809138"/>
                <a:gd name="connsiteX5" fmla="*/ 1353067 w 1487926"/>
                <a:gd name="connsiteY5" fmla="*/ 809138 h 809138"/>
                <a:gd name="connsiteX6" fmla="*/ 134859 w 1487926"/>
                <a:gd name="connsiteY6" fmla="*/ 809138 h 809138"/>
                <a:gd name="connsiteX7" fmla="*/ 0 w 1487926"/>
                <a:gd name="connsiteY7" fmla="*/ 674279 h 809138"/>
                <a:gd name="connsiteX8" fmla="*/ 0 w 1487926"/>
                <a:gd name="connsiteY8" fmla="*/ 134859 h 809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87926" h="809138">
                  <a:moveTo>
                    <a:pt x="0" y="134859"/>
                  </a:moveTo>
                  <a:cubicBezTo>
                    <a:pt x="0" y="60378"/>
                    <a:pt x="60378" y="0"/>
                    <a:pt x="134859" y="0"/>
                  </a:cubicBezTo>
                  <a:lnTo>
                    <a:pt x="1353067" y="0"/>
                  </a:lnTo>
                  <a:cubicBezTo>
                    <a:pt x="1427548" y="0"/>
                    <a:pt x="1487926" y="60378"/>
                    <a:pt x="1487926" y="134859"/>
                  </a:cubicBezTo>
                  <a:lnTo>
                    <a:pt x="1487926" y="674279"/>
                  </a:lnTo>
                  <a:cubicBezTo>
                    <a:pt x="1487926" y="748760"/>
                    <a:pt x="1427548" y="809138"/>
                    <a:pt x="1353067" y="809138"/>
                  </a:cubicBezTo>
                  <a:lnTo>
                    <a:pt x="134859" y="809138"/>
                  </a:lnTo>
                  <a:cubicBezTo>
                    <a:pt x="60378" y="809138"/>
                    <a:pt x="0" y="748760"/>
                    <a:pt x="0" y="674279"/>
                  </a:cubicBezTo>
                  <a:lnTo>
                    <a:pt x="0" y="134859"/>
                  </a:lnTo>
                  <a:close/>
                </a:path>
              </a:pathLst>
            </a:custGeom>
            <a:solidFill>
              <a:srgbClr val="1D3064"/>
            </a:solidFill>
            <a:scene3d>
              <a:camera prst="orthographicFront"/>
              <a:lightRig rig="flat" dir="t"/>
            </a:scene3d>
            <a:sp3d prstMaterial="plastic">
              <a:bevelB w="88900" h="31750" prst="angle"/>
            </a:sp3d>
          </p:spPr>
          <p:style>
            <a:lnRef idx="0">
              <a:schemeClr val="lt1">
                <a:hueOff val="0"/>
                <a:satOff val="0"/>
                <a:lumOff val="0"/>
                <a:alphaOff val="0"/>
              </a:schemeClr>
            </a:lnRef>
            <a:fillRef idx="3">
              <a:scrgbClr r="0" g="0" b="0"/>
            </a:fillRef>
            <a:effectRef idx="2">
              <a:schemeClr val="accent2">
                <a:shade val="80000"/>
                <a:hueOff val="192983"/>
                <a:satOff val="-29077"/>
                <a:lumOff val="23955"/>
                <a:alphaOff val="0"/>
              </a:schemeClr>
            </a:effectRef>
            <a:fontRef idx="minor">
              <a:schemeClr val="lt1"/>
            </a:fontRef>
          </p:style>
          <p:txBody>
            <a:bodyPr spcFirstLastPara="0" vert="horz" wrap="square" lIns="108079" tIns="73789" rIns="108079" bIns="73789" numCol="1" spcCol="1270" anchor="ctr" anchorCtr="0">
              <a:noAutofit/>
            </a:bodyPr>
            <a:lstStyle/>
            <a:p>
              <a:pPr lvl="0" algn="ctr" defTabSz="800100">
                <a:lnSpc>
                  <a:spcPct val="90000"/>
                </a:lnSpc>
                <a:spcBef>
                  <a:spcPct val="0"/>
                </a:spcBef>
                <a:spcAft>
                  <a:spcPct val="35000"/>
                </a:spcAft>
              </a:pPr>
              <a:r>
                <a:rPr lang="en-US" sz="2400" kern="1200" dirty="0"/>
                <a:t>Stratum 3</a:t>
              </a:r>
            </a:p>
          </p:txBody>
        </p:sp>
        <p:sp>
          <p:nvSpPr>
            <p:cNvPr id="16" name="Freeform 15"/>
            <p:cNvSpPr/>
            <p:nvPr/>
          </p:nvSpPr>
          <p:spPr>
            <a:xfrm>
              <a:off x="1552543" y="5039211"/>
              <a:ext cx="1487926" cy="809138"/>
            </a:xfrm>
            <a:custGeom>
              <a:avLst/>
              <a:gdLst>
                <a:gd name="connsiteX0" fmla="*/ 0 w 1487926"/>
                <a:gd name="connsiteY0" fmla="*/ 134859 h 809138"/>
                <a:gd name="connsiteX1" fmla="*/ 134859 w 1487926"/>
                <a:gd name="connsiteY1" fmla="*/ 0 h 809138"/>
                <a:gd name="connsiteX2" fmla="*/ 1353067 w 1487926"/>
                <a:gd name="connsiteY2" fmla="*/ 0 h 809138"/>
                <a:gd name="connsiteX3" fmla="*/ 1487926 w 1487926"/>
                <a:gd name="connsiteY3" fmla="*/ 134859 h 809138"/>
                <a:gd name="connsiteX4" fmla="*/ 1487926 w 1487926"/>
                <a:gd name="connsiteY4" fmla="*/ 674279 h 809138"/>
                <a:gd name="connsiteX5" fmla="*/ 1353067 w 1487926"/>
                <a:gd name="connsiteY5" fmla="*/ 809138 h 809138"/>
                <a:gd name="connsiteX6" fmla="*/ 134859 w 1487926"/>
                <a:gd name="connsiteY6" fmla="*/ 809138 h 809138"/>
                <a:gd name="connsiteX7" fmla="*/ 0 w 1487926"/>
                <a:gd name="connsiteY7" fmla="*/ 674279 h 809138"/>
                <a:gd name="connsiteX8" fmla="*/ 0 w 1487926"/>
                <a:gd name="connsiteY8" fmla="*/ 134859 h 809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87926" h="809138">
                  <a:moveTo>
                    <a:pt x="0" y="134859"/>
                  </a:moveTo>
                  <a:cubicBezTo>
                    <a:pt x="0" y="60378"/>
                    <a:pt x="60378" y="0"/>
                    <a:pt x="134859" y="0"/>
                  </a:cubicBezTo>
                  <a:lnTo>
                    <a:pt x="1353067" y="0"/>
                  </a:lnTo>
                  <a:cubicBezTo>
                    <a:pt x="1427548" y="0"/>
                    <a:pt x="1487926" y="60378"/>
                    <a:pt x="1487926" y="134859"/>
                  </a:cubicBezTo>
                  <a:lnTo>
                    <a:pt x="1487926" y="674279"/>
                  </a:lnTo>
                  <a:cubicBezTo>
                    <a:pt x="1487926" y="748760"/>
                    <a:pt x="1427548" y="809138"/>
                    <a:pt x="1353067" y="809138"/>
                  </a:cubicBezTo>
                  <a:lnTo>
                    <a:pt x="134859" y="809138"/>
                  </a:lnTo>
                  <a:cubicBezTo>
                    <a:pt x="60378" y="809138"/>
                    <a:pt x="0" y="748760"/>
                    <a:pt x="0" y="674279"/>
                  </a:cubicBezTo>
                  <a:lnTo>
                    <a:pt x="0" y="134859"/>
                  </a:lnTo>
                  <a:close/>
                </a:path>
              </a:pathLst>
            </a:custGeom>
            <a:solidFill>
              <a:srgbClr val="1D3064"/>
            </a:solidFill>
            <a:scene3d>
              <a:camera prst="orthographicFront"/>
              <a:lightRig rig="flat" dir="t"/>
            </a:scene3d>
            <a:sp3d prstMaterial="plastic">
              <a:bevelB w="88900" h="31750" prst="angle"/>
            </a:sp3d>
          </p:spPr>
          <p:style>
            <a:lnRef idx="0">
              <a:schemeClr val="lt1">
                <a:hueOff val="0"/>
                <a:satOff val="0"/>
                <a:lumOff val="0"/>
                <a:alphaOff val="0"/>
              </a:schemeClr>
            </a:lnRef>
            <a:fillRef idx="3">
              <a:scrgbClr r="0" g="0" b="0"/>
            </a:fillRef>
            <a:effectRef idx="2">
              <a:schemeClr val="accent2">
                <a:shade val="80000"/>
                <a:hueOff val="289474"/>
                <a:satOff val="-43615"/>
                <a:lumOff val="35933"/>
                <a:alphaOff val="0"/>
              </a:schemeClr>
            </a:effectRef>
            <a:fontRef idx="minor">
              <a:schemeClr val="lt1"/>
            </a:fontRef>
          </p:style>
          <p:txBody>
            <a:bodyPr spcFirstLastPara="0" vert="horz" wrap="square" lIns="108079" tIns="73789" rIns="108079" bIns="73789" numCol="1" spcCol="1270" anchor="ctr" anchorCtr="0">
              <a:noAutofit/>
            </a:bodyPr>
            <a:lstStyle/>
            <a:p>
              <a:pPr lvl="0" algn="ctr" defTabSz="800100">
                <a:lnSpc>
                  <a:spcPct val="90000"/>
                </a:lnSpc>
                <a:spcBef>
                  <a:spcPct val="0"/>
                </a:spcBef>
                <a:spcAft>
                  <a:spcPct val="35000"/>
                </a:spcAft>
              </a:pPr>
              <a:r>
                <a:rPr lang="en-US" sz="2400" kern="1200" dirty="0"/>
                <a:t>Last stratum</a:t>
              </a:r>
            </a:p>
          </p:txBody>
        </p:sp>
      </p:grpSp>
      <p:grpSp>
        <p:nvGrpSpPr>
          <p:cNvPr id="18" name="Group 17"/>
          <p:cNvGrpSpPr/>
          <p:nvPr/>
        </p:nvGrpSpPr>
        <p:grpSpPr>
          <a:xfrm>
            <a:off x="354758" y="1276350"/>
            <a:ext cx="1064454" cy="4572000"/>
            <a:chOff x="354758" y="1276350"/>
            <a:chExt cx="1064454" cy="4572000"/>
          </a:xfrm>
        </p:grpSpPr>
        <p:sp>
          <p:nvSpPr>
            <p:cNvPr id="5" name="Down Arrow 4">
              <a:extLst>
                <a:ext uri="{FF2B5EF4-FFF2-40B4-BE49-F238E27FC236}">
                  <a16:creationId xmlns="" xmlns:a16="http://schemas.microsoft.com/office/drawing/2014/main" id="{1883CB04-15AD-4FA2-8F64-98D78D7A209C}"/>
                </a:ext>
              </a:extLst>
            </p:cNvPr>
            <p:cNvSpPr/>
            <p:nvPr/>
          </p:nvSpPr>
          <p:spPr>
            <a:xfrm rot="10800000">
              <a:off x="885811" y="1276350"/>
              <a:ext cx="533401" cy="4572000"/>
            </a:xfrm>
            <a:prstGeom prst="downArrow">
              <a:avLst>
                <a:gd name="adj1" fmla="val 50000"/>
                <a:gd name="adj2" fmla="val 125181"/>
              </a:avLst>
            </a:prstGeom>
            <a:solidFill>
              <a:schemeClr val="accent6"/>
            </a:solidFill>
          </p:spPr>
          <p:style>
            <a:lnRef idx="0">
              <a:schemeClr val="accent4"/>
            </a:lnRef>
            <a:fillRef idx="3">
              <a:schemeClr val="accent4"/>
            </a:fillRef>
            <a:effectRef idx="3">
              <a:schemeClr val="accent4"/>
            </a:effectRef>
            <a:fontRef idx="minor">
              <a:schemeClr val="lt1"/>
            </a:fontRef>
          </p:style>
          <p:txBody>
            <a:bodyPr anchor="ctr"/>
            <a:lstStyle/>
            <a:p>
              <a:pPr algn="ctr" eaLnBrk="1" hangingPunct="1">
                <a:defRPr/>
              </a:pPr>
              <a:endParaRPr lang="en-US" sz="2400">
                <a:solidFill>
                  <a:schemeClr val="accent6"/>
                </a:solidFill>
              </a:endParaRPr>
            </a:p>
          </p:txBody>
        </p:sp>
        <p:sp>
          <p:nvSpPr>
            <p:cNvPr id="6" name="TextBox 5">
              <a:extLst>
                <a:ext uri="{FF2B5EF4-FFF2-40B4-BE49-F238E27FC236}">
                  <a16:creationId xmlns="" xmlns:a16="http://schemas.microsoft.com/office/drawing/2014/main" id="{0E82833F-59ED-4260-9984-30F87F3A02E9}"/>
                </a:ext>
              </a:extLst>
            </p:cNvPr>
            <p:cNvSpPr txBox="1"/>
            <p:nvPr/>
          </p:nvSpPr>
          <p:spPr>
            <a:xfrm rot="16200000">
              <a:off x="-770443" y="3427894"/>
              <a:ext cx="2712068" cy="461665"/>
            </a:xfrm>
            <a:prstGeom prst="rect">
              <a:avLst/>
            </a:prstGeom>
            <a:noFill/>
          </p:spPr>
          <p:txBody>
            <a:bodyPr wrap="square">
              <a:spAutoFit/>
            </a:bodyPr>
            <a:lstStyle/>
            <a:p>
              <a:pPr eaLnBrk="1" hangingPunct="1">
                <a:defRPr/>
              </a:pPr>
              <a:r>
                <a:rPr lang="en-US" sz="2400" b="1" dirty="0">
                  <a:ln w="1905"/>
                  <a:solidFill>
                    <a:schemeClr val="accent6"/>
                  </a:solidFill>
                  <a:effectLst>
                    <a:innerShdw blurRad="69850" dist="43180" dir="5400000">
                      <a:srgbClr val="000000">
                        <a:alpha val="65000"/>
                      </a:srgbClr>
                    </a:innerShdw>
                  </a:effectLst>
                  <a:latin typeface="+mn-lt"/>
                  <a:cs typeface="Arial" charset="0"/>
                </a:rPr>
                <a:t>More accurate time</a:t>
              </a:r>
            </a:p>
          </p:txBody>
        </p:sp>
      </p:grpSp>
      <p:sp>
        <p:nvSpPr>
          <p:cNvPr id="7" name="Striped Right Arrow 6">
            <a:extLst>
              <a:ext uri="{FF2B5EF4-FFF2-40B4-BE49-F238E27FC236}">
                <a16:creationId xmlns="" xmlns:a16="http://schemas.microsoft.com/office/drawing/2014/main" id="{80513B1B-6FFC-47D4-AFEB-3A5FFAD7B161}"/>
              </a:ext>
            </a:extLst>
          </p:cNvPr>
          <p:cNvSpPr/>
          <p:nvPr/>
        </p:nvSpPr>
        <p:spPr>
          <a:xfrm rot="5400000">
            <a:off x="4714917" y="4362371"/>
            <a:ext cx="838043" cy="609600"/>
          </a:xfrm>
          <a:prstGeom prst="stripedRightArrow">
            <a:avLst/>
          </a:prstGeom>
          <a:solidFill>
            <a:schemeClr val="bg1">
              <a:lumMod val="85000"/>
            </a:schemeClr>
          </a:solidFill>
          <a:ln>
            <a:noFill/>
          </a:ln>
          <a:effectLst/>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endParaRPr lang="en-US" sz="2400"/>
          </a:p>
        </p:txBody>
      </p:sp>
    </p:spTree>
    <p:extLst>
      <p:ext uri="{BB962C8B-B14F-4D97-AF65-F5344CB8AC3E}">
        <p14:creationId xmlns:p14="http://schemas.microsoft.com/office/powerpoint/2010/main" val="28607333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up)">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11"/>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3"/>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grpId="0" nodeType="click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wipe(up)">
                                      <p:cBhvr>
                                        <p:cTn id="24" dur="500"/>
                                        <p:tgtEl>
                                          <p:spTgt spid="7"/>
                                        </p:tgtEl>
                                      </p:cBhvr>
                                    </p:animEffec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nodeType="click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wipe(down)">
                                      <p:cBhvr>
                                        <p:cTn id="31"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3" grpId="0" animBg="1"/>
      <p:bldP spid="15" grpId="0" animBg="1"/>
      <p:bldP spid="7"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Network Time Protocol (NTP)</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r>
              <a:rPr lang="en-US" altLang="en-US" dirty="0"/>
              <a:t>Let’s consider the following example with 2 machines A and B:</a:t>
            </a:r>
          </a:p>
          <a:p>
            <a:pPr marL="714375" lvl="2" indent="-357188">
              <a:defRPr/>
            </a:pPr>
            <a:r>
              <a:rPr lang="en-US" altLang="en-US" sz="2400" dirty="0"/>
              <a:t>First, A sends a request timestamped with value T₀ to B.</a:t>
            </a:r>
          </a:p>
          <a:p>
            <a:pPr marL="714375" lvl="2" indent="-357188">
              <a:defRPr/>
            </a:pPr>
            <a:r>
              <a:rPr lang="en-US" altLang="en-US" sz="2400" dirty="0"/>
              <a:t>B, as the message arrives, records the time of receipt T₁ from its own local clock and responses with a message timestamped with T₂, piggybacking the previously recorded value T₁. </a:t>
            </a:r>
          </a:p>
          <a:p>
            <a:pPr marL="714375" lvl="2" indent="-357188">
              <a:defRPr/>
            </a:pPr>
            <a:r>
              <a:rPr lang="en-US" altLang="en-US" sz="2400" dirty="0"/>
              <a:t>Lastly, A, upon receiving the response from B, records the arrival time T₃. </a:t>
            </a:r>
          </a:p>
          <a:p>
            <a:pPr marL="714375" lvl="2" indent="-357188">
              <a:defRPr/>
            </a:pPr>
            <a:r>
              <a:rPr lang="en-US" altLang="en-US" sz="2400" dirty="0"/>
              <a:t>To account for the time delay in delivering messages, we calculate Δ₁ = T₁-T₀, Δ₂ = T₃-T₂. </a:t>
            </a:r>
          </a:p>
          <a:p>
            <a:pPr marL="714375" lvl="2" indent="-357188">
              <a:defRPr/>
            </a:pPr>
            <a:r>
              <a:rPr lang="en-US" altLang="en-US" sz="2400" dirty="0"/>
              <a:t>Now, an estimated offset of A relative to B is</a:t>
            </a:r>
            <a:r>
              <a:rPr lang="en-US" altLang="en-US" sz="2400" dirty="0" smtClean="0"/>
              <a:t>:</a:t>
            </a:r>
          </a:p>
          <a:p>
            <a:pPr marL="714375" lvl="2" indent="-357188">
              <a:defRPr/>
            </a:pPr>
            <a:endParaRPr lang="en-US" altLang="en-US" sz="2400" dirty="0"/>
          </a:p>
          <a:p>
            <a:pPr marL="714375" lvl="2" indent="-357188">
              <a:defRPr/>
            </a:pPr>
            <a:endParaRPr lang="en-US" altLang="en-US" sz="2400" dirty="0" smtClean="0"/>
          </a:p>
          <a:p>
            <a:pPr marL="714375" lvl="2" indent="-357188">
              <a:defRPr/>
            </a:pPr>
            <a:endParaRPr lang="en-US" altLang="en-US" sz="2400" dirty="0"/>
          </a:p>
          <a:p>
            <a:pPr marL="714375" lvl="2" indent="-357188">
              <a:defRPr/>
            </a:pPr>
            <a:endParaRPr lang="en-US" altLang="en-US" sz="2400" dirty="0" smtClean="0"/>
          </a:p>
          <a:p>
            <a:pPr marL="714375" lvl="2" indent="-357188">
              <a:defRPr/>
            </a:pPr>
            <a:endParaRPr lang="en-US" altLang="en-US" sz="2400" dirty="0" smtClean="0"/>
          </a:p>
          <a:p>
            <a:pPr marL="714375" lvl="2" indent="-357188">
              <a:defRPr/>
            </a:pPr>
            <a:r>
              <a:rPr lang="en-US" altLang="en-US" sz="2400" dirty="0" smtClean="0"/>
              <a:t>Based </a:t>
            </a:r>
            <a:r>
              <a:rPr lang="en-US" altLang="en-US" sz="2400" dirty="0"/>
              <a:t>on </a:t>
            </a:r>
            <a:r>
              <a:rPr lang="en-US" altLang="en-US" sz="2400" b="1" dirty="0" smtClean="0"/>
              <a:t>t</a:t>
            </a:r>
            <a:r>
              <a:rPr lang="en-US" altLang="en-US" sz="2400" dirty="0" smtClean="0"/>
              <a:t>, </a:t>
            </a:r>
            <a:r>
              <a:rPr lang="en-US" altLang="en-US" sz="2400" dirty="0"/>
              <a:t>we can either slow down the clock of A or fasten it so that the two machines can be synchronized with each other.</a:t>
            </a:r>
          </a:p>
        </p:txBody>
      </p:sp>
      <p:sp>
        <p:nvSpPr>
          <p:cNvPr id="131" name="Content Placeholder 2">
            <a:extLst>
              <a:ext uri="{FF2B5EF4-FFF2-40B4-BE49-F238E27FC236}">
                <a16:creationId xmlns:a16="http://schemas.microsoft.com/office/drawing/2014/main" xmlns="" id="{139A428D-8F15-4206-B337-FA27C005FA71}"/>
              </a:ext>
            </a:extLst>
          </p:cNvPr>
          <p:cNvSpPr txBox="1">
            <a:spLocks/>
          </p:cNvSpPr>
          <p:nvPr/>
        </p:nvSpPr>
        <p:spPr>
          <a:xfrm>
            <a:off x="95251" y="1601326"/>
            <a:ext cx="6959416" cy="4852683"/>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ebdings" panose="05030102010509060703"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ltLang="en-US" sz="2400" dirty="0"/>
          </a:p>
        </p:txBody>
      </p:sp>
      <mc:AlternateContent xmlns:mc="http://schemas.openxmlformats.org/markup-compatibility/2006" xmlns:a14="http://schemas.microsoft.com/office/drawing/2010/main">
        <mc:Choice Requires="a14">
          <p:sp>
            <p:nvSpPr>
              <p:cNvPr id="4" name="TextBox 3"/>
              <p:cNvSpPr txBox="1"/>
              <p:nvPr/>
            </p:nvSpPr>
            <p:spPr>
              <a:xfrm>
                <a:off x="438417" y="4820621"/>
                <a:ext cx="6361165" cy="83337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IN" sz="2800" b="1" i="1" smtClean="0">
                          <a:solidFill>
                            <a:schemeClr val="accent6"/>
                          </a:solidFill>
                          <a:latin typeface="Cambria Math" panose="02040503050406030204" pitchFamily="18" charset="0"/>
                          <a:ea typeface="Cambria Math" panose="02040503050406030204" pitchFamily="18" charset="0"/>
                        </a:rPr>
                        <m:t>𝑻𝒊𝒎𝒆</m:t>
                      </m:r>
                      <m:r>
                        <a:rPr lang="en-IN" sz="2800" b="1" i="1" smtClean="0">
                          <a:solidFill>
                            <a:schemeClr val="accent6"/>
                          </a:solidFill>
                          <a:latin typeface="Cambria Math" panose="02040503050406030204" pitchFamily="18" charset="0"/>
                          <a:ea typeface="Cambria Math" panose="02040503050406030204" pitchFamily="18" charset="0"/>
                        </a:rPr>
                        <m:t> </m:t>
                      </m:r>
                      <m:r>
                        <a:rPr lang="en-IN" sz="2800" b="1" i="1" smtClean="0">
                          <a:solidFill>
                            <a:schemeClr val="accent6"/>
                          </a:solidFill>
                          <a:latin typeface="Cambria Math" panose="02040503050406030204" pitchFamily="18" charset="0"/>
                          <a:ea typeface="Cambria Math" panose="02040503050406030204" pitchFamily="18" charset="0"/>
                        </a:rPr>
                        <m:t>𝒐𝒇𝒇𝒔𝒆𝒕</m:t>
                      </m:r>
                      <m:r>
                        <a:rPr lang="en-IN" sz="2800" b="1" i="1" smtClean="0">
                          <a:solidFill>
                            <a:schemeClr val="accent6"/>
                          </a:solidFill>
                          <a:latin typeface="Cambria Math" panose="02040503050406030204" pitchFamily="18" charset="0"/>
                          <a:ea typeface="Cambria Math" panose="02040503050406030204" pitchFamily="18" charset="0"/>
                        </a:rPr>
                        <m:t>:</m:t>
                      </m:r>
                      <m:r>
                        <a:rPr lang="en-IN" sz="2800" b="1" i="1" smtClean="0">
                          <a:solidFill>
                            <a:schemeClr val="accent6"/>
                          </a:solidFill>
                          <a:latin typeface="Cambria Math" panose="02040503050406030204" pitchFamily="18" charset="0"/>
                          <a:ea typeface="Cambria Math" panose="02040503050406030204" pitchFamily="18" charset="0"/>
                        </a:rPr>
                        <m:t>𝒕</m:t>
                      </m:r>
                      <m:r>
                        <a:rPr lang="en-IN" sz="2800" b="1" i="1" smtClean="0">
                          <a:solidFill>
                            <a:srgbClr val="1D3064"/>
                          </a:solidFill>
                          <a:latin typeface="Cambria Math" panose="02040503050406030204" pitchFamily="18" charset="0"/>
                          <a:ea typeface="Cambria Math" panose="02040503050406030204" pitchFamily="18" charset="0"/>
                        </a:rPr>
                        <m:t>=</m:t>
                      </m:r>
                      <m:f>
                        <m:fPr>
                          <m:ctrlPr>
                            <a:rPr lang="en-IN" sz="2800" b="1" i="1" smtClean="0">
                              <a:solidFill>
                                <a:srgbClr val="1D3064"/>
                              </a:solidFill>
                              <a:latin typeface="Cambria Math" panose="02040503050406030204" pitchFamily="18" charset="0"/>
                              <a:ea typeface="Cambria Math" panose="02040503050406030204" pitchFamily="18" charset="0"/>
                            </a:rPr>
                          </m:ctrlPr>
                        </m:fPr>
                        <m:num>
                          <m:d>
                            <m:dPr>
                              <m:ctrlPr>
                                <a:rPr lang="en-IN" sz="2800" b="1" i="1">
                                  <a:solidFill>
                                    <a:srgbClr val="1D3064"/>
                                  </a:solidFill>
                                  <a:latin typeface="Cambria Math" panose="02040503050406030204" pitchFamily="18" charset="0"/>
                                  <a:ea typeface="Cambria Math" panose="02040503050406030204" pitchFamily="18" charset="0"/>
                                </a:rPr>
                              </m:ctrlPr>
                            </m:dPr>
                            <m:e>
                              <m:r>
                                <a:rPr lang="en-IN" sz="2800" b="1" i="1">
                                  <a:solidFill>
                                    <a:srgbClr val="1D3064"/>
                                  </a:solidFill>
                                  <a:latin typeface="Cambria Math" panose="02040503050406030204" pitchFamily="18" charset="0"/>
                                  <a:ea typeface="Cambria Math" panose="02040503050406030204" pitchFamily="18" charset="0"/>
                                </a:rPr>
                                <m:t>𝑻</m:t>
                              </m:r>
                              <m:r>
                                <a:rPr lang="en-IN" sz="2800" b="1" i="1" baseline="-25000">
                                  <a:solidFill>
                                    <a:srgbClr val="1D3064"/>
                                  </a:solidFill>
                                  <a:latin typeface="Cambria Math" panose="02040503050406030204" pitchFamily="18" charset="0"/>
                                  <a:ea typeface="Cambria Math" panose="02040503050406030204" pitchFamily="18" charset="0"/>
                                </a:rPr>
                                <m:t>𝟏</m:t>
                              </m:r>
                              <m:r>
                                <a:rPr lang="en-IN" sz="2800" b="1" i="1">
                                  <a:solidFill>
                                    <a:srgbClr val="1D3064"/>
                                  </a:solidFill>
                                  <a:latin typeface="Cambria Math" panose="02040503050406030204" pitchFamily="18" charset="0"/>
                                  <a:ea typeface="Cambria Math" panose="02040503050406030204" pitchFamily="18" charset="0"/>
                                </a:rPr>
                                <m:t>−</m:t>
                              </m:r>
                              <m:r>
                                <a:rPr lang="en-IN" sz="2800" b="1" i="1">
                                  <a:solidFill>
                                    <a:srgbClr val="1D3064"/>
                                  </a:solidFill>
                                  <a:latin typeface="Cambria Math" panose="02040503050406030204" pitchFamily="18" charset="0"/>
                                  <a:ea typeface="Cambria Math" panose="02040503050406030204" pitchFamily="18" charset="0"/>
                                </a:rPr>
                                <m:t>𝑻</m:t>
                              </m:r>
                              <m:r>
                                <a:rPr lang="en-IN" sz="2800" b="1" i="1" baseline="-25000">
                                  <a:solidFill>
                                    <a:srgbClr val="1D3064"/>
                                  </a:solidFill>
                                  <a:latin typeface="Cambria Math" panose="02040503050406030204" pitchFamily="18" charset="0"/>
                                  <a:ea typeface="Cambria Math" panose="02040503050406030204" pitchFamily="18" charset="0"/>
                                </a:rPr>
                                <m:t>𝟎</m:t>
                              </m:r>
                            </m:e>
                          </m:d>
                          <m:r>
                            <a:rPr lang="en-IN" sz="2800" b="1" i="1">
                              <a:solidFill>
                                <a:srgbClr val="1D3064"/>
                              </a:solidFill>
                              <a:latin typeface="Cambria Math" panose="02040503050406030204" pitchFamily="18" charset="0"/>
                              <a:ea typeface="Cambria Math" panose="02040503050406030204" pitchFamily="18" charset="0"/>
                            </a:rPr>
                            <m:t>+(</m:t>
                          </m:r>
                          <m:r>
                            <a:rPr lang="en-IN" sz="2800" b="1" i="1">
                              <a:solidFill>
                                <a:srgbClr val="1D3064"/>
                              </a:solidFill>
                              <a:latin typeface="Cambria Math" panose="02040503050406030204" pitchFamily="18" charset="0"/>
                              <a:ea typeface="Cambria Math" panose="02040503050406030204" pitchFamily="18" charset="0"/>
                            </a:rPr>
                            <m:t>𝑻</m:t>
                          </m:r>
                          <m:r>
                            <a:rPr lang="en-IN" sz="2800" b="1" i="1" baseline="-25000" smtClean="0">
                              <a:solidFill>
                                <a:srgbClr val="1D3064"/>
                              </a:solidFill>
                              <a:latin typeface="Cambria Math" panose="02040503050406030204" pitchFamily="18" charset="0"/>
                              <a:ea typeface="Cambria Math" panose="02040503050406030204" pitchFamily="18" charset="0"/>
                            </a:rPr>
                            <m:t>𝟐</m:t>
                          </m:r>
                          <m:r>
                            <a:rPr lang="en-IN" sz="2800" b="1" i="1">
                              <a:solidFill>
                                <a:srgbClr val="1D3064"/>
                              </a:solidFill>
                              <a:latin typeface="Cambria Math" panose="02040503050406030204" pitchFamily="18" charset="0"/>
                              <a:ea typeface="Cambria Math" panose="02040503050406030204" pitchFamily="18" charset="0"/>
                            </a:rPr>
                            <m:t>−</m:t>
                          </m:r>
                          <m:r>
                            <a:rPr lang="en-IN" sz="2800" b="1" i="1">
                              <a:solidFill>
                                <a:srgbClr val="1D3064"/>
                              </a:solidFill>
                              <a:latin typeface="Cambria Math" panose="02040503050406030204" pitchFamily="18" charset="0"/>
                              <a:ea typeface="Cambria Math" panose="02040503050406030204" pitchFamily="18" charset="0"/>
                            </a:rPr>
                            <m:t>𝑻</m:t>
                          </m:r>
                          <m:r>
                            <a:rPr lang="en-IN" sz="2800" b="1" i="1" baseline="-25000" smtClean="0">
                              <a:solidFill>
                                <a:srgbClr val="1D3064"/>
                              </a:solidFill>
                              <a:latin typeface="Cambria Math" panose="02040503050406030204" pitchFamily="18" charset="0"/>
                              <a:ea typeface="Cambria Math" panose="02040503050406030204" pitchFamily="18" charset="0"/>
                            </a:rPr>
                            <m:t>𝟑</m:t>
                          </m:r>
                          <m:r>
                            <a:rPr lang="en-IN" sz="2800" b="1" i="1">
                              <a:solidFill>
                                <a:srgbClr val="1D3064"/>
                              </a:solidFill>
                              <a:latin typeface="Cambria Math" panose="02040503050406030204" pitchFamily="18" charset="0"/>
                              <a:ea typeface="Cambria Math" panose="02040503050406030204" pitchFamily="18" charset="0"/>
                            </a:rPr>
                            <m:t>)</m:t>
                          </m:r>
                          <m:r>
                            <m:rPr>
                              <m:nor/>
                            </m:rPr>
                            <a:rPr lang="en-IN" sz="2800" b="1" dirty="0">
                              <a:solidFill>
                                <a:srgbClr val="1D3064"/>
                              </a:solidFill>
                              <a:latin typeface="+mj-lt"/>
                            </a:rPr>
                            <m:t> </m:t>
                          </m:r>
                        </m:num>
                        <m:den>
                          <m:r>
                            <a:rPr lang="en-IN" sz="2800" b="1" i="1" smtClean="0">
                              <a:solidFill>
                                <a:srgbClr val="1D3064"/>
                              </a:solidFill>
                              <a:latin typeface="Cambria Math" panose="02040503050406030204" pitchFamily="18" charset="0"/>
                              <a:ea typeface="Cambria Math" panose="02040503050406030204" pitchFamily="18" charset="0"/>
                            </a:rPr>
                            <m:t>𝟐</m:t>
                          </m:r>
                        </m:den>
                      </m:f>
                    </m:oMath>
                  </m:oMathPara>
                </a14:m>
                <a:endParaRPr lang="en-IN" sz="2800" b="1" baseline="-25000" dirty="0">
                  <a:solidFill>
                    <a:srgbClr val="1D3064"/>
                  </a:solidFill>
                  <a:latin typeface="+mj-lt"/>
                </a:endParaRPr>
              </a:p>
            </p:txBody>
          </p:sp>
        </mc:Choice>
        <mc:Fallback xmlns="">
          <p:sp>
            <p:nvSpPr>
              <p:cNvPr id="4" name="TextBox 3"/>
              <p:cNvSpPr txBox="1">
                <a:spLocks noRot="1" noChangeAspect="1" noMove="1" noResize="1" noEditPoints="1" noAdjustHandles="1" noChangeArrowheads="1" noChangeShapeType="1" noTextEdit="1"/>
              </p:cNvSpPr>
              <p:nvPr/>
            </p:nvSpPr>
            <p:spPr>
              <a:xfrm>
                <a:off x="438417" y="4820621"/>
                <a:ext cx="6361165" cy="833370"/>
              </a:xfrm>
              <a:prstGeom prst="rect">
                <a:avLst/>
              </a:prstGeom>
              <a:blipFill rotWithShape="0">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8" name="TextBox 27"/>
              <p:cNvSpPr txBox="1"/>
              <p:nvPr/>
            </p:nvSpPr>
            <p:spPr>
              <a:xfrm>
                <a:off x="582499" y="4069928"/>
                <a:ext cx="6589881" cy="430887"/>
              </a:xfrm>
              <a:prstGeom prst="rect">
                <a:avLst/>
              </a:prstGeom>
              <a:noFill/>
            </p:spPr>
            <p:txBody>
              <a:bodyPr wrap="none" lIns="0" tIns="0" rIns="0" bIns="0" rtlCol="0">
                <a:spAutoFit/>
              </a:bodyPr>
              <a:lstStyle/>
              <a:p>
                <a:r>
                  <a:rPr lang="en-IN" sz="2800" b="1" dirty="0" smtClean="0">
                    <a:solidFill>
                      <a:schemeClr val="accent6"/>
                    </a:solidFill>
                    <a:ea typeface="Cambria Math" panose="02040503050406030204" pitchFamily="18" charset="0"/>
                  </a:rPr>
                  <a:t>Roundtrip Delay: </a:t>
                </a:r>
                <a14:m>
                  <m:oMath xmlns:m="http://schemas.openxmlformats.org/officeDocument/2006/math">
                    <m:r>
                      <a:rPr lang="en-IN" sz="2800" b="1" i="1" smtClean="0">
                        <a:solidFill>
                          <a:schemeClr val="accent6"/>
                        </a:solidFill>
                        <a:latin typeface="Cambria Math" panose="02040503050406030204" pitchFamily="18" charset="0"/>
                        <a:ea typeface="Cambria Math" panose="02040503050406030204" pitchFamily="18" charset="0"/>
                      </a:rPr>
                      <m:t>𝒅</m:t>
                    </m:r>
                    <m:r>
                      <a:rPr lang="en-IN" sz="2800" i="1" smtClean="0">
                        <a:latin typeface="Cambria Math" panose="02040503050406030204" pitchFamily="18" charset="0"/>
                        <a:ea typeface="Cambria Math" panose="02040503050406030204" pitchFamily="18" charset="0"/>
                      </a:rPr>
                      <m:t>=</m:t>
                    </m:r>
                    <m:d>
                      <m:dPr>
                        <m:ctrlPr>
                          <a:rPr lang="en-IN" sz="2800" b="1" i="1">
                            <a:latin typeface="Cambria Math" panose="02040503050406030204" pitchFamily="18" charset="0"/>
                            <a:ea typeface="Cambria Math" panose="02040503050406030204" pitchFamily="18" charset="0"/>
                          </a:rPr>
                        </m:ctrlPr>
                      </m:dPr>
                      <m:e>
                        <m:r>
                          <a:rPr lang="en-IN" sz="2800" b="1" i="1">
                            <a:latin typeface="Cambria Math" panose="02040503050406030204" pitchFamily="18" charset="0"/>
                            <a:ea typeface="Cambria Math" panose="02040503050406030204" pitchFamily="18" charset="0"/>
                          </a:rPr>
                          <m:t>𝑻</m:t>
                        </m:r>
                        <m:r>
                          <a:rPr lang="en-IN" sz="2800" b="1" i="1" baseline="-25000" smtClean="0">
                            <a:latin typeface="Cambria Math" panose="02040503050406030204" pitchFamily="18" charset="0"/>
                            <a:ea typeface="Cambria Math" panose="02040503050406030204" pitchFamily="18" charset="0"/>
                          </a:rPr>
                          <m:t>𝟑</m:t>
                        </m:r>
                        <m:r>
                          <a:rPr lang="en-IN" sz="2800" b="1" i="1">
                            <a:latin typeface="Cambria Math" panose="02040503050406030204" pitchFamily="18" charset="0"/>
                            <a:ea typeface="Cambria Math" panose="02040503050406030204" pitchFamily="18" charset="0"/>
                          </a:rPr>
                          <m:t>−</m:t>
                        </m:r>
                        <m:r>
                          <a:rPr lang="en-IN" sz="2800" b="1" i="1">
                            <a:latin typeface="Cambria Math" panose="02040503050406030204" pitchFamily="18" charset="0"/>
                            <a:ea typeface="Cambria Math" panose="02040503050406030204" pitchFamily="18" charset="0"/>
                          </a:rPr>
                          <m:t>𝑻</m:t>
                        </m:r>
                        <m:r>
                          <a:rPr lang="en-IN" sz="2800" b="1" i="1" baseline="-25000">
                            <a:latin typeface="Cambria Math" panose="02040503050406030204" pitchFamily="18" charset="0"/>
                            <a:ea typeface="Cambria Math" panose="02040503050406030204" pitchFamily="18" charset="0"/>
                          </a:rPr>
                          <m:t>𝟎</m:t>
                        </m:r>
                      </m:e>
                    </m:d>
                    <m:r>
                      <a:rPr lang="en-IN" sz="2800" b="1" i="1">
                        <a:latin typeface="Cambria Math" panose="02040503050406030204" pitchFamily="18" charset="0"/>
                        <a:ea typeface="Cambria Math" panose="02040503050406030204" pitchFamily="18" charset="0"/>
                      </a:rPr>
                      <m:t>+(</m:t>
                    </m:r>
                    <m:r>
                      <a:rPr lang="en-IN" sz="2800" b="1" i="1">
                        <a:latin typeface="Cambria Math" panose="02040503050406030204" pitchFamily="18" charset="0"/>
                        <a:ea typeface="Cambria Math" panose="02040503050406030204" pitchFamily="18" charset="0"/>
                      </a:rPr>
                      <m:t>𝑻</m:t>
                    </m:r>
                    <m:r>
                      <a:rPr lang="en-IN" sz="2800" b="1" i="1" baseline="-25000" smtClean="0">
                        <a:latin typeface="Cambria Math" panose="02040503050406030204" pitchFamily="18" charset="0"/>
                        <a:ea typeface="Cambria Math" panose="02040503050406030204" pitchFamily="18" charset="0"/>
                      </a:rPr>
                      <m:t>𝟐</m:t>
                    </m:r>
                    <m:r>
                      <a:rPr lang="en-IN" sz="2800" b="1" i="1">
                        <a:latin typeface="Cambria Math" panose="02040503050406030204" pitchFamily="18" charset="0"/>
                        <a:ea typeface="Cambria Math" panose="02040503050406030204" pitchFamily="18" charset="0"/>
                      </a:rPr>
                      <m:t>−</m:t>
                    </m:r>
                    <m:r>
                      <a:rPr lang="en-IN" sz="2800" b="1" i="1">
                        <a:latin typeface="Cambria Math" panose="02040503050406030204" pitchFamily="18" charset="0"/>
                        <a:ea typeface="Cambria Math" panose="02040503050406030204" pitchFamily="18" charset="0"/>
                      </a:rPr>
                      <m:t>𝑻</m:t>
                    </m:r>
                    <m:r>
                      <a:rPr lang="en-IN" sz="2800" b="1" i="1" baseline="-25000" smtClean="0">
                        <a:latin typeface="Cambria Math" panose="02040503050406030204" pitchFamily="18" charset="0"/>
                        <a:ea typeface="Cambria Math" panose="02040503050406030204" pitchFamily="18" charset="0"/>
                      </a:rPr>
                      <m:t>𝟏</m:t>
                    </m:r>
                    <m:r>
                      <a:rPr lang="en-IN" sz="2800" b="1" i="1">
                        <a:latin typeface="Cambria Math" panose="02040503050406030204" pitchFamily="18" charset="0"/>
                        <a:ea typeface="Cambria Math" panose="02040503050406030204" pitchFamily="18" charset="0"/>
                      </a:rPr>
                      <m:t>)</m:t>
                    </m:r>
                    <m:r>
                      <m:rPr>
                        <m:nor/>
                      </m:rPr>
                      <a:rPr lang="en-IN" sz="2800" b="1" dirty="0"/>
                      <m:t> </m:t>
                    </m:r>
                  </m:oMath>
                </a14:m>
                <a:endParaRPr lang="en-IN" sz="2800" baseline="-25000" dirty="0">
                  <a:latin typeface="+mj-lt"/>
                </a:endParaRPr>
              </a:p>
            </p:txBody>
          </p:sp>
        </mc:Choice>
        <mc:Fallback xmlns="">
          <p:sp>
            <p:nvSpPr>
              <p:cNvPr id="28" name="TextBox 27"/>
              <p:cNvSpPr txBox="1">
                <a:spLocks noRot="1" noChangeAspect="1" noMove="1" noResize="1" noEditPoints="1" noAdjustHandles="1" noChangeArrowheads="1" noChangeShapeType="1" noTextEdit="1"/>
              </p:cNvSpPr>
              <p:nvPr/>
            </p:nvSpPr>
            <p:spPr>
              <a:xfrm>
                <a:off x="582499" y="4069928"/>
                <a:ext cx="6589881" cy="430887"/>
              </a:xfrm>
              <a:prstGeom prst="rect">
                <a:avLst/>
              </a:prstGeom>
              <a:blipFill rotWithShape="0">
                <a:blip r:embed="rId3"/>
                <a:stretch>
                  <a:fillRect l="-3330" t="-25714" b="-50000"/>
                </a:stretch>
              </a:blipFill>
            </p:spPr>
            <p:txBody>
              <a:bodyPr/>
              <a:lstStyle/>
              <a:p>
                <a:r>
                  <a:rPr lang="en-IN">
                    <a:noFill/>
                  </a:rPr>
                  <a:t> </a:t>
                </a:r>
              </a:p>
            </p:txBody>
          </p:sp>
        </mc:Fallback>
      </mc:AlternateContent>
      <p:grpSp>
        <p:nvGrpSpPr>
          <p:cNvPr id="7" name="Group 6"/>
          <p:cNvGrpSpPr/>
          <p:nvPr/>
        </p:nvGrpSpPr>
        <p:grpSpPr>
          <a:xfrm>
            <a:off x="7054667" y="3430126"/>
            <a:ext cx="4661083" cy="2450449"/>
            <a:chOff x="7054667" y="3449176"/>
            <a:chExt cx="4661083" cy="2450449"/>
          </a:xfrm>
        </p:grpSpPr>
        <p:grpSp>
          <p:nvGrpSpPr>
            <p:cNvPr id="5" name="Group 4"/>
            <p:cNvGrpSpPr/>
            <p:nvPr/>
          </p:nvGrpSpPr>
          <p:grpSpPr>
            <a:xfrm>
              <a:off x="7090597" y="3449176"/>
              <a:ext cx="4472754" cy="2450449"/>
              <a:chOff x="3061980" y="2254906"/>
              <a:chExt cx="4472754" cy="2450449"/>
            </a:xfrm>
          </p:grpSpPr>
          <p:sp>
            <p:nvSpPr>
              <p:cNvPr id="88" name="Line 4"/>
              <p:cNvSpPr>
                <a:spLocks noChangeShapeType="1"/>
              </p:cNvSpPr>
              <p:nvPr/>
            </p:nvSpPr>
            <p:spPr bwMode="auto">
              <a:xfrm>
                <a:off x="3561890" y="3784601"/>
                <a:ext cx="3972844" cy="0"/>
              </a:xfrm>
              <a:prstGeom prst="line">
                <a:avLst/>
              </a:prstGeom>
              <a:noFill/>
              <a:ln w="25400">
                <a:solidFill>
                  <a:schemeClr val="tx1"/>
                </a:solidFill>
                <a:round/>
                <a:headEnd/>
                <a:tailEnd type="stealth" w="lg" len="lg"/>
              </a:ln>
            </p:spPr>
            <p:txBody>
              <a:bodyPr/>
              <a:lstStyle/>
              <a:p>
                <a:pPr>
                  <a:defRPr/>
                </a:pPr>
                <a:endParaRPr lang="en-US">
                  <a:latin typeface="+mj-lt"/>
                  <a:ea typeface="+mn-ea"/>
                </a:endParaRPr>
              </a:p>
            </p:txBody>
          </p:sp>
          <p:sp>
            <p:nvSpPr>
              <p:cNvPr id="89" name="Line 5"/>
              <p:cNvSpPr>
                <a:spLocks noChangeShapeType="1"/>
              </p:cNvSpPr>
              <p:nvPr/>
            </p:nvSpPr>
            <p:spPr bwMode="auto">
              <a:xfrm>
                <a:off x="3561890" y="2870201"/>
                <a:ext cx="3972844" cy="0"/>
              </a:xfrm>
              <a:prstGeom prst="line">
                <a:avLst/>
              </a:prstGeom>
              <a:noFill/>
              <a:ln w="25400">
                <a:solidFill>
                  <a:schemeClr val="tx1"/>
                </a:solidFill>
                <a:round/>
                <a:headEnd/>
                <a:tailEnd type="stealth" w="lg" len="lg"/>
              </a:ln>
            </p:spPr>
            <p:txBody>
              <a:bodyPr/>
              <a:lstStyle/>
              <a:p>
                <a:pPr>
                  <a:defRPr/>
                </a:pPr>
                <a:endParaRPr lang="en-US">
                  <a:latin typeface="+mj-lt"/>
                  <a:ea typeface="+mn-ea"/>
                </a:endParaRPr>
              </a:p>
            </p:txBody>
          </p:sp>
          <p:sp>
            <p:nvSpPr>
              <p:cNvPr id="90" name="Text Box 6"/>
              <p:cNvSpPr txBox="1">
                <a:spLocks noChangeArrowheads="1"/>
              </p:cNvSpPr>
              <p:nvPr/>
            </p:nvSpPr>
            <p:spPr bwMode="auto">
              <a:xfrm>
                <a:off x="3133724" y="2641601"/>
                <a:ext cx="242887" cy="461665"/>
              </a:xfrm>
              <a:prstGeom prst="rect">
                <a:avLst/>
              </a:prstGeom>
              <a:noFill/>
              <a:ln w="25400">
                <a:noFill/>
                <a:miter lim="800000"/>
                <a:headEnd/>
                <a:tailEnd/>
              </a:ln>
            </p:spPr>
            <p:txBody>
              <a:bodyPr wrap="square">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pPr algn="r"/>
                <a:r>
                  <a:rPr lang="en-US" altLang="en-US" b="1" i="1" dirty="0" smtClean="0">
                    <a:solidFill>
                      <a:schemeClr val="accent6"/>
                    </a:solidFill>
                    <a:latin typeface="+mj-lt"/>
                  </a:rPr>
                  <a:t>B</a:t>
                </a:r>
                <a:endParaRPr lang="en-US" altLang="en-US" b="1" i="1" baseline="-25000" dirty="0">
                  <a:solidFill>
                    <a:schemeClr val="accent6"/>
                  </a:solidFill>
                  <a:latin typeface="+mj-lt"/>
                </a:endParaRPr>
              </a:p>
            </p:txBody>
          </p:sp>
          <p:sp>
            <p:nvSpPr>
              <p:cNvPr id="91" name="Text Box 7"/>
              <p:cNvSpPr txBox="1">
                <a:spLocks noChangeArrowheads="1"/>
              </p:cNvSpPr>
              <p:nvPr/>
            </p:nvSpPr>
            <p:spPr bwMode="auto">
              <a:xfrm>
                <a:off x="3061980" y="3551239"/>
                <a:ext cx="390831" cy="461665"/>
              </a:xfrm>
              <a:prstGeom prst="rect">
                <a:avLst/>
              </a:prstGeom>
              <a:noFill/>
              <a:ln w="25400">
                <a:noFill/>
                <a:miter lim="800000"/>
                <a:headEnd/>
                <a:tailEnd/>
              </a:ln>
            </p:spPr>
            <p:txBody>
              <a:bodyPr wrap="square">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pPr algn="r"/>
                <a:r>
                  <a:rPr lang="en-US" altLang="en-US" b="1" i="1" dirty="0" smtClean="0">
                    <a:solidFill>
                      <a:schemeClr val="accent6"/>
                    </a:solidFill>
                    <a:latin typeface="+mj-lt"/>
                  </a:rPr>
                  <a:t>A</a:t>
                </a:r>
                <a:endParaRPr lang="en-US" altLang="en-US" b="1" i="1" baseline="-25000" dirty="0">
                  <a:solidFill>
                    <a:schemeClr val="accent6"/>
                  </a:solidFill>
                  <a:latin typeface="+mj-lt"/>
                </a:endParaRPr>
              </a:p>
            </p:txBody>
          </p:sp>
          <p:sp>
            <p:nvSpPr>
              <p:cNvPr id="93" name="Line 9"/>
              <p:cNvSpPr>
                <a:spLocks noChangeShapeType="1"/>
              </p:cNvSpPr>
              <p:nvPr/>
            </p:nvSpPr>
            <p:spPr bwMode="auto">
              <a:xfrm flipV="1">
                <a:off x="3911600" y="2871789"/>
                <a:ext cx="685800" cy="914400"/>
              </a:xfrm>
              <a:prstGeom prst="line">
                <a:avLst/>
              </a:prstGeom>
              <a:noFill/>
              <a:ln w="31750">
                <a:solidFill>
                  <a:schemeClr val="bg1">
                    <a:lumMod val="50000"/>
                  </a:schemeClr>
                </a:solidFill>
                <a:prstDash val="dash"/>
                <a:round/>
                <a:headEnd/>
                <a:tailEnd type="stealth" w="lg" len="lg"/>
              </a:ln>
            </p:spPr>
            <p:txBody>
              <a:bodyPr/>
              <a:lstStyle/>
              <a:p>
                <a:pPr>
                  <a:defRPr/>
                </a:pPr>
                <a:endParaRPr lang="en-US">
                  <a:latin typeface="+mj-lt"/>
                  <a:ea typeface="+mn-ea"/>
                </a:endParaRPr>
              </a:p>
            </p:txBody>
          </p:sp>
          <p:sp>
            <p:nvSpPr>
              <p:cNvPr id="94" name="Line 10"/>
              <p:cNvSpPr>
                <a:spLocks noChangeShapeType="1"/>
              </p:cNvSpPr>
              <p:nvPr/>
            </p:nvSpPr>
            <p:spPr bwMode="auto">
              <a:xfrm>
                <a:off x="5908675" y="2870201"/>
                <a:ext cx="685800" cy="914400"/>
              </a:xfrm>
              <a:prstGeom prst="line">
                <a:avLst/>
              </a:prstGeom>
              <a:noFill/>
              <a:ln w="31750">
                <a:solidFill>
                  <a:schemeClr val="bg1">
                    <a:lumMod val="50000"/>
                  </a:schemeClr>
                </a:solidFill>
                <a:prstDash val="dash"/>
                <a:round/>
                <a:headEnd/>
                <a:tailEnd type="stealth" w="lg" len="lg"/>
              </a:ln>
            </p:spPr>
            <p:txBody>
              <a:bodyPr/>
              <a:lstStyle/>
              <a:p>
                <a:pPr>
                  <a:defRPr/>
                </a:pPr>
                <a:endParaRPr lang="en-US">
                  <a:latin typeface="+mj-lt"/>
                  <a:ea typeface="+mn-ea"/>
                </a:endParaRPr>
              </a:p>
            </p:txBody>
          </p:sp>
          <p:sp>
            <p:nvSpPr>
              <p:cNvPr id="95" name="Text Box 11"/>
              <p:cNvSpPr txBox="1">
                <a:spLocks noChangeArrowheads="1"/>
              </p:cNvSpPr>
              <p:nvPr/>
            </p:nvSpPr>
            <p:spPr bwMode="auto">
              <a:xfrm>
                <a:off x="3581978" y="3109914"/>
                <a:ext cx="503664" cy="400110"/>
              </a:xfrm>
              <a:prstGeom prst="rect">
                <a:avLst/>
              </a:prstGeom>
              <a:noFill/>
              <a:ln w="25400">
                <a:noFill/>
                <a:miter lim="800000"/>
                <a:headEnd/>
                <a:tailEnd type="none" w="lg" len="lg"/>
              </a:ln>
            </p:spPr>
            <p:txBody>
              <a:bodyPr wrap="none">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r>
                  <a:rPr lang="en-US" altLang="en-US" sz="2000" i="1" dirty="0" err="1" smtClean="0">
                    <a:latin typeface="+mj-lt"/>
                  </a:rPr>
                  <a:t>req</a:t>
                </a:r>
                <a:endParaRPr lang="en-US" altLang="en-US" sz="2000" i="1" dirty="0">
                  <a:latin typeface="+mj-lt"/>
                </a:endParaRPr>
              </a:p>
            </p:txBody>
          </p:sp>
          <p:sp>
            <p:nvSpPr>
              <p:cNvPr id="96" name="Text Box 12"/>
              <p:cNvSpPr txBox="1">
                <a:spLocks noChangeArrowheads="1"/>
              </p:cNvSpPr>
              <p:nvPr/>
            </p:nvSpPr>
            <p:spPr bwMode="auto">
              <a:xfrm>
                <a:off x="6288087" y="3109914"/>
                <a:ext cx="615874" cy="400110"/>
              </a:xfrm>
              <a:prstGeom prst="rect">
                <a:avLst/>
              </a:prstGeom>
              <a:noFill/>
              <a:ln w="25400">
                <a:noFill/>
                <a:miter lim="800000"/>
                <a:headEnd/>
                <a:tailEnd type="none" w="lg" len="lg"/>
              </a:ln>
            </p:spPr>
            <p:txBody>
              <a:bodyPr wrap="none">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r>
                  <a:rPr lang="en-US" altLang="en-US" sz="2000" i="1" dirty="0" err="1" smtClean="0">
                    <a:latin typeface="+mj-lt"/>
                  </a:rPr>
                  <a:t>resp</a:t>
                </a:r>
                <a:endParaRPr lang="en-US" altLang="en-US" sz="2000" i="1" dirty="0">
                  <a:latin typeface="+mj-lt"/>
                </a:endParaRPr>
              </a:p>
            </p:txBody>
          </p:sp>
          <p:sp>
            <p:nvSpPr>
              <p:cNvPr id="97" name="Text Box 13"/>
              <p:cNvSpPr txBox="1">
                <a:spLocks noChangeArrowheads="1"/>
              </p:cNvSpPr>
              <p:nvPr/>
            </p:nvSpPr>
            <p:spPr bwMode="auto">
              <a:xfrm>
                <a:off x="3452812" y="3800476"/>
                <a:ext cx="490840" cy="523220"/>
              </a:xfrm>
              <a:prstGeom prst="rect">
                <a:avLst/>
              </a:prstGeom>
              <a:noFill/>
              <a:ln w="25400">
                <a:noFill/>
                <a:miter lim="800000"/>
                <a:headEnd/>
                <a:tailEnd type="none" w="lg" len="lg"/>
              </a:ln>
            </p:spPr>
            <p:txBody>
              <a:bodyPr wrap="none">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r>
                  <a:rPr lang="en-US" altLang="en-US" sz="2800">
                    <a:latin typeface="+mj-lt"/>
                  </a:rPr>
                  <a:t>T</a:t>
                </a:r>
                <a:r>
                  <a:rPr lang="en-US" altLang="en-US" sz="2800" baseline="-25000">
                    <a:latin typeface="+mj-lt"/>
                  </a:rPr>
                  <a:t>0</a:t>
                </a:r>
              </a:p>
            </p:txBody>
          </p:sp>
          <p:sp>
            <p:nvSpPr>
              <p:cNvPr id="98" name="Text Box 14"/>
              <p:cNvSpPr txBox="1">
                <a:spLocks noChangeArrowheads="1"/>
              </p:cNvSpPr>
              <p:nvPr/>
            </p:nvSpPr>
            <p:spPr bwMode="auto">
              <a:xfrm>
                <a:off x="6553200" y="3800476"/>
                <a:ext cx="490840" cy="523220"/>
              </a:xfrm>
              <a:prstGeom prst="rect">
                <a:avLst/>
              </a:prstGeom>
              <a:noFill/>
              <a:ln w="25400">
                <a:noFill/>
                <a:miter lim="800000"/>
                <a:headEnd/>
                <a:tailEnd type="none" w="lg" len="lg"/>
              </a:ln>
            </p:spPr>
            <p:txBody>
              <a:bodyPr wrap="none">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r>
                  <a:rPr lang="en-US" altLang="en-US" sz="2800" dirty="0" smtClean="0">
                    <a:latin typeface="+mj-lt"/>
                  </a:rPr>
                  <a:t>T</a:t>
                </a:r>
                <a:r>
                  <a:rPr lang="en-US" altLang="en-US" sz="2800" baseline="-25000" dirty="0">
                    <a:latin typeface="+mj-lt"/>
                  </a:rPr>
                  <a:t>3</a:t>
                </a:r>
              </a:p>
            </p:txBody>
          </p:sp>
          <p:grpSp>
            <p:nvGrpSpPr>
              <p:cNvPr id="101" name="Group 17"/>
              <p:cNvGrpSpPr>
                <a:grpSpLocks/>
              </p:cNvGrpSpPr>
              <p:nvPr/>
            </p:nvGrpSpPr>
            <p:grpSpPr bwMode="auto">
              <a:xfrm>
                <a:off x="3833810" y="3860804"/>
                <a:ext cx="762000" cy="844551"/>
                <a:chOff x="1920" y="2784"/>
                <a:chExt cx="480" cy="532"/>
              </a:xfrm>
            </p:grpSpPr>
            <p:sp>
              <p:nvSpPr>
                <p:cNvPr id="102" name="AutoShape 18"/>
                <p:cNvSpPr>
                  <a:spLocks/>
                </p:cNvSpPr>
                <p:nvPr/>
              </p:nvSpPr>
              <p:spPr bwMode="auto">
                <a:xfrm rot="5400000">
                  <a:off x="2088" y="2664"/>
                  <a:ext cx="192" cy="432"/>
                </a:xfrm>
                <a:prstGeom prst="rightBrace">
                  <a:avLst>
                    <a:gd name="adj1" fmla="val 18750"/>
                    <a:gd name="adj2" fmla="val 50000"/>
                  </a:avLst>
                </a:prstGeom>
                <a:noFill/>
                <a:ln w="25400">
                  <a:solidFill>
                    <a:schemeClr val="tx1"/>
                  </a:solidFill>
                  <a:round/>
                  <a:headEnd/>
                  <a:tailEnd type="none" w="lg" len="lg"/>
                </a:ln>
              </p:spPr>
              <p:txBody>
                <a:bodyPr wrap="none" anchor="ct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pPr eaLnBrk="1" hangingPunct="1"/>
                  <a:endParaRPr lang="en-US" altLang="en-US">
                    <a:latin typeface="+mj-lt"/>
                  </a:endParaRPr>
                </a:p>
              </p:txBody>
            </p:sp>
            <p:sp>
              <p:nvSpPr>
                <p:cNvPr id="103" name="Text Box 19"/>
                <p:cNvSpPr txBox="1">
                  <a:spLocks noChangeArrowheads="1"/>
                </p:cNvSpPr>
                <p:nvPr/>
              </p:nvSpPr>
              <p:spPr bwMode="auto">
                <a:xfrm>
                  <a:off x="1920" y="2986"/>
                  <a:ext cx="382" cy="330"/>
                </a:xfrm>
                <a:prstGeom prst="rect">
                  <a:avLst/>
                </a:prstGeom>
                <a:noFill/>
                <a:ln w="25400">
                  <a:noFill/>
                  <a:miter lim="800000"/>
                  <a:headEnd/>
                  <a:tailEnd type="none" w="lg" len="lg"/>
                </a:ln>
              </p:spPr>
              <p:txBody>
                <a:bodyPr wrap="none">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r>
                    <a:rPr lang="el-GR" sz="2800" dirty="0">
                      <a:latin typeface="+mj-lt"/>
                    </a:rPr>
                    <a:t> </a:t>
                  </a:r>
                  <a:r>
                    <a:rPr lang="el-GR" sz="2800" dirty="0" smtClean="0">
                      <a:latin typeface="+mj-lt"/>
                    </a:rPr>
                    <a:t>Δ</a:t>
                  </a:r>
                  <a:r>
                    <a:rPr lang="en-IN" sz="2800" baseline="-25000" dirty="0" smtClean="0">
                      <a:latin typeface="+mj-lt"/>
                    </a:rPr>
                    <a:t>1</a:t>
                  </a:r>
                  <a:endParaRPr lang="en-US" altLang="en-US" sz="2800" baseline="-25000" dirty="0">
                    <a:latin typeface="+mj-lt"/>
                  </a:endParaRPr>
                </a:p>
              </p:txBody>
            </p:sp>
          </p:grpSp>
          <p:sp>
            <p:nvSpPr>
              <p:cNvPr id="105" name="AutoShape 21"/>
              <p:cNvSpPr>
                <a:spLocks/>
              </p:cNvSpPr>
              <p:nvPr/>
            </p:nvSpPr>
            <p:spPr bwMode="auto">
              <a:xfrm rot="5400000">
                <a:off x="6081709" y="3670299"/>
                <a:ext cx="304800" cy="685800"/>
              </a:xfrm>
              <a:prstGeom prst="rightBrace">
                <a:avLst>
                  <a:gd name="adj1" fmla="val 18750"/>
                  <a:gd name="adj2" fmla="val 50000"/>
                </a:avLst>
              </a:prstGeom>
              <a:noFill/>
              <a:ln w="25400">
                <a:solidFill>
                  <a:schemeClr val="tx1"/>
                </a:solidFill>
                <a:round/>
                <a:headEnd/>
                <a:tailEnd type="none" w="lg" len="lg"/>
              </a:ln>
            </p:spPr>
            <p:txBody>
              <a:bodyPr wrap="none" anchor="ct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pPr eaLnBrk="1" hangingPunct="1"/>
                <a:endParaRPr lang="en-US" altLang="en-US">
                  <a:latin typeface="+mj-lt"/>
                </a:endParaRPr>
              </a:p>
            </p:txBody>
          </p:sp>
          <p:sp>
            <p:nvSpPr>
              <p:cNvPr id="107" name="Line 23"/>
              <p:cNvSpPr>
                <a:spLocks noChangeShapeType="1"/>
              </p:cNvSpPr>
              <p:nvPr/>
            </p:nvSpPr>
            <p:spPr bwMode="auto">
              <a:xfrm flipV="1">
                <a:off x="4595812" y="2870201"/>
                <a:ext cx="0" cy="914400"/>
              </a:xfrm>
              <a:prstGeom prst="line">
                <a:avLst/>
              </a:prstGeom>
              <a:noFill/>
              <a:ln w="31750">
                <a:solidFill>
                  <a:schemeClr val="tx1"/>
                </a:solidFill>
                <a:prstDash val="dash"/>
                <a:round/>
                <a:headEnd/>
                <a:tailEnd type="none" w="lg" len="lg"/>
              </a:ln>
            </p:spPr>
            <p:txBody>
              <a:bodyPr/>
              <a:lstStyle/>
              <a:p>
                <a:pPr>
                  <a:defRPr/>
                </a:pPr>
                <a:endParaRPr lang="en-US">
                  <a:latin typeface="+mj-lt"/>
                  <a:ea typeface="+mn-ea"/>
                </a:endParaRPr>
              </a:p>
            </p:txBody>
          </p:sp>
          <p:sp>
            <p:nvSpPr>
              <p:cNvPr id="108" name="Line 24"/>
              <p:cNvSpPr>
                <a:spLocks noChangeShapeType="1"/>
              </p:cNvSpPr>
              <p:nvPr/>
            </p:nvSpPr>
            <p:spPr bwMode="auto">
              <a:xfrm flipV="1">
                <a:off x="5891212" y="2870201"/>
                <a:ext cx="0" cy="914400"/>
              </a:xfrm>
              <a:prstGeom prst="line">
                <a:avLst/>
              </a:prstGeom>
              <a:noFill/>
              <a:ln w="31750">
                <a:solidFill>
                  <a:schemeClr val="tx1"/>
                </a:solidFill>
                <a:prstDash val="dash"/>
                <a:round/>
                <a:headEnd/>
                <a:tailEnd type="none" w="lg" len="lg"/>
              </a:ln>
            </p:spPr>
            <p:txBody>
              <a:bodyPr/>
              <a:lstStyle/>
              <a:p>
                <a:pPr>
                  <a:defRPr/>
                </a:pPr>
                <a:endParaRPr lang="en-US">
                  <a:latin typeface="+mj-lt"/>
                  <a:ea typeface="+mn-ea"/>
                </a:endParaRPr>
              </a:p>
            </p:txBody>
          </p:sp>
          <p:sp>
            <p:nvSpPr>
              <p:cNvPr id="128" name="Text Box 13"/>
              <p:cNvSpPr txBox="1">
                <a:spLocks noChangeArrowheads="1"/>
              </p:cNvSpPr>
              <p:nvPr/>
            </p:nvSpPr>
            <p:spPr bwMode="auto">
              <a:xfrm>
                <a:off x="4194966" y="2254906"/>
                <a:ext cx="490840" cy="523220"/>
              </a:xfrm>
              <a:prstGeom prst="rect">
                <a:avLst/>
              </a:prstGeom>
              <a:noFill/>
              <a:ln w="25400">
                <a:noFill/>
                <a:miter lim="800000"/>
                <a:headEnd/>
                <a:tailEnd type="none" w="lg" len="lg"/>
              </a:ln>
            </p:spPr>
            <p:txBody>
              <a:bodyPr wrap="none">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r>
                  <a:rPr lang="en-US" altLang="en-US" sz="2800" dirty="0" smtClean="0">
                    <a:latin typeface="+mj-lt"/>
                  </a:rPr>
                  <a:t>T</a:t>
                </a:r>
                <a:r>
                  <a:rPr lang="en-US" altLang="en-US" sz="2800" baseline="-25000" dirty="0">
                    <a:latin typeface="+mj-lt"/>
                  </a:rPr>
                  <a:t>1</a:t>
                </a:r>
              </a:p>
            </p:txBody>
          </p:sp>
          <p:sp>
            <p:nvSpPr>
              <p:cNvPr id="129" name="Text Box 13"/>
              <p:cNvSpPr txBox="1">
                <a:spLocks noChangeArrowheads="1"/>
              </p:cNvSpPr>
              <p:nvPr/>
            </p:nvSpPr>
            <p:spPr bwMode="auto">
              <a:xfrm>
                <a:off x="5625927" y="2293802"/>
                <a:ext cx="490840" cy="523220"/>
              </a:xfrm>
              <a:prstGeom prst="rect">
                <a:avLst/>
              </a:prstGeom>
              <a:noFill/>
              <a:ln w="25400">
                <a:noFill/>
                <a:miter lim="800000"/>
                <a:headEnd/>
                <a:tailEnd type="none" w="lg" len="lg"/>
              </a:ln>
            </p:spPr>
            <p:txBody>
              <a:bodyPr wrap="none">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r>
                  <a:rPr lang="en-US" altLang="en-US" sz="2800" dirty="0" smtClean="0">
                    <a:latin typeface="+mj-lt"/>
                  </a:rPr>
                  <a:t>T</a:t>
                </a:r>
                <a:r>
                  <a:rPr lang="en-US" altLang="en-US" sz="2800" baseline="-25000" dirty="0">
                    <a:latin typeface="+mj-lt"/>
                  </a:rPr>
                  <a:t>2</a:t>
                </a:r>
              </a:p>
            </p:txBody>
          </p:sp>
          <p:sp>
            <p:nvSpPr>
              <p:cNvPr id="130" name="Text Box 19"/>
              <p:cNvSpPr txBox="1">
                <a:spLocks noChangeArrowheads="1"/>
              </p:cNvSpPr>
              <p:nvPr/>
            </p:nvSpPr>
            <p:spPr bwMode="auto">
              <a:xfrm>
                <a:off x="5871347" y="4160898"/>
                <a:ext cx="606256" cy="523220"/>
              </a:xfrm>
              <a:prstGeom prst="rect">
                <a:avLst/>
              </a:prstGeom>
              <a:noFill/>
              <a:ln w="25400">
                <a:noFill/>
                <a:miter lim="800000"/>
                <a:headEnd/>
                <a:tailEnd type="none" w="lg" len="lg"/>
              </a:ln>
            </p:spPr>
            <p:txBody>
              <a:bodyPr wrap="none">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r>
                  <a:rPr lang="el-GR" sz="2800" dirty="0">
                    <a:latin typeface="+mj-lt"/>
                  </a:rPr>
                  <a:t> </a:t>
                </a:r>
                <a:r>
                  <a:rPr lang="el-GR" sz="2800" dirty="0" smtClean="0">
                    <a:latin typeface="+mj-lt"/>
                  </a:rPr>
                  <a:t>Δ</a:t>
                </a:r>
                <a:r>
                  <a:rPr lang="en-IN" sz="2800" baseline="-25000" dirty="0">
                    <a:latin typeface="+mj-lt"/>
                  </a:rPr>
                  <a:t>2</a:t>
                </a:r>
                <a:endParaRPr lang="en-US" altLang="en-US" sz="2800" baseline="-25000" dirty="0">
                  <a:latin typeface="+mj-lt"/>
                </a:endParaRPr>
              </a:p>
            </p:txBody>
          </p:sp>
        </p:grpSp>
        <p:sp>
          <p:nvSpPr>
            <p:cNvPr id="6" name="Rounded Rectangle 5"/>
            <p:cNvSpPr/>
            <p:nvPr/>
          </p:nvSpPr>
          <p:spPr>
            <a:xfrm>
              <a:off x="7054667" y="3488072"/>
              <a:ext cx="4661083" cy="2390316"/>
            </a:xfrm>
            <a:prstGeom prst="round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mj-lt"/>
              </a:endParaRPr>
            </a:p>
          </p:txBody>
        </p:sp>
      </p:grpSp>
    </p:spTree>
    <p:extLst>
      <p:ext uri="{BB962C8B-B14F-4D97-AF65-F5344CB8AC3E}">
        <p14:creationId xmlns:p14="http://schemas.microsoft.com/office/powerpoint/2010/main" val="37296396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nodePh="1">
                                  <p:stCondLst>
                                    <p:cond delay="0"/>
                                  </p:stCondLst>
                                  <p:endCondLst>
                                    <p:cond evt="begin" delay="0">
                                      <p:tn val="5"/>
                                    </p:cond>
                                  </p:endCondLst>
                                  <p:childTnLst>
                                    <p:set>
                                      <p:cBhvr>
                                        <p:cTn id="6" dur="1" fill="hold">
                                          <p:stCondLst>
                                            <p:cond delay="0"/>
                                          </p:stCondLst>
                                        </p:cTn>
                                        <p:tgtEl>
                                          <p:spTgt spid="13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8"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Logical Clocks</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r>
              <a:rPr lang="en-US" altLang="en-US" dirty="0" smtClean="0"/>
              <a:t>If two machines do not interact, there is no need to synchronize them.</a:t>
            </a:r>
          </a:p>
          <a:p>
            <a:pPr marL="714375" lvl="2" indent="-357188">
              <a:defRPr/>
            </a:pPr>
            <a:r>
              <a:rPr lang="en-US" altLang="en-US" sz="2400" dirty="0"/>
              <a:t>What usually matters is that processes agree on the order in which events occur rather than the time at which they occurred</a:t>
            </a:r>
          </a:p>
          <a:p>
            <a:r>
              <a:rPr lang="en-US" altLang="en-US" dirty="0"/>
              <a:t>Many times, it is sufficient if processes agree on the order in which the events have occurred in a DS</a:t>
            </a:r>
          </a:p>
          <a:p>
            <a:pPr marL="714375" lvl="2" indent="-357188">
              <a:defRPr/>
            </a:pPr>
            <a:r>
              <a:rPr lang="en-US" altLang="en-US" sz="2400" dirty="0"/>
              <a:t>For example, for a distributed make utility, it is sufficient to know if an input file was modified before or after its object </a:t>
            </a:r>
            <a:r>
              <a:rPr lang="en-US" altLang="en-US" sz="2400" dirty="0" smtClean="0"/>
              <a:t>file</a:t>
            </a:r>
          </a:p>
          <a:p>
            <a:pPr marL="265113" lvl="2" indent="-265113">
              <a:spcBef>
                <a:spcPts val="1000"/>
              </a:spcBef>
              <a:buFont typeface="Webdings" panose="05030102010509060703" pitchFamily="18" charset="2"/>
              <a:buChar char=""/>
              <a:defRPr/>
            </a:pPr>
            <a:r>
              <a:rPr lang="en-US" altLang="en-US" sz="2400" dirty="0" smtClean="0"/>
              <a:t>Logical clocks are used to define an order of events without measuring the physical time at which the events occurred</a:t>
            </a:r>
          </a:p>
          <a:p>
            <a:pPr marL="265113" lvl="2" indent="-265113">
              <a:spcBef>
                <a:spcPts val="1000"/>
              </a:spcBef>
              <a:buFont typeface="Webdings" panose="05030102010509060703" pitchFamily="18" charset="2"/>
              <a:buChar char=""/>
              <a:defRPr/>
            </a:pPr>
            <a:r>
              <a:rPr lang="en-US" altLang="en-US" sz="2400" dirty="0" smtClean="0"/>
              <a:t>Two </a:t>
            </a:r>
            <a:r>
              <a:rPr lang="en-US" altLang="en-US" sz="2400" dirty="0"/>
              <a:t>types of logical </a:t>
            </a:r>
            <a:r>
              <a:rPr lang="en-US" altLang="en-US" sz="2400" dirty="0" smtClean="0"/>
              <a:t>clocks:</a:t>
            </a:r>
            <a:endParaRPr lang="en-US" altLang="en-US" sz="2400" dirty="0"/>
          </a:p>
          <a:p>
            <a:pPr marL="814387" lvl="2" indent="-457200">
              <a:buFont typeface="+mj-lt"/>
              <a:buAutoNum type="arabicPeriod"/>
              <a:defRPr/>
            </a:pPr>
            <a:r>
              <a:rPr lang="en-US" altLang="en-US" sz="2400" dirty="0" err="1">
                <a:solidFill>
                  <a:schemeClr val="accent6"/>
                </a:solidFill>
              </a:rPr>
              <a:t>Lamport’s</a:t>
            </a:r>
            <a:r>
              <a:rPr lang="en-US" altLang="en-US" sz="2400" dirty="0">
                <a:solidFill>
                  <a:schemeClr val="accent6"/>
                </a:solidFill>
              </a:rPr>
              <a:t> Logical Clock (or simply, </a:t>
            </a:r>
            <a:r>
              <a:rPr lang="en-US" altLang="en-US" sz="2400" dirty="0" err="1">
                <a:solidFill>
                  <a:schemeClr val="accent6"/>
                </a:solidFill>
              </a:rPr>
              <a:t>Lamport’s</a:t>
            </a:r>
            <a:r>
              <a:rPr lang="en-US" altLang="en-US" sz="2400" dirty="0">
                <a:solidFill>
                  <a:schemeClr val="accent6"/>
                </a:solidFill>
              </a:rPr>
              <a:t> Clock)</a:t>
            </a:r>
          </a:p>
          <a:p>
            <a:pPr marL="814387" lvl="2" indent="-457200">
              <a:buFont typeface="+mj-lt"/>
              <a:buAutoNum type="arabicPeriod"/>
              <a:defRPr/>
            </a:pPr>
            <a:r>
              <a:rPr lang="en-US" altLang="en-US" sz="2400" dirty="0">
                <a:solidFill>
                  <a:schemeClr val="accent6"/>
                </a:solidFill>
              </a:rPr>
              <a:t>Vector </a:t>
            </a:r>
            <a:r>
              <a:rPr lang="en-US" altLang="en-US" sz="2400" dirty="0" smtClean="0">
                <a:solidFill>
                  <a:schemeClr val="accent6"/>
                </a:solidFill>
              </a:rPr>
              <a:t>Clock</a:t>
            </a:r>
            <a:endParaRPr lang="en-US" altLang="en-US" sz="2400" dirty="0">
              <a:solidFill>
                <a:schemeClr val="accent6"/>
              </a:solidFill>
            </a:endParaRPr>
          </a:p>
        </p:txBody>
      </p:sp>
    </p:spTree>
    <p:extLst>
      <p:ext uri="{BB962C8B-B14F-4D97-AF65-F5344CB8AC3E}">
        <p14:creationId xmlns:p14="http://schemas.microsoft.com/office/powerpoint/2010/main" val="1849723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err="1"/>
              <a:t>Lamport’s</a:t>
            </a:r>
            <a:r>
              <a:rPr lang="en-US" dirty="0"/>
              <a:t> Logical Clock</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r>
              <a:rPr lang="en-US" altLang="en-US" dirty="0" err="1"/>
              <a:t>Lamport</a:t>
            </a:r>
            <a:r>
              <a:rPr lang="en-US" altLang="en-US" dirty="0"/>
              <a:t> advocated maintaining logical clocks at the processes to keep track of the order of </a:t>
            </a:r>
            <a:r>
              <a:rPr lang="en-US" altLang="en-US" dirty="0" smtClean="0"/>
              <a:t>events</a:t>
            </a:r>
          </a:p>
          <a:p>
            <a:r>
              <a:rPr lang="en-US" altLang="en-US" dirty="0"/>
              <a:t>To synchronize logical clocks, </a:t>
            </a:r>
            <a:r>
              <a:rPr lang="en-US" altLang="en-US" dirty="0" err="1"/>
              <a:t>Lamport</a:t>
            </a:r>
            <a:r>
              <a:rPr lang="en-US" altLang="en-US" dirty="0"/>
              <a:t> defined a relation called </a:t>
            </a:r>
            <a:r>
              <a:rPr lang="en-US" altLang="en-US" b="1" dirty="0">
                <a:solidFill>
                  <a:schemeClr val="accent6"/>
                </a:solidFill>
              </a:rPr>
              <a:t>“happened-before”</a:t>
            </a:r>
          </a:p>
          <a:p>
            <a:r>
              <a:rPr lang="en-US" altLang="en-US" dirty="0"/>
              <a:t>The expression </a:t>
            </a:r>
            <a:r>
              <a:rPr lang="en-US" altLang="en-US" b="1" dirty="0" smtClean="0"/>
              <a:t>a</a:t>
            </a:r>
            <a:r>
              <a:rPr lang="en-US" b="1" dirty="0">
                <a:sym typeface="Wingdings" pitchFamily="2" charset="2"/>
              </a:rPr>
              <a:t> </a:t>
            </a:r>
            <a:r>
              <a:rPr lang="en-US" altLang="en-US" b="1" dirty="0" smtClean="0"/>
              <a:t> b </a:t>
            </a:r>
            <a:r>
              <a:rPr lang="en-US" altLang="en-US" dirty="0"/>
              <a:t>(reads as “a happened before b”) means that all entities in a DS agree that event a occurred before event </a:t>
            </a:r>
            <a:r>
              <a:rPr lang="en-US" altLang="en-US" dirty="0" smtClean="0"/>
              <a:t>b</a:t>
            </a:r>
            <a:endParaRPr lang="en-US" altLang="en-US" dirty="0"/>
          </a:p>
        </p:txBody>
      </p:sp>
    </p:spTree>
    <p:extLst>
      <p:ext uri="{BB962C8B-B14F-4D97-AF65-F5344CB8AC3E}">
        <p14:creationId xmlns:p14="http://schemas.microsoft.com/office/powerpoint/2010/main" val="3448290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The Happened-before Relation</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r>
              <a:rPr lang="en-US" altLang="en-US" dirty="0"/>
              <a:t>The happened-before relation can be observed directly in two situations:</a:t>
            </a:r>
          </a:p>
          <a:p>
            <a:pPr marL="914400" lvl="1" indent="-457200">
              <a:lnSpc>
                <a:spcPct val="100000"/>
              </a:lnSpc>
              <a:spcBef>
                <a:spcPts val="600"/>
              </a:spcBef>
              <a:spcAft>
                <a:spcPts val="600"/>
              </a:spcAft>
              <a:buFontTx/>
              <a:buAutoNum type="arabicPeriod"/>
            </a:pPr>
            <a:r>
              <a:rPr lang="en-US" altLang="en-US" sz="2400" dirty="0">
                <a:latin typeface="+mj-lt"/>
                <a:ea typeface="Arial" panose="020B0604020202020204" pitchFamily="34" charset="0"/>
              </a:rPr>
              <a:t>If </a:t>
            </a:r>
            <a:r>
              <a:rPr lang="en-US" altLang="en-US" sz="2400" b="1" dirty="0">
                <a:latin typeface="+mj-lt"/>
                <a:ea typeface="MS PGothic" panose="020B0600070205080204" pitchFamily="34" charset="-128"/>
              </a:rPr>
              <a:t>a</a:t>
            </a:r>
            <a:r>
              <a:rPr lang="en-US" altLang="en-US" sz="2400" dirty="0">
                <a:latin typeface="+mj-lt"/>
                <a:ea typeface="Arial" panose="020B0604020202020204" pitchFamily="34" charset="0"/>
              </a:rPr>
              <a:t> and </a:t>
            </a:r>
            <a:r>
              <a:rPr lang="en-US" altLang="en-US" sz="2400" b="1" dirty="0">
                <a:latin typeface="+mj-lt"/>
                <a:ea typeface="MS PGothic" panose="020B0600070205080204" pitchFamily="34" charset="-128"/>
              </a:rPr>
              <a:t>b</a:t>
            </a:r>
            <a:r>
              <a:rPr lang="en-US" altLang="en-US" sz="2400" dirty="0">
                <a:latin typeface="+mj-lt"/>
                <a:ea typeface="Arial" panose="020B0604020202020204" pitchFamily="34" charset="0"/>
              </a:rPr>
              <a:t> are events in the same process, and </a:t>
            </a:r>
            <a:r>
              <a:rPr lang="en-US" altLang="en-US" sz="2400" b="1" dirty="0">
                <a:latin typeface="+mj-lt"/>
                <a:ea typeface="MS PGothic" panose="020B0600070205080204" pitchFamily="34" charset="-128"/>
              </a:rPr>
              <a:t>a</a:t>
            </a:r>
            <a:r>
              <a:rPr lang="en-US" altLang="en-US" sz="2400" dirty="0">
                <a:latin typeface="+mj-lt"/>
                <a:ea typeface="Arial" panose="020B0604020202020204" pitchFamily="34" charset="0"/>
              </a:rPr>
              <a:t> occurs before </a:t>
            </a:r>
            <a:r>
              <a:rPr lang="en-US" altLang="en-US" sz="2400" b="1" dirty="0">
                <a:latin typeface="+mj-lt"/>
                <a:ea typeface="MS PGothic" panose="020B0600070205080204" pitchFamily="34" charset="-128"/>
              </a:rPr>
              <a:t>b</a:t>
            </a:r>
            <a:r>
              <a:rPr lang="en-US" altLang="en-US" sz="2400" dirty="0">
                <a:latin typeface="+mj-lt"/>
                <a:ea typeface="Arial" panose="020B0604020202020204" pitchFamily="34" charset="0"/>
              </a:rPr>
              <a:t>, then </a:t>
            </a:r>
            <a:r>
              <a:rPr lang="en-US" altLang="en-US" sz="2400" b="1" dirty="0" err="1">
                <a:latin typeface="+mj-lt"/>
                <a:ea typeface="MS PGothic" panose="020B0600070205080204" pitchFamily="34" charset="-128"/>
              </a:rPr>
              <a:t>a</a:t>
            </a:r>
            <a:r>
              <a:rPr lang="en-US" altLang="en-US" sz="2400" b="1" dirty="0" err="1">
                <a:latin typeface="+mj-lt"/>
                <a:ea typeface="MS PGothic" panose="020B0600070205080204" pitchFamily="34" charset="-128"/>
                <a:sym typeface="Wingdings" panose="05000000000000000000" pitchFamily="2" charset="2"/>
              </a:rPr>
              <a:t>b</a:t>
            </a:r>
            <a:r>
              <a:rPr lang="en-US" altLang="en-US" sz="2400" dirty="0">
                <a:latin typeface="+mj-lt"/>
                <a:ea typeface="Arial" panose="020B0604020202020204" pitchFamily="34" charset="0"/>
                <a:sym typeface="Wingdings" panose="05000000000000000000" pitchFamily="2" charset="2"/>
              </a:rPr>
              <a:t> is </a:t>
            </a:r>
            <a:r>
              <a:rPr lang="en-US" altLang="en-US" sz="2400" dirty="0" smtClean="0">
                <a:latin typeface="+mj-lt"/>
                <a:ea typeface="Arial" panose="020B0604020202020204" pitchFamily="34" charset="0"/>
                <a:sym typeface="Wingdings" panose="05000000000000000000" pitchFamily="2" charset="2"/>
              </a:rPr>
              <a:t>true</a:t>
            </a:r>
            <a:endParaRPr lang="en-US" altLang="en-US" sz="2400" dirty="0">
              <a:latin typeface="+mj-lt"/>
              <a:ea typeface="Arial" panose="020B0604020202020204" pitchFamily="34" charset="0"/>
              <a:sym typeface="Wingdings" panose="05000000000000000000" pitchFamily="2" charset="2"/>
            </a:endParaRPr>
          </a:p>
          <a:p>
            <a:pPr marL="914400" lvl="1" indent="-457200">
              <a:lnSpc>
                <a:spcPct val="100000"/>
              </a:lnSpc>
              <a:spcBef>
                <a:spcPts val="600"/>
              </a:spcBef>
              <a:spcAft>
                <a:spcPts val="600"/>
              </a:spcAft>
              <a:buFontTx/>
              <a:buAutoNum type="arabicPeriod"/>
            </a:pPr>
            <a:r>
              <a:rPr lang="en-US" altLang="en-US" sz="2400" dirty="0">
                <a:latin typeface="+mj-lt"/>
                <a:ea typeface="Arial" panose="020B0604020202020204" pitchFamily="34" charset="0"/>
                <a:sym typeface="Wingdings" panose="05000000000000000000" pitchFamily="2" charset="2"/>
              </a:rPr>
              <a:t>If </a:t>
            </a:r>
            <a:r>
              <a:rPr lang="en-US" altLang="en-US" sz="2400" b="1" dirty="0">
                <a:latin typeface="+mj-lt"/>
                <a:ea typeface="MS PGothic" panose="020B0600070205080204" pitchFamily="34" charset="-128"/>
                <a:sym typeface="Wingdings" panose="05000000000000000000" pitchFamily="2" charset="2"/>
              </a:rPr>
              <a:t>a</a:t>
            </a:r>
            <a:r>
              <a:rPr lang="en-US" altLang="en-US" sz="2400" dirty="0">
                <a:latin typeface="+mj-lt"/>
                <a:ea typeface="Arial" panose="020B0604020202020204" pitchFamily="34" charset="0"/>
                <a:sym typeface="Wingdings" panose="05000000000000000000" pitchFamily="2" charset="2"/>
              </a:rPr>
              <a:t> is an event of message </a:t>
            </a:r>
            <a:r>
              <a:rPr lang="en-US" altLang="en-US" sz="2400" b="1" dirty="0">
                <a:latin typeface="+mj-lt"/>
                <a:ea typeface="MS PGothic" panose="020B0600070205080204" pitchFamily="34" charset="-128"/>
                <a:sym typeface="Wingdings" panose="05000000000000000000" pitchFamily="2" charset="2"/>
              </a:rPr>
              <a:t>m</a:t>
            </a:r>
            <a:r>
              <a:rPr lang="en-US" altLang="en-US" sz="2400" dirty="0">
                <a:latin typeface="+mj-lt"/>
                <a:ea typeface="Arial" panose="020B0604020202020204" pitchFamily="34" charset="0"/>
                <a:sym typeface="Wingdings" panose="05000000000000000000" pitchFamily="2" charset="2"/>
              </a:rPr>
              <a:t> being sent by a process, and </a:t>
            </a:r>
            <a:r>
              <a:rPr lang="en-US" altLang="en-US" sz="2400" b="1" dirty="0">
                <a:latin typeface="+mj-lt"/>
                <a:ea typeface="MS PGothic" panose="020B0600070205080204" pitchFamily="34" charset="-128"/>
                <a:sym typeface="Wingdings" panose="05000000000000000000" pitchFamily="2" charset="2"/>
              </a:rPr>
              <a:t>b</a:t>
            </a:r>
            <a:r>
              <a:rPr lang="en-US" altLang="en-US" sz="2400" dirty="0">
                <a:latin typeface="+mj-lt"/>
                <a:ea typeface="Arial" panose="020B0604020202020204" pitchFamily="34" charset="0"/>
                <a:sym typeface="Wingdings" panose="05000000000000000000" pitchFamily="2" charset="2"/>
              </a:rPr>
              <a:t> is the event of </a:t>
            </a:r>
            <a:r>
              <a:rPr lang="en-US" altLang="en-US" sz="2400" b="1" dirty="0">
                <a:latin typeface="+mj-lt"/>
                <a:ea typeface="MS PGothic" panose="020B0600070205080204" pitchFamily="34" charset="-128"/>
                <a:sym typeface="Wingdings" panose="05000000000000000000" pitchFamily="2" charset="2"/>
              </a:rPr>
              <a:t>m </a:t>
            </a:r>
            <a:r>
              <a:rPr lang="en-US" altLang="en-US" sz="2400" dirty="0">
                <a:latin typeface="+mj-lt"/>
                <a:ea typeface="MS PGothic" panose="020B0600070205080204" pitchFamily="34" charset="-128"/>
                <a:sym typeface="Wingdings" panose="05000000000000000000" pitchFamily="2" charset="2"/>
              </a:rPr>
              <a:t>(i.e., the same message) </a:t>
            </a:r>
            <a:r>
              <a:rPr lang="en-US" altLang="en-US" sz="2400" dirty="0">
                <a:latin typeface="+mj-lt"/>
                <a:ea typeface="Arial" panose="020B0604020202020204" pitchFamily="34" charset="0"/>
                <a:sym typeface="Wingdings" panose="05000000000000000000" pitchFamily="2" charset="2"/>
              </a:rPr>
              <a:t>being received by another process, then </a:t>
            </a:r>
            <a:r>
              <a:rPr lang="en-US" altLang="en-US" sz="2400" b="1" dirty="0" err="1">
                <a:latin typeface="+mj-lt"/>
                <a:ea typeface="MS PGothic" panose="020B0600070205080204" pitchFamily="34" charset="-128"/>
                <a:sym typeface="Wingdings" panose="05000000000000000000" pitchFamily="2" charset="2"/>
              </a:rPr>
              <a:t>ab</a:t>
            </a:r>
            <a:r>
              <a:rPr lang="en-US" altLang="en-US" sz="2400" dirty="0">
                <a:latin typeface="+mj-lt"/>
                <a:ea typeface="Arial" panose="020B0604020202020204" pitchFamily="34" charset="0"/>
                <a:sym typeface="Wingdings" panose="05000000000000000000" pitchFamily="2" charset="2"/>
              </a:rPr>
              <a:t> is </a:t>
            </a:r>
            <a:r>
              <a:rPr lang="en-US" altLang="en-US" sz="2400" dirty="0" smtClean="0">
                <a:latin typeface="+mj-lt"/>
                <a:ea typeface="Arial" panose="020B0604020202020204" pitchFamily="34" charset="0"/>
                <a:sym typeface="Wingdings" panose="05000000000000000000" pitchFamily="2" charset="2"/>
              </a:rPr>
              <a:t>true</a:t>
            </a:r>
          </a:p>
          <a:p>
            <a:pPr marL="914400" lvl="1" indent="-457200">
              <a:lnSpc>
                <a:spcPct val="100000"/>
              </a:lnSpc>
              <a:spcBef>
                <a:spcPts val="600"/>
              </a:spcBef>
              <a:spcAft>
                <a:spcPts val="600"/>
              </a:spcAft>
              <a:buFontTx/>
              <a:buAutoNum type="arabicPeriod"/>
            </a:pPr>
            <a:endParaRPr lang="en-US" altLang="en-US" sz="2400" dirty="0">
              <a:latin typeface="+mj-lt"/>
              <a:ea typeface="Arial" panose="020B0604020202020204" pitchFamily="34" charset="0"/>
              <a:sym typeface="Wingdings" panose="05000000000000000000" pitchFamily="2" charset="2"/>
            </a:endParaRPr>
          </a:p>
          <a:p>
            <a:pPr marL="265113" lvl="1" indent="-265113">
              <a:spcBef>
                <a:spcPts val="1000"/>
              </a:spcBef>
              <a:spcAft>
                <a:spcPts val="600"/>
              </a:spcAft>
              <a:buFont typeface="Webdings" panose="05030102010509060703" pitchFamily="18" charset="2"/>
              <a:buChar char=""/>
            </a:pPr>
            <a:r>
              <a:rPr lang="en-US" altLang="en-US" sz="2400" dirty="0">
                <a:sym typeface="Wingdings" panose="05000000000000000000" pitchFamily="2" charset="2"/>
              </a:rPr>
              <a:t>The happened-before relation is transitive</a:t>
            </a:r>
          </a:p>
          <a:p>
            <a:pPr marL="714375" lvl="2" indent="-357188">
              <a:spcAft>
                <a:spcPts val="600"/>
              </a:spcAft>
              <a:defRPr/>
            </a:pPr>
            <a:r>
              <a:rPr lang="en-US" altLang="en-US" sz="2400" dirty="0">
                <a:sym typeface="Wingdings" panose="05000000000000000000" pitchFamily="2" charset="2"/>
              </a:rPr>
              <a:t>If </a:t>
            </a:r>
            <a:r>
              <a:rPr lang="en-US" altLang="en-US" sz="2400" dirty="0" err="1">
                <a:sym typeface="Wingdings" panose="05000000000000000000" pitchFamily="2" charset="2"/>
              </a:rPr>
              <a:t>ab</a:t>
            </a:r>
            <a:r>
              <a:rPr lang="en-US" altLang="en-US" sz="2400" dirty="0">
                <a:sym typeface="Wingdings" panose="05000000000000000000" pitchFamily="2" charset="2"/>
              </a:rPr>
              <a:t> and </a:t>
            </a:r>
            <a:r>
              <a:rPr lang="en-US" altLang="en-US" sz="2400" dirty="0" err="1">
                <a:sym typeface="Wingdings" panose="05000000000000000000" pitchFamily="2" charset="2"/>
              </a:rPr>
              <a:t>bc</a:t>
            </a:r>
            <a:r>
              <a:rPr lang="en-US" altLang="en-US" sz="2400" dirty="0">
                <a:sym typeface="Wingdings" panose="05000000000000000000" pitchFamily="2" charset="2"/>
              </a:rPr>
              <a:t>, then </a:t>
            </a:r>
            <a:r>
              <a:rPr lang="en-US" altLang="en-US" sz="2400" dirty="0" err="1">
                <a:sym typeface="Wingdings" panose="05000000000000000000" pitchFamily="2" charset="2"/>
              </a:rPr>
              <a:t>ac</a:t>
            </a:r>
            <a:endParaRPr lang="en-US" altLang="en-US" sz="2400" dirty="0">
              <a:sym typeface="Wingdings" panose="05000000000000000000" pitchFamily="2" charset="2"/>
            </a:endParaRPr>
          </a:p>
          <a:p>
            <a:endParaRPr lang="en-US" altLang="en-US" dirty="0"/>
          </a:p>
        </p:txBody>
      </p:sp>
    </p:spTree>
    <p:extLst>
      <p:ext uri="{BB962C8B-B14F-4D97-AF65-F5344CB8AC3E}">
        <p14:creationId xmlns:p14="http://schemas.microsoft.com/office/powerpoint/2010/main" val="18700727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Properties of Logical Clock</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pPr marL="0" indent="0">
              <a:buNone/>
            </a:pPr>
            <a:r>
              <a:rPr lang="en-US" altLang="en-US" b="1" dirty="0">
                <a:solidFill>
                  <a:srgbClr val="1D3064"/>
                </a:solidFill>
              </a:rPr>
              <a:t>From the happened-before relation, we can infer that:</a:t>
            </a:r>
          </a:p>
          <a:p>
            <a:pPr marL="265113" lvl="2" indent="-265113">
              <a:spcBef>
                <a:spcPts val="1000"/>
              </a:spcBef>
              <a:buFont typeface="Webdings" panose="05030102010509060703" pitchFamily="18" charset="2"/>
              <a:buChar char=""/>
              <a:defRPr/>
            </a:pPr>
            <a:r>
              <a:rPr lang="en-US" altLang="en-US" sz="2400" dirty="0"/>
              <a:t>If two events a and b occur within the same process and </a:t>
            </a:r>
            <a:r>
              <a:rPr lang="en-US" altLang="en-US" sz="2400" dirty="0" smtClean="0"/>
              <a:t>a</a:t>
            </a:r>
            <a:r>
              <a:rPr lang="en-US" altLang="en-US" sz="2400" b="1" dirty="0">
                <a:ea typeface="MS PGothic" panose="020B0600070205080204" pitchFamily="34" charset="-128"/>
                <a:sym typeface="Wingdings" panose="05000000000000000000" pitchFamily="2" charset="2"/>
              </a:rPr>
              <a:t>  </a:t>
            </a:r>
            <a:r>
              <a:rPr lang="en-US" altLang="en-US" sz="2400" dirty="0" smtClean="0"/>
              <a:t>b</a:t>
            </a:r>
            <a:r>
              <a:rPr lang="en-US" altLang="en-US" sz="2400" dirty="0"/>
              <a:t>, then C(a) and C(b) are assigned time values such that C(a) &lt; C(b)</a:t>
            </a:r>
          </a:p>
          <a:p>
            <a:pPr marL="265113" lvl="2" indent="-265113">
              <a:spcBef>
                <a:spcPts val="1000"/>
              </a:spcBef>
              <a:buFont typeface="Webdings" panose="05030102010509060703" pitchFamily="18" charset="2"/>
              <a:buChar char=""/>
              <a:defRPr/>
            </a:pPr>
            <a:r>
              <a:rPr lang="en-US" altLang="en-US" sz="2400" dirty="0"/>
              <a:t>If a is the event of sending message m from one process (say P1), and b is the event of receiving m (i.e., the same message) at another process (say, P2), then: </a:t>
            </a:r>
          </a:p>
          <a:p>
            <a:pPr marL="714375" lvl="2" indent="-357188">
              <a:defRPr/>
            </a:pPr>
            <a:r>
              <a:rPr lang="en-US" altLang="en-US" sz="2400" dirty="0"/>
              <a:t>The time values C1(a) and C2(b) are assigned in a way such that the two processes agree that C1(a) &lt; C2(b)</a:t>
            </a:r>
          </a:p>
          <a:p>
            <a:r>
              <a:rPr lang="en-US" altLang="en-US" dirty="0"/>
              <a:t>The clock time C must always go forward (increasing), and never backward (decreasing)</a:t>
            </a:r>
          </a:p>
        </p:txBody>
      </p:sp>
    </p:spTree>
    <p:extLst>
      <p:ext uri="{BB962C8B-B14F-4D97-AF65-F5344CB8AC3E}">
        <p14:creationId xmlns:p14="http://schemas.microsoft.com/office/powerpoint/2010/main" val="570664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Synchronizing Logical Clocks</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a:xfrm>
            <a:off x="131180" y="863444"/>
            <a:ext cx="7879345" cy="5590565"/>
          </a:xfrm>
        </p:spPr>
        <p:txBody>
          <a:bodyPr/>
          <a:lstStyle/>
          <a:p>
            <a:pPr marL="265113" lvl="2" indent="-265113">
              <a:spcBef>
                <a:spcPts val="1000"/>
              </a:spcBef>
              <a:buFont typeface="Webdings" panose="05030102010509060703" pitchFamily="18" charset="2"/>
              <a:buChar char=""/>
              <a:defRPr/>
            </a:pPr>
            <a:r>
              <a:rPr lang="en-US" altLang="en-US" sz="2400" dirty="0"/>
              <a:t>Three processes P1, P2 and P3 running at different </a:t>
            </a:r>
            <a:r>
              <a:rPr lang="en-US" altLang="en-US" sz="2400" dirty="0" smtClean="0"/>
              <a:t>rates</a:t>
            </a:r>
            <a:endParaRPr lang="en-US" altLang="en-US" sz="2400" dirty="0"/>
          </a:p>
          <a:p>
            <a:pPr marL="265113" lvl="2" indent="-265113">
              <a:spcBef>
                <a:spcPts val="1000"/>
              </a:spcBef>
              <a:buFont typeface="Webdings" panose="05030102010509060703" pitchFamily="18" charset="2"/>
              <a:buChar char=""/>
              <a:defRPr/>
            </a:pPr>
            <a:r>
              <a:rPr lang="en-US" altLang="en-US" sz="2400" dirty="0"/>
              <a:t>If the processes communicate between each other, there might be discrepancies in agreeing on the event ordering</a:t>
            </a:r>
          </a:p>
          <a:p>
            <a:pPr marL="714375" lvl="2" indent="-357188">
              <a:defRPr/>
            </a:pPr>
            <a:r>
              <a:rPr lang="en-US" altLang="en-US" sz="2400" dirty="0"/>
              <a:t>Ordering of sending and receiving messages </a:t>
            </a:r>
            <a:r>
              <a:rPr lang="en-US" altLang="en-US" sz="2400" dirty="0">
                <a:solidFill>
                  <a:schemeClr val="accent6"/>
                </a:solidFill>
              </a:rPr>
              <a:t>m1 and m2 are correct</a:t>
            </a:r>
          </a:p>
          <a:p>
            <a:pPr marL="714375" lvl="2" indent="-357188">
              <a:defRPr/>
            </a:pPr>
            <a:r>
              <a:rPr lang="en-US" altLang="en-US" sz="2400" dirty="0"/>
              <a:t>However, </a:t>
            </a:r>
            <a:r>
              <a:rPr lang="en-US" altLang="en-US" sz="2400" dirty="0">
                <a:solidFill>
                  <a:schemeClr val="accent6"/>
                </a:solidFill>
              </a:rPr>
              <a:t>m3 and m4 violate the happened-before </a:t>
            </a:r>
            <a:r>
              <a:rPr lang="en-US" altLang="en-US" sz="2400" dirty="0"/>
              <a:t>relationship</a:t>
            </a:r>
          </a:p>
        </p:txBody>
      </p:sp>
      <p:grpSp>
        <p:nvGrpSpPr>
          <p:cNvPr id="100" name="Group 99"/>
          <p:cNvGrpSpPr/>
          <p:nvPr/>
        </p:nvGrpSpPr>
        <p:grpSpPr>
          <a:xfrm>
            <a:off x="8482013" y="1604962"/>
            <a:ext cx="3200400" cy="3886200"/>
            <a:chOff x="8482013" y="1604962"/>
            <a:chExt cx="3200400" cy="3886200"/>
          </a:xfrm>
        </p:grpSpPr>
        <p:sp>
          <p:nvSpPr>
            <p:cNvPr id="52" name="Rectangle 51">
              <a:extLst>
                <a:ext uri="{FF2B5EF4-FFF2-40B4-BE49-F238E27FC236}">
                  <a16:creationId xmlns:a16="http://schemas.microsoft.com/office/drawing/2014/main" xmlns="" id="{5A8CE045-0195-4A40-9B57-134CD7A469AE}"/>
                </a:ext>
              </a:extLst>
            </p:cNvPr>
            <p:cNvSpPr/>
            <p:nvPr/>
          </p:nvSpPr>
          <p:spPr>
            <a:xfrm>
              <a:off x="8558213" y="2138362"/>
              <a:ext cx="533400" cy="304800"/>
            </a:xfrm>
            <a:prstGeom prst="rect">
              <a:avLst/>
            </a:prstGeom>
            <a:solidFill>
              <a:srgbClr val="1D3064"/>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latin typeface="+mj-lt"/>
                </a:rPr>
                <a:t>0</a:t>
              </a:r>
            </a:p>
          </p:txBody>
        </p:sp>
        <p:sp>
          <p:nvSpPr>
            <p:cNvPr id="53" name="Rectangle 52">
              <a:extLst>
                <a:ext uri="{FF2B5EF4-FFF2-40B4-BE49-F238E27FC236}">
                  <a16:creationId xmlns:a16="http://schemas.microsoft.com/office/drawing/2014/main" xmlns="" id="{3BA8B18F-F220-4BF8-ACD2-86A6C848CD93}"/>
                </a:ext>
              </a:extLst>
            </p:cNvPr>
            <p:cNvSpPr/>
            <p:nvPr/>
          </p:nvSpPr>
          <p:spPr>
            <a:xfrm>
              <a:off x="8558213" y="2443162"/>
              <a:ext cx="533400" cy="304800"/>
            </a:xfrm>
            <a:prstGeom prst="rect">
              <a:avLst/>
            </a:prstGeom>
            <a:solidFill>
              <a:srgbClr val="1D3064"/>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latin typeface="+mj-lt"/>
                </a:rPr>
                <a:t>6</a:t>
              </a:r>
            </a:p>
          </p:txBody>
        </p:sp>
        <p:sp>
          <p:nvSpPr>
            <p:cNvPr id="54" name="Rectangle 53">
              <a:extLst>
                <a:ext uri="{FF2B5EF4-FFF2-40B4-BE49-F238E27FC236}">
                  <a16:creationId xmlns:a16="http://schemas.microsoft.com/office/drawing/2014/main" xmlns="" id="{6A76996B-608D-404E-8FFC-3085CF1FDE2D}"/>
                </a:ext>
              </a:extLst>
            </p:cNvPr>
            <p:cNvSpPr/>
            <p:nvPr/>
          </p:nvSpPr>
          <p:spPr>
            <a:xfrm>
              <a:off x="8558213" y="2747962"/>
              <a:ext cx="533400" cy="304800"/>
            </a:xfrm>
            <a:prstGeom prst="rect">
              <a:avLst/>
            </a:prstGeom>
            <a:solidFill>
              <a:srgbClr val="1D3064"/>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latin typeface="+mj-lt"/>
                </a:rPr>
                <a:t>12</a:t>
              </a:r>
            </a:p>
          </p:txBody>
        </p:sp>
        <p:sp>
          <p:nvSpPr>
            <p:cNvPr id="55" name="Rectangle 54">
              <a:extLst>
                <a:ext uri="{FF2B5EF4-FFF2-40B4-BE49-F238E27FC236}">
                  <a16:creationId xmlns:a16="http://schemas.microsoft.com/office/drawing/2014/main" xmlns="" id="{2C9E2749-28F8-4A81-9F5C-D274262AC202}"/>
                </a:ext>
              </a:extLst>
            </p:cNvPr>
            <p:cNvSpPr/>
            <p:nvPr/>
          </p:nvSpPr>
          <p:spPr>
            <a:xfrm>
              <a:off x="8558213" y="3052762"/>
              <a:ext cx="533400" cy="304800"/>
            </a:xfrm>
            <a:prstGeom prst="rect">
              <a:avLst/>
            </a:prstGeom>
            <a:solidFill>
              <a:srgbClr val="1D3064"/>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latin typeface="+mj-lt"/>
                </a:rPr>
                <a:t>18</a:t>
              </a:r>
            </a:p>
          </p:txBody>
        </p:sp>
        <p:sp>
          <p:nvSpPr>
            <p:cNvPr id="56" name="Rectangle 55">
              <a:extLst>
                <a:ext uri="{FF2B5EF4-FFF2-40B4-BE49-F238E27FC236}">
                  <a16:creationId xmlns:a16="http://schemas.microsoft.com/office/drawing/2014/main" xmlns="" id="{031B153A-BC60-4759-B54A-8E8819B3B80F}"/>
                </a:ext>
              </a:extLst>
            </p:cNvPr>
            <p:cNvSpPr/>
            <p:nvPr/>
          </p:nvSpPr>
          <p:spPr>
            <a:xfrm>
              <a:off x="8558213" y="3357562"/>
              <a:ext cx="533400" cy="304800"/>
            </a:xfrm>
            <a:prstGeom prst="rect">
              <a:avLst/>
            </a:prstGeom>
            <a:solidFill>
              <a:srgbClr val="1D3064"/>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latin typeface="+mj-lt"/>
                </a:rPr>
                <a:t>24</a:t>
              </a:r>
            </a:p>
          </p:txBody>
        </p:sp>
        <p:sp>
          <p:nvSpPr>
            <p:cNvPr id="57" name="Rectangle 56">
              <a:extLst>
                <a:ext uri="{FF2B5EF4-FFF2-40B4-BE49-F238E27FC236}">
                  <a16:creationId xmlns:a16="http://schemas.microsoft.com/office/drawing/2014/main" xmlns="" id="{2AA54272-C725-4E00-AC86-9D7B7FD2D72D}"/>
                </a:ext>
              </a:extLst>
            </p:cNvPr>
            <p:cNvSpPr/>
            <p:nvPr/>
          </p:nvSpPr>
          <p:spPr>
            <a:xfrm>
              <a:off x="8558213" y="3662362"/>
              <a:ext cx="533400" cy="304800"/>
            </a:xfrm>
            <a:prstGeom prst="rect">
              <a:avLst/>
            </a:prstGeom>
            <a:solidFill>
              <a:srgbClr val="1D3064"/>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latin typeface="+mj-lt"/>
                </a:rPr>
                <a:t>30</a:t>
              </a:r>
            </a:p>
          </p:txBody>
        </p:sp>
        <p:sp>
          <p:nvSpPr>
            <p:cNvPr id="58" name="Rectangle 57">
              <a:extLst>
                <a:ext uri="{FF2B5EF4-FFF2-40B4-BE49-F238E27FC236}">
                  <a16:creationId xmlns:a16="http://schemas.microsoft.com/office/drawing/2014/main" xmlns="" id="{0B783FB2-B915-4D16-901E-6E145CE4F23A}"/>
                </a:ext>
              </a:extLst>
            </p:cNvPr>
            <p:cNvSpPr/>
            <p:nvPr/>
          </p:nvSpPr>
          <p:spPr>
            <a:xfrm>
              <a:off x="8558213" y="3967162"/>
              <a:ext cx="533400" cy="304800"/>
            </a:xfrm>
            <a:prstGeom prst="rect">
              <a:avLst/>
            </a:prstGeom>
            <a:solidFill>
              <a:srgbClr val="1D3064"/>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latin typeface="+mj-lt"/>
                </a:rPr>
                <a:t>36</a:t>
              </a:r>
            </a:p>
          </p:txBody>
        </p:sp>
        <p:sp>
          <p:nvSpPr>
            <p:cNvPr id="59" name="Rectangle 58">
              <a:extLst>
                <a:ext uri="{FF2B5EF4-FFF2-40B4-BE49-F238E27FC236}">
                  <a16:creationId xmlns:a16="http://schemas.microsoft.com/office/drawing/2014/main" xmlns="" id="{D23E359E-60B5-4188-A606-89F6543AD43C}"/>
                </a:ext>
              </a:extLst>
            </p:cNvPr>
            <p:cNvSpPr/>
            <p:nvPr/>
          </p:nvSpPr>
          <p:spPr>
            <a:xfrm>
              <a:off x="8558213" y="4271962"/>
              <a:ext cx="533400" cy="304800"/>
            </a:xfrm>
            <a:prstGeom prst="rect">
              <a:avLst/>
            </a:prstGeom>
            <a:solidFill>
              <a:srgbClr val="1D3064"/>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latin typeface="+mj-lt"/>
                </a:rPr>
                <a:t>42</a:t>
              </a:r>
            </a:p>
          </p:txBody>
        </p:sp>
        <p:sp>
          <p:nvSpPr>
            <p:cNvPr id="60" name="Rectangle 59">
              <a:extLst>
                <a:ext uri="{FF2B5EF4-FFF2-40B4-BE49-F238E27FC236}">
                  <a16:creationId xmlns:a16="http://schemas.microsoft.com/office/drawing/2014/main" xmlns="" id="{507452C4-B8F2-4C79-A364-02D8A3EAFDCF}"/>
                </a:ext>
              </a:extLst>
            </p:cNvPr>
            <p:cNvSpPr/>
            <p:nvPr/>
          </p:nvSpPr>
          <p:spPr>
            <a:xfrm>
              <a:off x="8558213" y="4576762"/>
              <a:ext cx="533400" cy="304800"/>
            </a:xfrm>
            <a:prstGeom prst="rect">
              <a:avLst/>
            </a:prstGeom>
            <a:solidFill>
              <a:srgbClr val="1D3064"/>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latin typeface="+mj-lt"/>
                </a:rPr>
                <a:t>48</a:t>
              </a:r>
            </a:p>
          </p:txBody>
        </p:sp>
        <p:sp>
          <p:nvSpPr>
            <p:cNvPr id="61" name="Rectangle 60">
              <a:extLst>
                <a:ext uri="{FF2B5EF4-FFF2-40B4-BE49-F238E27FC236}">
                  <a16:creationId xmlns:a16="http://schemas.microsoft.com/office/drawing/2014/main" xmlns="" id="{C0C4013B-705A-4CAE-A62C-908BCF337633}"/>
                </a:ext>
              </a:extLst>
            </p:cNvPr>
            <p:cNvSpPr/>
            <p:nvPr/>
          </p:nvSpPr>
          <p:spPr>
            <a:xfrm>
              <a:off x="8558213" y="4881562"/>
              <a:ext cx="533400" cy="304800"/>
            </a:xfrm>
            <a:prstGeom prst="rect">
              <a:avLst/>
            </a:prstGeom>
            <a:solidFill>
              <a:srgbClr val="1D3064"/>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latin typeface="+mj-lt"/>
                </a:rPr>
                <a:t>54</a:t>
              </a:r>
            </a:p>
          </p:txBody>
        </p:sp>
        <p:sp>
          <p:nvSpPr>
            <p:cNvPr id="62" name="Rectangle 61">
              <a:extLst>
                <a:ext uri="{FF2B5EF4-FFF2-40B4-BE49-F238E27FC236}">
                  <a16:creationId xmlns:a16="http://schemas.microsoft.com/office/drawing/2014/main" xmlns="" id="{5056E560-155B-4701-9E36-BA523FE388EF}"/>
                </a:ext>
              </a:extLst>
            </p:cNvPr>
            <p:cNvSpPr/>
            <p:nvPr/>
          </p:nvSpPr>
          <p:spPr>
            <a:xfrm>
              <a:off x="8558213" y="5186362"/>
              <a:ext cx="533400" cy="304800"/>
            </a:xfrm>
            <a:prstGeom prst="rect">
              <a:avLst/>
            </a:prstGeom>
            <a:solidFill>
              <a:srgbClr val="1D3064"/>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latin typeface="+mj-lt"/>
                </a:rPr>
                <a:t>60</a:t>
              </a:r>
            </a:p>
          </p:txBody>
        </p:sp>
        <p:sp>
          <p:nvSpPr>
            <p:cNvPr id="63" name="Rectangle 62">
              <a:extLst>
                <a:ext uri="{FF2B5EF4-FFF2-40B4-BE49-F238E27FC236}">
                  <a16:creationId xmlns:a16="http://schemas.microsoft.com/office/drawing/2014/main" xmlns="" id="{ACC844C0-2868-4832-BCDF-D2E114A1FA1D}"/>
                </a:ext>
              </a:extLst>
            </p:cNvPr>
            <p:cNvSpPr/>
            <p:nvPr/>
          </p:nvSpPr>
          <p:spPr>
            <a:xfrm>
              <a:off x="9853613" y="2138362"/>
              <a:ext cx="533400" cy="304800"/>
            </a:xfrm>
            <a:prstGeom prst="rect">
              <a:avLst/>
            </a:prstGeom>
            <a:solidFill>
              <a:schemeClr val="accent2">
                <a:lumMod val="60000"/>
                <a:lumOff val="40000"/>
              </a:schemeClr>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solidFill>
                    <a:schemeClr val="tx1"/>
                  </a:solidFill>
                  <a:latin typeface="+mj-lt"/>
                </a:rPr>
                <a:t>0</a:t>
              </a:r>
            </a:p>
          </p:txBody>
        </p:sp>
        <p:sp>
          <p:nvSpPr>
            <p:cNvPr id="64" name="Rectangle 63">
              <a:extLst>
                <a:ext uri="{FF2B5EF4-FFF2-40B4-BE49-F238E27FC236}">
                  <a16:creationId xmlns:a16="http://schemas.microsoft.com/office/drawing/2014/main" xmlns="" id="{50DF99E4-3911-424A-86F6-CCED2C284801}"/>
                </a:ext>
              </a:extLst>
            </p:cNvPr>
            <p:cNvSpPr/>
            <p:nvPr/>
          </p:nvSpPr>
          <p:spPr>
            <a:xfrm>
              <a:off x="9853613" y="2443162"/>
              <a:ext cx="533400" cy="304800"/>
            </a:xfrm>
            <a:prstGeom prst="rect">
              <a:avLst/>
            </a:prstGeom>
            <a:solidFill>
              <a:schemeClr val="accent2">
                <a:lumMod val="60000"/>
                <a:lumOff val="40000"/>
              </a:schemeClr>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solidFill>
                    <a:schemeClr val="tx1"/>
                  </a:solidFill>
                  <a:latin typeface="+mj-lt"/>
                </a:rPr>
                <a:t>8</a:t>
              </a:r>
            </a:p>
          </p:txBody>
        </p:sp>
        <p:sp>
          <p:nvSpPr>
            <p:cNvPr id="65" name="Rectangle 64">
              <a:extLst>
                <a:ext uri="{FF2B5EF4-FFF2-40B4-BE49-F238E27FC236}">
                  <a16:creationId xmlns:a16="http://schemas.microsoft.com/office/drawing/2014/main" xmlns="" id="{49D6CB2F-A44D-41AD-808B-2F52DE023E1B}"/>
                </a:ext>
              </a:extLst>
            </p:cNvPr>
            <p:cNvSpPr/>
            <p:nvPr/>
          </p:nvSpPr>
          <p:spPr>
            <a:xfrm>
              <a:off x="9853613" y="2747962"/>
              <a:ext cx="533400" cy="304800"/>
            </a:xfrm>
            <a:prstGeom prst="rect">
              <a:avLst/>
            </a:prstGeom>
            <a:solidFill>
              <a:schemeClr val="accent2">
                <a:lumMod val="60000"/>
                <a:lumOff val="40000"/>
              </a:schemeClr>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solidFill>
                    <a:schemeClr val="tx1"/>
                  </a:solidFill>
                  <a:latin typeface="+mj-lt"/>
                </a:rPr>
                <a:t>16</a:t>
              </a:r>
            </a:p>
          </p:txBody>
        </p:sp>
        <p:sp>
          <p:nvSpPr>
            <p:cNvPr id="66" name="Rectangle 65">
              <a:extLst>
                <a:ext uri="{FF2B5EF4-FFF2-40B4-BE49-F238E27FC236}">
                  <a16:creationId xmlns:a16="http://schemas.microsoft.com/office/drawing/2014/main" xmlns="" id="{F3FEFDCA-E534-4E2E-A227-1ACCF0635FBE}"/>
                </a:ext>
              </a:extLst>
            </p:cNvPr>
            <p:cNvSpPr/>
            <p:nvPr/>
          </p:nvSpPr>
          <p:spPr>
            <a:xfrm>
              <a:off x="9853613" y="3052762"/>
              <a:ext cx="533400" cy="304800"/>
            </a:xfrm>
            <a:prstGeom prst="rect">
              <a:avLst/>
            </a:prstGeom>
            <a:solidFill>
              <a:schemeClr val="accent2">
                <a:lumMod val="60000"/>
                <a:lumOff val="40000"/>
              </a:schemeClr>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solidFill>
                    <a:schemeClr val="tx1"/>
                  </a:solidFill>
                  <a:latin typeface="+mj-lt"/>
                </a:rPr>
                <a:t>24</a:t>
              </a:r>
            </a:p>
          </p:txBody>
        </p:sp>
        <p:sp>
          <p:nvSpPr>
            <p:cNvPr id="67" name="Rectangle 66">
              <a:extLst>
                <a:ext uri="{FF2B5EF4-FFF2-40B4-BE49-F238E27FC236}">
                  <a16:creationId xmlns:a16="http://schemas.microsoft.com/office/drawing/2014/main" xmlns="" id="{10312B9A-0560-47B5-9A35-B110A4D98316}"/>
                </a:ext>
              </a:extLst>
            </p:cNvPr>
            <p:cNvSpPr/>
            <p:nvPr/>
          </p:nvSpPr>
          <p:spPr>
            <a:xfrm>
              <a:off x="9853613" y="3357562"/>
              <a:ext cx="533400" cy="304800"/>
            </a:xfrm>
            <a:prstGeom prst="rect">
              <a:avLst/>
            </a:prstGeom>
            <a:solidFill>
              <a:schemeClr val="accent2">
                <a:lumMod val="60000"/>
                <a:lumOff val="40000"/>
              </a:schemeClr>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solidFill>
                    <a:schemeClr val="tx1"/>
                  </a:solidFill>
                  <a:latin typeface="+mj-lt"/>
                </a:rPr>
                <a:t>32</a:t>
              </a:r>
            </a:p>
          </p:txBody>
        </p:sp>
        <p:sp>
          <p:nvSpPr>
            <p:cNvPr id="68" name="Rectangle 67">
              <a:extLst>
                <a:ext uri="{FF2B5EF4-FFF2-40B4-BE49-F238E27FC236}">
                  <a16:creationId xmlns:a16="http://schemas.microsoft.com/office/drawing/2014/main" xmlns="" id="{2E7F1CD3-FF5E-4BB0-91F1-F01B9B9766DA}"/>
                </a:ext>
              </a:extLst>
            </p:cNvPr>
            <p:cNvSpPr/>
            <p:nvPr/>
          </p:nvSpPr>
          <p:spPr>
            <a:xfrm>
              <a:off x="9853613" y="3662362"/>
              <a:ext cx="533400" cy="304800"/>
            </a:xfrm>
            <a:prstGeom prst="rect">
              <a:avLst/>
            </a:prstGeom>
            <a:solidFill>
              <a:schemeClr val="accent2">
                <a:lumMod val="60000"/>
                <a:lumOff val="40000"/>
              </a:schemeClr>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solidFill>
                    <a:schemeClr val="tx1"/>
                  </a:solidFill>
                  <a:latin typeface="+mj-lt"/>
                </a:rPr>
                <a:t>40</a:t>
              </a:r>
            </a:p>
          </p:txBody>
        </p:sp>
        <p:sp>
          <p:nvSpPr>
            <p:cNvPr id="69" name="Rectangle 68">
              <a:extLst>
                <a:ext uri="{FF2B5EF4-FFF2-40B4-BE49-F238E27FC236}">
                  <a16:creationId xmlns:a16="http://schemas.microsoft.com/office/drawing/2014/main" xmlns="" id="{0801FE69-CE44-4497-A3FC-D8286EBDDC9D}"/>
                </a:ext>
              </a:extLst>
            </p:cNvPr>
            <p:cNvSpPr/>
            <p:nvPr/>
          </p:nvSpPr>
          <p:spPr>
            <a:xfrm>
              <a:off x="9853613" y="3967162"/>
              <a:ext cx="533400" cy="304800"/>
            </a:xfrm>
            <a:prstGeom prst="rect">
              <a:avLst/>
            </a:prstGeom>
            <a:solidFill>
              <a:schemeClr val="accent2">
                <a:lumMod val="60000"/>
                <a:lumOff val="40000"/>
              </a:schemeClr>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solidFill>
                    <a:schemeClr val="tx1"/>
                  </a:solidFill>
                  <a:latin typeface="+mj-lt"/>
                </a:rPr>
                <a:t>48</a:t>
              </a:r>
            </a:p>
          </p:txBody>
        </p:sp>
        <p:sp>
          <p:nvSpPr>
            <p:cNvPr id="70" name="Rectangle 69">
              <a:extLst>
                <a:ext uri="{FF2B5EF4-FFF2-40B4-BE49-F238E27FC236}">
                  <a16:creationId xmlns:a16="http://schemas.microsoft.com/office/drawing/2014/main" xmlns="" id="{5755EF12-43EB-4411-B5BB-559AFBD50BB5}"/>
                </a:ext>
              </a:extLst>
            </p:cNvPr>
            <p:cNvSpPr/>
            <p:nvPr/>
          </p:nvSpPr>
          <p:spPr>
            <a:xfrm>
              <a:off x="9853613" y="4271962"/>
              <a:ext cx="533400" cy="304800"/>
            </a:xfrm>
            <a:prstGeom prst="rect">
              <a:avLst/>
            </a:prstGeom>
            <a:solidFill>
              <a:schemeClr val="accent2">
                <a:lumMod val="60000"/>
                <a:lumOff val="40000"/>
              </a:schemeClr>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solidFill>
                    <a:schemeClr val="tx1"/>
                  </a:solidFill>
                  <a:latin typeface="+mj-lt"/>
                </a:rPr>
                <a:t>56</a:t>
              </a:r>
            </a:p>
          </p:txBody>
        </p:sp>
        <p:sp>
          <p:nvSpPr>
            <p:cNvPr id="71" name="Rectangle 70">
              <a:extLst>
                <a:ext uri="{FF2B5EF4-FFF2-40B4-BE49-F238E27FC236}">
                  <a16:creationId xmlns:a16="http://schemas.microsoft.com/office/drawing/2014/main" xmlns="" id="{514E16CA-47A8-4AC1-A313-69A53BE86446}"/>
                </a:ext>
              </a:extLst>
            </p:cNvPr>
            <p:cNvSpPr/>
            <p:nvPr/>
          </p:nvSpPr>
          <p:spPr>
            <a:xfrm>
              <a:off x="9853613" y="4576762"/>
              <a:ext cx="533400" cy="304800"/>
            </a:xfrm>
            <a:prstGeom prst="rect">
              <a:avLst/>
            </a:prstGeom>
            <a:solidFill>
              <a:schemeClr val="accent2">
                <a:lumMod val="60000"/>
                <a:lumOff val="40000"/>
              </a:schemeClr>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solidFill>
                    <a:schemeClr val="tx1"/>
                  </a:solidFill>
                  <a:latin typeface="+mj-lt"/>
                </a:rPr>
                <a:t>64</a:t>
              </a:r>
            </a:p>
          </p:txBody>
        </p:sp>
        <p:sp>
          <p:nvSpPr>
            <p:cNvPr id="72" name="Rectangle 71">
              <a:extLst>
                <a:ext uri="{FF2B5EF4-FFF2-40B4-BE49-F238E27FC236}">
                  <a16:creationId xmlns:a16="http://schemas.microsoft.com/office/drawing/2014/main" xmlns="" id="{4721AFF1-690D-46C1-AE72-FEA9DD3B75C0}"/>
                </a:ext>
              </a:extLst>
            </p:cNvPr>
            <p:cNvSpPr/>
            <p:nvPr/>
          </p:nvSpPr>
          <p:spPr>
            <a:xfrm>
              <a:off x="9853613" y="4881562"/>
              <a:ext cx="533400" cy="304800"/>
            </a:xfrm>
            <a:prstGeom prst="rect">
              <a:avLst/>
            </a:prstGeom>
            <a:solidFill>
              <a:schemeClr val="accent2">
                <a:lumMod val="60000"/>
                <a:lumOff val="40000"/>
              </a:schemeClr>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solidFill>
                    <a:schemeClr val="tx1"/>
                  </a:solidFill>
                  <a:latin typeface="+mj-lt"/>
                </a:rPr>
                <a:t>72</a:t>
              </a:r>
            </a:p>
          </p:txBody>
        </p:sp>
        <p:sp>
          <p:nvSpPr>
            <p:cNvPr id="73" name="Rectangle 72">
              <a:extLst>
                <a:ext uri="{FF2B5EF4-FFF2-40B4-BE49-F238E27FC236}">
                  <a16:creationId xmlns:a16="http://schemas.microsoft.com/office/drawing/2014/main" xmlns="" id="{EE0E6B47-15B5-41B8-AD56-30436D94101F}"/>
                </a:ext>
              </a:extLst>
            </p:cNvPr>
            <p:cNvSpPr/>
            <p:nvPr/>
          </p:nvSpPr>
          <p:spPr>
            <a:xfrm>
              <a:off x="9853613" y="5186362"/>
              <a:ext cx="533400" cy="304800"/>
            </a:xfrm>
            <a:prstGeom prst="rect">
              <a:avLst/>
            </a:prstGeom>
            <a:solidFill>
              <a:schemeClr val="accent2">
                <a:lumMod val="60000"/>
                <a:lumOff val="40000"/>
              </a:schemeClr>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solidFill>
                    <a:schemeClr val="tx1"/>
                  </a:solidFill>
                  <a:latin typeface="+mj-lt"/>
                </a:rPr>
                <a:t>80</a:t>
              </a:r>
            </a:p>
          </p:txBody>
        </p:sp>
        <p:sp>
          <p:nvSpPr>
            <p:cNvPr id="74" name="Rectangle 73">
              <a:extLst>
                <a:ext uri="{FF2B5EF4-FFF2-40B4-BE49-F238E27FC236}">
                  <a16:creationId xmlns:a16="http://schemas.microsoft.com/office/drawing/2014/main" xmlns="" id="{7FADD38E-4FF9-4294-BB09-37185CFB09B7}"/>
                </a:ext>
              </a:extLst>
            </p:cNvPr>
            <p:cNvSpPr/>
            <p:nvPr/>
          </p:nvSpPr>
          <p:spPr>
            <a:xfrm>
              <a:off x="11072813" y="2138362"/>
              <a:ext cx="533400" cy="304800"/>
            </a:xfrm>
            <a:prstGeom prst="rect">
              <a:avLst/>
            </a:prstGeom>
            <a:solidFill>
              <a:srgbClr val="00B050"/>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latin typeface="+mj-lt"/>
                </a:rPr>
                <a:t>0</a:t>
              </a:r>
            </a:p>
          </p:txBody>
        </p:sp>
        <p:sp>
          <p:nvSpPr>
            <p:cNvPr id="75" name="Rectangle 74">
              <a:extLst>
                <a:ext uri="{FF2B5EF4-FFF2-40B4-BE49-F238E27FC236}">
                  <a16:creationId xmlns:a16="http://schemas.microsoft.com/office/drawing/2014/main" xmlns="" id="{98AA0933-F412-4441-9CED-4E7DDEBB82C7}"/>
                </a:ext>
              </a:extLst>
            </p:cNvPr>
            <p:cNvSpPr/>
            <p:nvPr/>
          </p:nvSpPr>
          <p:spPr>
            <a:xfrm>
              <a:off x="11072813" y="2443162"/>
              <a:ext cx="533400" cy="304800"/>
            </a:xfrm>
            <a:prstGeom prst="rect">
              <a:avLst/>
            </a:prstGeom>
            <a:solidFill>
              <a:srgbClr val="00B050"/>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latin typeface="+mj-lt"/>
                </a:rPr>
                <a:t>10</a:t>
              </a:r>
            </a:p>
          </p:txBody>
        </p:sp>
        <p:sp>
          <p:nvSpPr>
            <p:cNvPr id="76" name="Rectangle 75">
              <a:extLst>
                <a:ext uri="{FF2B5EF4-FFF2-40B4-BE49-F238E27FC236}">
                  <a16:creationId xmlns:a16="http://schemas.microsoft.com/office/drawing/2014/main" xmlns="" id="{9F020D9C-2643-4670-BA59-075102B89054}"/>
                </a:ext>
              </a:extLst>
            </p:cNvPr>
            <p:cNvSpPr/>
            <p:nvPr/>
          </p:nvSpPr>
          <p:spPr>
            <a:xfrm>
              <a:off x="11072813" y="2747962"/>
              <a:ext cx="533400" cy="304800"/>
            </a:xfrm>
            <a:prstGeom prst="rect">
              <a:avLst/>
            </a:prstGeom>
            <a:solidFill>
              <a:srgbClr val="00B050"/>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latin typeface="+mj-lt"/>
                </a:rPr>
                <a:t>20</a:t>
              </a:r>
            </a:p>
          </p:txBody>
        </p:sp>
        <p:sp>
          <p:nvSpPr>
            <p:cNvPr id="77" name="Rectangle 76">
              <a:extLst>
                <a:ext uri="{FF2B5EF4-FFF2-40B4-BE49-F238E27FC236}">
                  <a16:creationId xmlns:a16="http://schemas.microsoft.com/office/drawing/2014/main" xmlns="" id="{F7227237-D863-4BE5-9AE9-4E9A9C649482}"/>
                </a:ext>
              </a:extLst>
            </p:cNvPr>
            <p:cNvSpPr/>
            <p:nvPr/>
          </p:nvSpPr>
          <p:spPr>
            <a:xfrm>
              <a:off x="11072813" y="3052762"/>
              <a:ext cx="533400" cy="304800"/>
            </a:xfrm>
            <a:prstGeom prst="rect">
              <a:avLst/>
            </a:prstGeom>
            <a:solidFill>
              <a:srgbClr val="00B050"/>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latin typeface="+mj-lt"/>
                </a:rPr>
                <a:t>30</a:t>
              </a:r>
            </a:p>
          </p:txBody>
        </p:sp>
        <p:sp>
          <p:nvSpPr>
            <p:cNvPr id="78" name="Rectangle 77">
              <a:extLst>
                <a:ext uri="{FF2B5EF4-FFF2-40B4-BE49-F238E27FC236}">
                  <a16:creationId xmlns:a16="http://schemas.microsoft.com/office/drawing/2014/main" xmlns="" id="{05AF7B61-FABD-4F2C-BBB9-8507BE9DC4AB}"/>
                </a:ext>
              </a:extLst>
            </p:cNvPr>
            <p:cNvSpPr/>
            <p:nvPr/>
          </p:nvSpPr>
          <p:spPr>
            <a:xfrm>
              <a:off x="11072813" y="3357562"/>
              <a:ext cx="533400" cy="304800"/>
            </a:xfrm>
            <a:prstGeom prst="rect">
              <a:avLst/>
            </a:prstGeom>
            <a:solidFill>
              <a:srgbClr val="00B050"/>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latin typeface="+mj-lt"/>
                </a:rPr>
                <a:t>40</a:t>
              </a:r>
            </a:p>
          </p:txBody>
        </p:sp>
        <p:sp>
          <p:nvSpPr>
            <p:cNvPr id="79" name="Rectangle 78">
              <a:extLst>
                <a:ext uri="{FF2B5EF4-FFF2-40B4-BE49-F238E27FC236}">
                  <a16:creationId xmlns:a16="http://schemas.microsoft.com/office/drawing/2014/main" xmlns="" id="{54879D59-BBF0-4A64-8D85-92D1C8368FCA}"/>
                </a:ext>
              </a:extLst>
            </p:cNvPr>
            <p:cNvSpPr/>
            <p:nvPr/>
          </p:nvSpPr>
          <p:spPr>
            <a:xfrm>
              <a:off x="11072813" y="3662362"/>
              <a:ext cx="533400" cy="304800"/>
            </a:xfrm>
            <a:prstGeom prst="rect">
              <a:avLst/>
            </a:prstGeom>
            <a:solidFill>
              <a:srgbClr val="00B050"/>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latin typeface="+mj-lt"/>
                </a:rPr>
                <a:t>50</a:t>
              </a:r>
            </a:p>
          </p:txBody>
        </p:sp>
        <p:sp>
          <p:nvSpPr>
            <p:cNvPr id="80" name="Rectangle 79">
              <a:extLst>
                <a:ext uri="{FF2B5EF4-FFF2-40B4-BE49-F238E27FC236}">
                  <a16:creationId xmlns:a16="http://schemas.microsoft.com/office/drawing/2014/main" xmlns="" id="{3295491D-6571-4AD9-B24A-AA400EE2F042}"/>
                </a:ext>
              </a:extLst>
            </p:cNvPr>
            <p:cNvSpPr/>
            <p:nvPr/>
          </p:nvSpPr>
          <p:spPr>
            <a:xfrm>
              <a:off x="11072813" y="3967162"/>
              <a:ext cx="533400" cy="304800"/>
            </a:xfrm>
            <a:prstGeom prst="rect">
              <a:avLst/>
            </a:prstGeom>
            <a:solidFill>
              <a:srgbClr val="00B050"/>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latin typeface="+mj-lt"/>
                </a:rPr>
                <a:t>60</a:t>
              </a:r>
            </a:p>
          </p:txBody>
        </p:sp>
        <p:sp>
          <p:nvSpPr>
            <p:cNvPr id="81" name="Rectangle 80">
              <a:extLst>
                <a:ext uri="{FF2B5EF4-FFF2-40B4-BE49-F238E27FC236}">
                  <a16:creationId xmlns:a16="http://schemas.microsoft.com/office/drawing/2014/main" xmlns="" id="{22B829B4-67A0-426A-BA21-062C808AEC3A}"/>
                </a:ext>
              </a:extLst>
            </p:cNvPr>
            <p:cNvSpPr/>
            <p:nvPr/>
          </p:nvSpPr>
          <p:spPr>
            <a:xfrm>
              <a:off x="11072813" y="4271962"/>
              <a:ext cx="533400" cy="304800"/>
            </a:xfrm>
            <a:prstGeom prst="rect">
              <a:avLst/>
            </a:prstGeom>
            <a:solidFill>
              <a:srgbClr val="00B050"/>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latin typeface="+mj-lt"/>
                </a:rPr>
                <a:t>70</a:t>
              </a:r>
            </a:p>
          </p:txBody>
        </p:sp>
        <p:sp>
          <p:nvSpPr>
            <p:cNvPr id="82" name="Rectangle 81">
              <a:extLst>
                <a:ext uri="{FF2B5EF4-FFF2-40B4-BE49-F238E27FC236}">
                  <a16:creationId xmlns:a16="http://schemas.microsoft.com/office/drawing/2014/main" xmlns="" id="{DB27B993-8F90-43D9-9273-646C8D0B98F6}"/>
                </a:ext>
              </a:extLst>
            </p:cNvPr>
            <p:cNvSpPr/>
            <p:nvPr/>
          </p:nvSpPr>
          <p:spPr>
            <a:xfrm>
              <a:off x="11072813" y="4576762"/>
              <a:ext cx="533400" cy="304800"/>
            </a:xfrm>
            <a:prstGeom prst="rect">
              <a:avLst/>
            </a:prstGeom>
            <a:solidFill>
              <a:srgbClr val="00B050"/>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latin typeface="+mj-lt"/>
                </a:rPr>
                <a:t>80</a:t>
              </a:r>
            </a:p>
          </p:txBody>
        </p:sp>
        <p:sp>
          <p:nvSpPr>
            <p:cNvPr id="83" name="Rectangle 82">
              <a:extLst>
                <a:ext uri="{FF2B5EF4-FFF2-40B4-BE49-F238E27FC236}">
                  <a16:creationId xmlns:a16="http://schemas.microsoft.com/office/drawing/2014/main" xmlns="" id="{EF7FE815-38BF-4143-8BD7-E608DAA3CAD6}"/>
                </a:ext>
              </a:extLst>
            </p:cNvPr>
            <p:cNvSpPr/>
            <p:nvPr/>
          </p:nvSpPr>
          <p:spPr>
            <a:xfrm>
              <a:off x="11072813" y="4881562"/>
              <a:ext cx="533400" cy="304800"/>
            </a:xfrm>
            <a:prstGeom prst="rect">
              <a:avLst/>
            </a:prstGeom>
            <a:solidFill>
              <a:srgbClr val="00B050"/>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latin typeface="+mj-lt"/>
                </a:rPr>
                <a:t>90</a:t>
              </a:r>
            </a:p>
          </p:txBody>
        </p:sp>
        <p:sp>
          <p:nvSpPr>
            <p:cNvPr id="84" name="Rectangle 83">
              <a:extLst>
                <a:ext uri="{FF2B5EF4-FFF2-40B4-BE49-F238E27FC236}">
                  <a16:creationId xmlns:a16="http://schemas.microsoft.com/office/drawing/2014/main" xmlns="" id="{7D1C69EC-3F4D-4DF0-A204-8A5A5DCADA13}"/>
                </a:ext>
              </a:extLst>
            </p:cNvPr>
            <p:cNvSpPr/>
            <p:nvPr/>
          </p:nvSpPr>
          <p:spPr>
            <a:xfrm>
              <a:off x="11072813" y="5186362"/>
              <a:ext cx="533400" cy="304800"/>
            </a:xfrm>
            <a:prstGeom prst="rect">
              <a:avLst/>
            </a:prstGeom>
            <a:solidFill>
              <a:srgbClr val="00B050"/>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latin typeface="+mj-lt"/>
                </a:rPr>
                <a:t>100</a:t>
              </a:r>
            </a:p>
          </p:txBody>
        </p:sp>
        <p:sp>
          <p:nvSpPr>
            <p:cNvPr id="85" name="Rectangle 84">
              <a:extLst>
                <a:ext uri="{FF2B5EF4-FFF2-40B4-BE49-F238E27FC236}">
                  <a16:creationId xmlns:a16="http://schemas.microsoft.com/office/drawing/2014/main" xmlns="" id="{97EC2AC9-4AE6-4BA1-BDF8-ACDFBB24AEE1}"/>
                </a:ext>
              </a:extLst>
            </p:cNvPr>
            <p:cNvSpPr/>
            <p:nvPr/>
          </p:nvSpPr>
          <p:spPr>
            <a:xfrm>
              <a:off x="8482013" y="1604962"/>
              <a:ext cx="685800" cy="381000"/>
            </a:xfrm>
            <a:prstGeom prst="rect">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eaLnBrk="1" hangingPunct="1">
                <a:defRPr/>
              </a:pPr>
              <a:r>
                <a:rPr lang="en-US" sz="2000" b="1" dirty="0">
                  <a:latin typeface="+mj-lt"/>
                  <a:cs typeface="Courier New" pitchFamily="49" charset="0"/>
                </a:rPr>
                <a:t>P1</a:t>
              </a:r>
            </a:p>
          </p:txBody>
        </p:sp>
        <p:sp>
          <p:nvSpPr>
            <p:cNvPr id="86" name="Rectangle 85">
              <a:extLst>
                <a:ext uri="{FF2B5EF4-FFF2-40B4-BE49-F238E27FC236}">
                  <a16:creationId xmlns:a16="http://schemas.microsoft.com/office/drawing/2014/main" xmlns="" id="{ADEE8114-7A28-4C6B-8709-1FCB51722A3B}"/>
                </a:ext>
              </a:extLst>
            </p:cNvPr>
            <p:cNvSpPr/>
            <p:nvPr/>
          </p:nvSpPr>
          <p:spPr>
            <a:xfrm>
              <a:off x="9777413" y="1604962"/>
              <a:ext cx="685800" cy="381000"/>
            </a:xfrm>
            <a:prstGeom prst="rect">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eaLnBrk="1" hangingPunct="1">
                <a:defRPr/>
              </a:pPr>
              <a:r>
                <a:rPr lang="en-US" sz="2000" b="1" dirty="0">
                  <a:latin typeface="+mj-lt"/>
                  <a:cs typeface="Courier New" pitchFamily="49" charset="0"/>
                </a:rPr>
                <a:t>P2</a:t>
              </a:r>
            </a:p>
          </p:txBody>
        </p:sp>
        <p:sp>
          <p:nvSpPr>
            <p:cNvPr id="87" name="Rectangle 86">
              <a:extLst>
                <a:ext uri="{FF2B5EF4-FFF2-40B4-BE49-F238E27FC236}">
                  <a16:creationId xmlns:a16="http://schemas.microsoft.com/office/drawing/2014/main" xmlns="" id="{1ADFA54C-5094-4334-BA4A-DF34C562B7A8}"/>
                </a:ext>
              </a:extLst>
            </p:cNvPr>
            <p:cNvSpPr/>
            <p:nvPr/>
          </p:nvSpPr>
          <p:spPr>
            <a:xfrm>
              <a:off x="10996613" y="1604962"/>
              <a:ext cx="685800" cy="381000"/>
            </a:xfrm>
            <a:prstGeom prst="rect">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eaLnBrk="1" hangingPunct="1">
                <a:defRPr/>
              </a:pPr>
              <a:r>
                <a:rPr lang="en-US" sz="2000" b="1" dirty="0">
                  <a:latin typeface="+mj-lt"/>
                  <a:cs typeface="Courier New" pitchFamily="49" charset="0"/>
                </a:rPr>
                <a:t>P3</a:t>
              </a:r>
            </a:p>
          </p:txBody>
        </p:sp>
      </p:grpSp>
      <p:cxnSp>
        <p:nvCxnSpPr>
          <p:cNvPr id="88" name="Straight Arrow Connector 87">
            <a:extLst>
              <a:ext uri="{FF2B5EF4-FFF2-40B4-BE49-F238E27FC236}">
                <a16:creationId xmlns:a16="http://schemas.microsoft.com/office/drawing/2014/main" xmlns="" id="{91F95E71-2ACB-4F6A-A8C0-442F1299E408}"/>
              </a:ext>
            </a:extLst>
          </p:cNvPr>
          <p:cNvCxnSpPr/>
          <p:nvPr/>
        </p:nvCxnSpPr>
        <p:spPr>
          <a:xfrm>
            <a:off x="9091613" y="2595562"/>
            <a:ext cx="762000" cy="304800"/>
          </a:xfrm>
          <a:prstGeom prst="straightConnector1">
            <a:avLst/>
          </a:prstGeom>
          <a:ln w="28575">
            <a:solidFill>
              <a:schemeClr val="bg2">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89" name="TextBox 88">
            <a:extLst>
              <a:ext uri="{FF2B5EF4-FFF2-40B4-BE49-F238E27FC236}">
                <a16:creationId xmlns:a16="http://schemas.microsoft.com/office/drawing/2014/main" xmlns="" id="{1312AA66-DE1F-46C9-8ACC-A726926EF330}"/>
              </a:ext>
            </a:extLst>
          </p:cNvPr>
          <p:cNvSpPr txBox="1">
            <a:spLocks noChangeArrowheads="1"/>
          </p:cNvSpPr>
          <p:nvPr/>
        </p:nvSpPr>
        <p:spPr bwMode="auto">
          <a:xfrm>
            <a:off x="9244013" y="2366962"/>
            <a:ext cx="5334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3200">
                <a:solidFill>
                  <a:srgbClr val="808080"/>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2000" b="1" dirty="0">
                <a:solidFill>
                  <a:schemeClr val="tx1"/>
                </a:solidFill>
                <a:latin typeface="+mj-lt"/>
                <a:cs typeface="Courier New" panose="02070309020205020404" pitchFamily="49" charset="0"/>
              </a:rPr>
              <a:t>m1</a:t>
            </a:r>
          </a:p>
        </p:txBody>
      </p:sp>
      <p:cxnSp>
        <p:nvCxnSpPr>
          <p:cNvPr id="90" name="Straight Arrow Connector 89">
            <a:extLst>
              <a:ext uri="{FF2B5EF4-FFF2-40B4-BE49-F238E27FC236}">
                <a16:creationId xmlns:a16="http://schemas.microsoft.com/office/drawing/2014/main" xmlns="" id="{F8926C90-7D1E-4553-819D-18D75FDCA5DF}"/>
              </a:ext>
            </a:extLst>
          </p:cNvPr>
          <p:cNvCxnSpPr/>
          <p:nvPr/>
        </p:nvCxnSpPr>
        <p:spPr>
          <a:xfrm>
            <a:off x="10387013" y="3205162"/>
            <a:ext cx="685800" cy="304800"/>
          </a:xfrm>
          <a:prstGeom prst="straightConnector1">
            <a:avLst/>
          </a:prstGeom>
          <a:ln w="28575">
            <a:solidFill>
              <a:schemeClr val="accent2">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sp>
        <p:nvSpPr>
          <p:cNvPr id="91" name="TextBox 90">
            <a:extLst>
              <a:ext uri="{FF2B5EF4-FFF2-40B4-BE49-F238E27FC236}">
                <a16:creationId xmlns:a16="http://schemas.microsoft.com/office/drawing/2014/main" xmlns="" id="{60629D47-537E-49EA-9B2E-B68DEA049729}"/>
              </a:ext>
            </a:extLst>
          </p:cNvPr>
          <p:cNvSpPr txBox="1">
            <a:spLocks noChangeArrowheads="1"/>
          </p:cNvSpPr>
          <p:nvPr/>
        </p:nvSpPr>
        <p:spPr bwMode="auto">
          <a:xfrm>
            <a:off x="10539413" y="2976562"/>
            <a:ext cx="5334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3200">
                <a:solidFill>
                  <a:srgbClr val="808080"/>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2000" b="1" dirty="0">
                <a:solidFill>
                  <a:schemeClr val="tx1"/>
                </a:solidFill>
                <a:latin typeface="+mj-lt"/>
                <a:cs typeface="Courier New" panose="02070309020205020404" pitchFamily="49" charset="0"/>
              </a:rPr>
              <a:t>m2</a:t>
            </a:r>
          </a:p>
        </p:txBody>
      </p:sp>
      <p:cxnSp>
        <p:nvCxnSpPr>
          <p:cNvPr id="92" name="Straight Arrow Connector 91">
            <a:extLst>
              <a:ext uri="{FF2B5EF4-FFF2-40B4-BE49-F238E27FC236}">
                <a16:creationId xmlns:a16="http://schemas.microsoft.com/office/drawing/2014/main" xmlns="" id="{0FA7FB14-15D4-4211-AB39-CA9CFBE63300}"/>
              </a:ext>
            </a:extLst>
          </p:cNvPr>
          <p:cNvCxnSpPr/>
          <p:nvPr/>
        </p:nvCxnSpPr>
        <p:spPr>
          <a:xfrm flipH="1">
            <a:off x="10387013" y="4119562"/>
            <a:ext cx="685800" cy="304800"/>
          </a:xfrm>
          <a:prstGeom prst="straightConnector1">
            <a:avLst/>
          </a:prstGeom>
          <a:ln w="28575">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93" name="TextBox 92">
            <a:extLst>
              <a:ext uri="{FF2B5EF4-FFF2-40B4-BE49-F238E27FC236}">
                <a16:creationId xmlns:a16="http://schemas.microsoft.com/office/drawing/2014/main" xmlns="" id="{B73780FB-46C3-4918-BAD2-8A364309586E}"/>
              </a:ext>
            </a:extLst>
          </p:cNvPr>
          <p:cNvSpPr txBox="1">
            <a:spLocks noChangeArrowheads="1"/>
          </p:cNvSpPr>
          <p:nvPr/>
        </p:nvSpPr>
        <p:spPr bwMode="auto">
          <a:xfrm>
            <a:off x="10463213" y="3890962"/>
            <a:ext cx="5334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3200">
                <a:solidFill>
                  <a:srgbClr val="808080"/>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2000" b="1" dirty="0">
                <a:solidFill>
                  <a:schemeClr val="tx1"/>
                </a:solidFill>
                <a:latin typeface="+mj-lt"/>
                <a:cs typeface="Courier New" panose="02070309020205020404" pitchFamily="49" charset="0"/>
              </a:rPr>
              <a:t>m3</a:t>
            </a:r>
          </a:p>
        </p:txBody>
      </p:sp>
      <p:cxnSp>
        <p:nvCxnSpPr>
          <p:cNvPr id="94" name="Straight Arrow Connector 93">
            <a:extLst>
              <a:ext uri="{FF2B5EF4-FFF2-40B4-BE49-F238E27FC236}">
                <a16:creationId xmlns:a16="http://schemas.microsoft.com/office/drawing/2014/main" xmlns="" id="{CA393E43-2948-4032-AB3E-C527750EC0A9}"/>
              </a:ext>
            </a:extLst>
          </p:cNvPr>
          <p:cNvCxnSpPr/>
          <p:nvPr/>
        </p:nvCxnSpPr>
        <p:spPr>
          <a:xfrm flipH="1">
            <a:off x="9091613" y="4729162"/>
            <a:ext cx="762000" cy="304800"/>
          </a:xfrm>
          <a:prstGeom prst="straightConnector1">
            <a:avLst/>
          </a:prstGeom>
          <a:ln w="28575">
            <a:solidFill>
              <a:schemeClr val="accent2">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sp>
        <p:nvSpPr>
          <p:cNvPr id="95" name="TextBox 94">
            <a:extLst>
              <a:ext uri="{FF2B5EF4-FFF2-40B4-BE49-F238E27FC236}">
                <a16:creationId xmlns:a16="http://schemas.microsoft.com/office/drawing/2014/main" xmlns="" id="{2BA4F651-BB95-4F68-A662-56D580B485B5}"/>
              </a:ext>
            </a:extLst>
          </p:cNvPr>
          <p:cNvSpPr txBox="1">
            <a:spLocks noChangeArrowheads="1"/>
          </p:cNvSpPr>
          <p:nvPr/>
        </p:nvSpPr>
        <p:spPr bwMode="auto">
          <a:xfrm>
            <a:off x="9244013" y="4471986"/>
            <a:ext cx="5334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3200">
                <a:solidFill>
                  <a:srgbClr val="808080"/>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2000" b="1" dirty="0">
                <a:solidFill>
                  <a:schemeClr val="tx1"/>
                </a:solidFill>
                <a:latin typeface="+mj-lt"/>
                <a:cs typeface="Courier New" panose="02070309020205020404" pitchFamily="49" charset="0"/>
              </a:rPr>
              <a:t>m4</a:t>
            </a:r>
          </a:p>
        </p:txBody>
      </p:sp>
      <p:pic>
        <p:nvPicPr>
          <p:cNvPr id="96" name="Picture 2" descr="C:\Users\vkolar\AppData\Local\Microsoft\Windows\Temporary Internet Files\Content.IE5\E2H73JIM\MC900432530[1].png">
            <a:extLst>
              <a:ext uri="{FF2B5EF4-FFF2-40B4-BE49-F238E27FC236}">
                <a16:creationId xmlns:a16="http://schemas.microsoft.com/office/drawing/2014/main" xmlns="" id="{DA9CD44C-71A8-4157-9541-FD829EE580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01148" y="2048591"/>
            <a:ext cx="556871" cy="385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7" name="Picture 2" descr="C:\Users\vkolar\AppData\Local\Microsoft\Windows\Temporary Internet Files\Content.IE5\E2H73JIM\MC900432530[1].png">
            <a:extLst>
              <a:ext uri="{FF2B5EF4-FFF2-40B4-BE49-F238E27FC236}">
                <a16:creationId xmlns:a16="http://schemas.microsoft.com/office/drawing/2014/main" xmlns="" id="{29D7ECF6-6F9D-4F15-BD96-AF4FA14AB0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98137" y="2595562"/>
            <a:ext cx="551017" cy="381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8" name="Rectangle 97">
            <a:extLst>
              <a:ext uri="{FF2B5EF4-FFF2-40B4-BE49-F238E27FC236}">
                <a16:creationId xmlns:a16="http://schemas.microsoft.com/office/drawing/2014/main" xmlns="" id="{95A27D73-1C1C-42C7-ADB0-8A6841E26657}"/>
              </a:ext>
            </a:extLst>
          </p:cNvPr>
          <p:cNvSpPr/>
          <p:nvPr/>
        </p:nvSpPr>
        <p:spPr>
          <a:xfrm>
            <a:off x="10453995" y="3424235"/>
            <a:ext cx="466419" cy="707886"/>
          </a:xfrm>
          <a:prstGeom prst="rect">
            <a:avLst/>
          </a:prstGeom>
          <a:noFill/>
        </p:spPr>
        <p:txBody>
          <a:bodyPr>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eaLnBrk="1" hangingPunct="1">
              <a:defRPr/>
            </a:pPr>
            <a:r>
              <a:rPr lang="en-US" sz="4000" b="1" dirty="0">
                <a:ln w="11430"/>
                <a:solidFill>
                  <a:srgbClr val="FF0000"/>
                </a:solidFill>
                <a:effectLst>
                  <a:outerShdw blurRad="50800" dist="39000" dir="5460000" algn="tl">
                    <a:srgbClr val="000000">
                      <a:alpha val="38000"/>
                    </a:srgbClr>
                  </a:outerShdw>
                </a:effectLst>
                <a:latin typeface="+mj-lt"/>
                <a:ea typeface="+mn-ea"/>
              </a:rPr>
              <a:t>x</a:t>
            </a:r>
          </a:p>
        </p:txBody>
      </p:sp>
      <p:sp>
        <p:nvSpPr>
          <p:cNvPr id="99" name="Rectangle 98">
            <a:extLst>
              <a:ext uri="{FF2B5EF4-FFF2-40B4-BE49-F238E27FC236}">
                <a16:creationId xmlns:a16="http://schemas.microsoft.com/office/drawing/2014/main" xmlns="" id="{B8507399-491F-4254-9367-1B9DB04A3679}"/>
              </a:ext>
            </a:extLst>
          </p:cNvPr>
          <p:cNvSpPr/>
          <p:nvPr/>
        </p:nvSpPr>
        <p:spPr>
          <a:xfrm>
            <a:off x="9234795" y="3958648"/>
            <a:ext cx="466419" cy="707886"/>
          </a:xfrm>
          <a:prstGeom prst="rect">
            <a:avLst/>
          </a:prstGeom>
          <a:noFill/>
        </p:spPr>
        <p:txBody>
          <a:bodyPr>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eaLnBrk="1" hangingPunct="1">
              <a:defRPr/>
            </a:pPr>
            <a:r>
              <a:rPr lang="en-US" sz="4000" b="1" dirty="0">
                <a:ln w="11430"/>
                <a:solidFill>
                  <a:srgbClr val="FF0000"/>
                </a:solidFill>
                <a:effectLst>
                  <a:outerShdw blurRad="50800" dist="39000" dir="5460000" algn="tl">
                    <a:srgbClr val="000000">
                      <a:alpha val="38000"/>
                    </a:srgbClr>
                  </a:outerShdw>
                </a:effectLst>
                <a:latin typeface="+mj-lt"/>
                <a:ea typeface="+mn-ea"/>
              </a:rPr>
              <a:t>x</a:t>
            </a:r>
          </a:p>
        </p:txBody>
      </p:sp>
    </p:spTree>
    <p:extLst>
      <p:ext uri="{BB962C8B-B14F-4D97-AF65-F5344CB8AC3E}">
        <p14:creationId xmlns:p14="http://schemas.microsoft.com/office/powerpoint/2010/main" val="25290797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9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9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
                                            <p:txEl>
                                              <p:pRg st="2" end="2"/>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96"/>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97"/>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98"/>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99"/>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 grpId="0"/>
      <p:bldP spid="91" grpId="0"/>
      <p:bldP spid="93" grpId="0"/>
      <p:bldP spid="95"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err="1"/>
              <a:t>Lamport’s</a:t>
            </a:r>
            <a:r>
              <a:rPr lang="en-US" dirty="0"/>
              <a:t> Clock Algorithm</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a:xfrm>
            <a:off x="131180" y="863444"/>
            <a:ext cx="7455483" cy="5590565"/>
          </a:xfrm>
        </p:spPr>
        <p:txBody>
          <a:bodyPr/>
          <a:lstStyle/>
          <a:p>
            <a:pPr marL="265113" lvl="2" indent="-265113">
              <a:spcBef>
                <a:spcPts val="1000"/>
              </a:spcBef>
              <a:buFont typeface="Webdings" panose="05030102010509060703" pitchFamily="18" charset="2"/>
              <a:buChar char=""/>
              <a:defRPr/>
            </a:pPr>
            <a:r>
              <a:rPr lang="en-US" altLang="en-US" sz="2400" dirty="0"/>
              <a:t>When a message is being sent:</a:t>
            </a:r>
          </a:p>
          <a:p>
            <a:pPr marL="714375" lvl="2" indent="-357188">
              <a:defRPr/>
            </a:pPr>
            <a:r>
              <a:rPr lang="en-US" altLang="en-US" sz="2400" dirty="0"/>
              <a:t>Each message carries a timestamp according to the sender’s logical clock</a:t>
            </a:r>
          </a:p>
          <a:p>
            <a:pPr marL="265113" lvl="2" indent="-265113">
              <a:spcBef>
                <a:spcPts val="1000"/>
              </a:spcBef>
              <a:buFont typeface="Webdings" panose="05030102010509060703" pitchFamily="18" charset="2"/>
              <a:buChar char=""/>
              <a:defRPr/>
            </a:pPr>
            <a:r>
              <a:rPr lang="en-US" altLang="en-US" sz="2400" dirty="0"/>
              <a:t>When a message is received:</a:t>
            </a:r>
          </a:p>
          <a:p>
            <a:pPr marL="714375" lvl="2" indent="-357188">
              <a:defRPr/>
            </a:pPr>
            <a:r>
              <a:rPr lang="en-US" altLang="en-US" sz="2400" dirty="0"/>
              <a:t>If the receiver logical clock is less than the message sending time in the packet, then adjust the receiver’s clock such that: </a:t>
            </a:r>
          </a:p>
          <a:p>
            <a:pPr marL="357187" lvl="2" indent="0">
              <a:buNone/>
              <a:defRPr/>
            </a:pPr>
            <a:r>
              <a:rPr lang="en-US" altLang="en-US" sz="2400" dirty="0" smtClean="0"/>
              <a:t>     </a:t>
            </a:r>
            <a:r>
              <a:rPr lang="en-US" altLang="en-US" sz="2400" b="1" dirty="0" err="1" smtClean="0">
                <a:solidFill>
                  <a:schemeClr val="accent6"/>
                </a:solidFill>
              </a:rPr>
              <a:t>currentTime</a:t>
            </a:r>
            <a:r>
              <a:rPr lang="en-US" altLang="en-US" sz="2400" b="1" dirty="0" smtClean="0">
                <a:solidFill>
                  <a:schemeClr val="accent6"/>
                </a:solidFill>
              </a:rPr>
              <a:t> </a:t>
            </a:r>
            <a:r>
              <a:rPr lang="en-US" altLang="en-US" sz="2400" b="1" dirty="0">
                <a:solidFill>
                  <a:schemeClr val="accent6"/>
                </a:solidFill>
              </a:rPr>
              <a:t>= timestamp + </a:t>
            </a:r>
            <a:r>
              <a:rPr lang="en-US" altLang="en-US" sz="2400" b="1" dirty="0" smtClean="0">
                <a:solidFill>
                  <a:schemeClr val="accent6"/>
                </a:solidFill>
              </a:rPr>
              <a:t>1</a:t>
            </a:r>
            <a:endParaRPr lang="en-US" altLang="en-US" sz="2400" b="1" dirty="0">
              <a:solidFill>
                <a:schemeClr val="accent6"/>
              </a:solidFill>
            </a:endParaRPr>
          </a:p>
        </p:txBody>
      </p:sp>
      <p:sp>
        <p:nvSpPr>
          <p:cNvPr id="101" name="Rectangle 100">
            <a:extLst>
              <a:ext uri="{FF2B5EF4-FFF2-40B4-BE49-F238E27FC236}">
                <a16:creationId xmlns:a16="http://schemas.microsoft.com/office/drawing/2014/main" xmlns="" id="{257166B3-CBF4-45FB-8560-7462BA4E38C3}"/>
              </a:ext>
            </a:extLst>
          </p:cNvPr>
          <p:cNvSpPr/>
          <p:nvPr/>
        </p:nvSpPr>
        <p:spPr>
          <a:xfrm>
            <a:off x="8234360" y="2138363"/>
            <a:ext cx="533400" cy="304800"/>
          </a:xfrm>
          <a:prstGeom prst="rect">
            <a:avLst/>
          </a:prstGeom>
          <a:solidFill>
            <a:srgbClr val="1D3064"/>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t>0</a:t>
            </a:r>
          </a:p>
        </p:txBody>
      </p:sp>
      <p:sp>
        <p:nvSpPr>
          <p:cNvPr id="102" name="Rectangle 101">
            <a:extLst>
              <a:ext uri="{FF2B5EF4-FFF2-40B4-BE49-F238E27FC236}">
                <a16:creationId xmlns:a16="http://schemas.microsoft.com/office/drawing/2014/main" xmlns="" id="{C0BC40B8-0EFB-473C-A4CE-2549277A78A0}"/>
              </a:ext>
            </a:extLst>
          </p:cNvPr>
          <p:cNvSpPr/>
          <p:nvPr/>
        </p:nvSpPr>
        <p:spPr>
          <a:xfrm>
            <a:off x="8234360" y="2443163"/>
            <a:ext cx="533400" cy="304800"/>
          </a:xfrm>
          <a:prstGeom prst="rect">
            <a:avLst/>
          </a:prstGeom>
          <a:solidFill>
            <a:srgbClr val="1D3064"/>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t>6</a:t>
            </a:r>
          </a:p>
        </p:txBody>
      </p:sp>
      <p:sp>
        <p:nvSpPr>
          <p:cNvPr id="103" name="Rectangle 102">
            <a:extLst>
              <a:ext uri="{FF2B5EF4-FFF2-40B4-BE49-F238E27FC236}">
                <a16:creationId xmlns:a16="http://schemas.microsoft.com/office/drawing/2014/main" xmlns="" id="{C3B75833-5FB6-4748-B234-AF1FF38CEB90}"/>
              </a:ext>
            </a:extLst>
          </p:cNvPr>
          <p:cNvSpPr/>
          <p:nvPr/>
        </p:nvSpPr>
        <p:spPr>
          <a:xfrm>
            <a:off x="8234360" y="2747963"/>
            <a:ext cx="533400" cy="304800"/>
          </a:xfrm>
          <a:prstGeom prst="rect">
            <a:avLst/>
          </a:prstGeom>
          <a:solidFill>
            <a:srgbClr val="1D3064"/>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t>12</a:t>
            </a:r>
          </a:p>
        </p:txBody>
      </p:sp>
      <p:sp>
        <p:nvSpPr>
          <p:cNvPr id="104" name="Rectangle 103">
            <a:extLst>
              <a:ext uri="{FF2B5EF4-FFF2-40B4-BE49-F238E27FC236}">
                <a16:creationId xmlns:a16="http://schemas.microsoft.com/office/drawing/2014/main" xmlns="" id="{CD9E7C55-9718-4EA7-BBB0-AAFFCB7ED8C6}"/>
              </a:ext>
            </a:extLst>
          </p:cNvPr>
          <p:cNvSpPr/>
          <p:nvPr/>
        </p:nvSpPr>
        <p:spPr>
          <a:xfrm>
            <a:off x="8234360" y="3052763"/>
            <a:ext cx="533400" cy="304800"/>
          </a:xfrm>
          <a:prstGeom prst="rect">
            <a:avLst/>
          </a:prstGeom>
          <a:solidFill>
            <a:srgbClr val="1D3064"/>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t>18</a:t>
            </a:r>
          </a:p>
        </p:txBody>
      </p:sp>
      <p:sp>
        <p:nvSpPr>
          <p:cNvPr id="105" name="Rectangle 104">
            <a:extLst>
              <a:ext uri="{FF2B5EF4-FFF2-40B4-BE49-F238E27FC236}">
                <a16:creationId xmlns:a16="http://schemas.microsoft.com/office/drawing/2014/main" xmlns="" id="{069950E4-BD8D-4D4E-9B35-5B5850CAEA03}"/>
              </a:ext>
            </a:extLst>
          </p:cNvPr>
          <p:cNvSpPr/>
          <p:nvPr/>
        </p:nvSpPr>
        <p:spPr>
          <a:xfrm>
            <a:off x="8234360" y="3357563"/>
            <a:ext cx="533400" cy="304800"/>
          </a:xfrm>
          <a:prstGeom prst="rect">
            <a:avLst/>
          </a:prstGeom>
          <a:solidFill>
            <a:srgbClr val="1D3064"/>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t>24</a:t>
            </a:r>
          </a:p>
        </p:txBody>
      </p:sp>
      <p:sp>
        <p:nvSpPr>
          <p:cNvPr id="106" name="Rectangle 105">
            <a:extLst>
              <a:ext uri="{FF2B5EF4-FFF2-40B4-BE49-F238E27FC236}">
                <a16:creationId xmlns:a16="http://schemas.microsoft.com/office/drawing/2014/main" xmlns="" id="{7677054E-C786-4196-BEBB-9D272F8117B7}"/>
              </a:ext>
            </a:extLst>
          </p:cNvPr>
          <p:cNvSpPr/>
          <p:nvPr/>
        </p:nvSpPr>
        <p:spPr>
          <a:xfrm>
            <a:off x="8234360" y="3662363"/>
            <a:ext cx="533400" cy="304800"/>
          </a:xfrm>
          <a:prstGeom prst="rect">
            <a:avLst/>
          </a:prstGeom>
          <a:solidFill>
            <a:srgbClr val="1D3064"/>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t>30</a:t>
            </a:r>
          </a:p>
        </p:txBody>
      </p:sp>
      <p:sp>
        <p:nvSpPr>
          <p:cNvPr id="107" name="Rectangle 106">
            <a:extLst>
              <a:ext uri="{FF2B5EF4-FFF2-40B4-BE49-F238E27FC236}">
                <a16:creationId xmlns:a16="http://schemas.microsoft.com/office/drawing/2014/main" xmlns="" id="{8D970894-0532-486A-A5E3-2662CE25E8AA}"/>
              </a:ext>
            </a:extLst>
          </p:cNvPr>
          <p:cNvSpPr/>
          <p:nvPr/>
        </p:nvSpPr>
        <p:spPr>
          <a:xfrm>
            <a:off x="8234360" y="3967163"/>
            <a:ext cx="533400" cy="304800"/>
          </a:xfrm>
          <a:prstGeom prst="rect">
            <a:avLst/>
          </a:prstGeom>
          <a:solidFill>
            <a:srgbClr val="1D3064"/>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t>36</a:t>
            </a:r>
          </a:p>
        </p:txBody>
      </p:sp>
      <p:sp>
        <p:nvSpPr>
          <p:cNvPr id="108" name="Rectangle 107">
            <a:extLst>
              <a:ext uri="{FF2B5EF4-FFF2-40B4-BE49-F238E27FC236}">
                <a16:creationId xmlns:a16="http://schemas.microsoft.com/office/drawing/2014/main" xmlns="" id="{7CF987EA-039A-4EC7-8689-02D3989EA943}"/>
              </a:ext>
            </a:extLst>
          </p:cNvPr>
          <p:cNvSpPr/>
          <p:nvPr/>
        </p:nvSpPr>
        <p:spPr>
          <a:xfrm>
            <a:off x="8234360" y="4271963"/>
            <a:ext cx="533400" cy="304800"/>
          </a:xfrm>
          <a:prstGeom prst="rect">
            <a:avLst/>
          </a:prstGeom>
          <a:solidFill>
            <a:srgbClr val="1D3064"/>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t>42</a:t>
            </a:r>
          </a:p>
        </p:txBody>
      </p:sp>
      <p:sp>
        <p:nvSpPr>
          <p:cNvPr id="109" name="Rectangle 108">
            <a:extLst>
              <a:ext uri="{FF2B5EF4-FFF2-40B4-BE49-F238E27FC236}">
                <a16:creationId xmlns:a16="http://schemas.microsoft.com/office/drawing/2014/main" xmlns="" id="{ABD4C6D9-FF81-4BF3-B9B5-B07ABC1FCF99}"/>
              </a:ext>
            </a:extLst>
          </p:cNvPr>
          <p:cNvSpPr/>
          <p:nvPr/>
        </p:nvSpPr>
        <p:spPr>
          <a:xfrm>
            <a:off x="8234360" y="4576763"/>
            <a:ext cx="533400" cy="304800"/>
          </a:xfrm>
          <a:prstGeom prst="rect">
            <a:avLst/>
          </a:prstGeom>
          <a:solidFill>
            <a:srgbClr val="1D3064"/>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t>48</a:t>
            </a:r>
          </a:p>
        </p:txBody>
      </p:sp>
      <p:sp>
        <p:nvSpPr>
          <p:cNvPr id="110" name="Rectangle 109">
            <a:extLst>
              <a:ext uri="{FF2B5EF4-FFF2-40B4-BE49-F238E27FC236}">
                <a16:creationId xmlns:a16="http://schemas.microsoft.com/office/drawing/2014/main" xmlns="" id="{8FA45FCF-B728-4559-B93C-D4787FE20DF4}"/>
              </a:ext>
            </a:extLst>
          </p:cNvPr>
          <p:cNvSpPr/>
          <p:nvPr/>
        </p:nvSpPr>
        <p:spPr>
          <a:xfrm>
            <a:off x="8234360" y="4881563"/>
            <a:ext cx="533400" cy="304800"/>
          </a:xfrm>
          <a:prstGeom prst="rect">
            <a:avLst/>
          </a:prstGeom>
          <a:solidFill>
            <a:srgbClr val="1D3064"/>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t>54</a:t>
            </a:r>
          </a:p>
        </p:txBody>
      </p:sp>
      <p:sp>
        <p:nvSpPr>
          <p:cNvPr id="111" name="Rectangle 110">
            <a:extLst>
              <a:ext uri="{FF2B5EF4-FFF2-40B4-BE49-F238E27FC236}">
                <a16:creationId xmlns:a16="http://schemas.microsoft.com/office/drawing/2014/main" xmlns="" id="{66D7C333-D608-4AC5-8C30-72AFF717D9FC}"/>
              </a:ext>
            </a:extLst>
          </p:cNvPr>
          <p:cNvSpPr/>
          <p:nvPr/>
        </p:nvSpPr>
        <p:spPr>
          <a:xfrm>
            <a:off x="8234360" y="5186363"/>
            <a:ext cx="533400" cy="304800"/>
          </a:xfrm>
          <a:prstGeom prst="rect">
            <a:avLst/>
          </a:prstGeom>
          <a:solidFill>
            <a:srgbClr val="1D3064"/>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t>60</a:t>
            </a:r>
          </a:p>
        </p:txBody>
      </p:sp>
      <p:sp>
        <p:nvSpPr>
          <p:cNvPr id="112" name="Rectangle 111">
            <a:extLst>
              <a:ext uri="{FF2B5EF4-FFF2-40B4-BE49-F238E27FC236}">
                <a16:creationId xmlns:a16="http://schemas.microsoft.com/office/drawing/2014/main" xmlns="" id="{99D863F4-5E8C-4A5C-8B41-2EAAAFAC77CB}"/>
              </a:ext>
            </a:extLst>
          </p:cNvPr>
          <p:cNvSpPr/>
          <p:nvPr/>
        </p:nvSpPr>
        <p:spPr>
          <a:xfrm>
            <a:off x="9834563" y="2138363"/>
            <a:ext cx="533400" cy="304800"/>
          </a:xfrm>
          <a:prstGeom prst="rect">
            <a:avLst/>
          </a:prstGeom>
          <a:solidFill>
            <a:schemeClr val="accent2">
              <a:lumMod val="60000"/>
              <a:lumOff val="40000"/>
            </a:schemeClr>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solidFill>
                  <a:schemeClr val="tx1"/>
                </a:solidFill>
              </a:rPr>
              <a:t>0</a:t>
            </a:r>
          </a:p>
        </p:txBody>
      </p:sp>
      <p:sp>
        <p:nvSpPr>
          <p:cNvPr id="113" name="Rectangle 112">
            <a:extLst>
              <a:ext uri="{FF2B5EF4-FFF2-40B4-BE49-F238E27FC236}">
                <a16:creationId xmlns:a16="http://schemas.microsoft.com/office/drawing/2014/main" xmlns="" id="{63F73279-98DB-485B-BB69-1D15559AA068}"/>
              </a:ext>
            </a:extLst>
          </p:cNvPr>
          <p:cNvSpPr/>
          <p:nvPr/>
        </p:nvSpPr>
        <p:spPr>
          <a:xfrm>
            <a:off x="9834563" y="2443163"/>
            <a:ext cx="533400" cy="304800"/>
          </a:xfrm>
          <a:prstGeom prst="rect">
            <a:avLst/>
          </a:prstGeom>
          <a:solidFill>
            <a:schemeClr val="accent2">
              <a:lumMod val="60000"/>
              <a:lumOff val="40000"/>
            </a:schemeClr>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solidFill>
                  <a:schemeClr val="tx1"/>
                </a:solidFill>
              </a:rPr>
              <a:t>8</a:t>
            </a:r>
          </a:p>
        </p:txBody>
      </p:sp>
      <p:sp>
        <p:nvSpPr>
          <p:cNvPr id="114" name="Rectangle 113">
            <a:extLst>
              <a:ext uri="{FF2B5EF4-FFF2-40B4-BE49-F238E27FC236}">
                <a16:creationId xmlns:a16="http://schemas.microsoft.com/office/drawing/2014/main" xmlns="" id="{7A31FAAB-3A9B-42E8-B761-1AB4E0F8DEEE}"/>
              </a:ext>
            </a:extLst>
          </p:cNvPr>
          <p:cNvSpPr/>
          <p:nvPr/>
        </p:nvSpPr>
        <p:spPr>
          <a:xfrm>
            <a:off x="9834563" y="2747963"/>
            <a:ext cx="533400" cy="304800"/>
          </a:xfrm>
          <a:prstGeom prst="rect">
            <a:avLst/>
          </a:prstGeom>
          <a:solidFill>
            <a:schemeClr val="accent2">
              <a:lumMod val="60000"/>
              <a:lumOff val="40000"/>
            </a:schemeClr>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solidFill>
                  <a:schemeClr val="tx1"/>
                </a:solidFill>
              </a:rPr>
              <a:t>16</a:t>
            </a:r>
          </a:p>
        </p:txBody>
      </p:sp>
      <p:sp>
        <p:nvSpPr>
          <p:cNvPr id="115" name="Rectangle 114">
            <a:extLst>
              <a:ext uri="{FF2B5EF4-FFF2-40B4-BE49-F238E27FC236}">
                <a16:creationId xmlns:a16="http://schemas.microsoft.com/office/drawing/2014/main" xmlns="" id="{0EF00AD4-6BFE-4213-89CD-30D267F04FEB}"/>
              </a:ext>
            </a:extLst>
          </p:cNvPr>
          <p:cNvSpPr/>
          <p:nvPr/>
        </p:nvSpPr>
        <p:spPr>
          <a:xfrm>
            <a:off x="9834563" y="3052763"/>
            <a:ext cx="533400" cy="304800"/>
          </a:xfrm>
          <a:prstGeom prst="rect">
            <a:avLst/>
          </a:prstGeom>
          <a:solidFill>
            <a:schemeClr val="accent2">
              <a:lumMod val="60000"/>
              <a:lumOff val="40000"/>
            </a:schemeClr>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solidFill>
                  <a:schemeClr val="tx1"/>
                </a:solidFill>
              </a:rPr>
              <a:t>24</a:t>
            </a:r>
          </a:p>
        </p:txBody>
      </p:sp>
      <p:sp>
        <p:nvSpPr>
          <p:cNvPr id="116" name="Rectangle 115">
            <a:extLst>
              <a:ext uri="{FF2B5EF4-FFF2-40B4-BE49-F238E27FC236}">
                <a16:creationId xmlns:a16="http://schemas.microsoft.com/office/drawing/2014/main" xmlns="" id="{7C20B232-6253-432E-9C2E-244ED59E87C9}"/>
              </a:ext>
            </a:extLst>
          </p:cNvPr>
          <p:cNvSpPr/>
          <p:nvPr/>
        </p:nvSpPr>
        <p:spPr>
          <a:xfrm>
            <a:off x="9834563" y="3357563"/>
            <a:ext cx="533400" cy="304800"/>
          </a:xfrm>
          <a:prstGeom prst="rect">
            <a:avLst/>
          </a:prstGeom>
          <a:solidFill>
            <a:schemeClr val="accent2">
              <a:lumMod val="60000"/>
              <a:lumOff val="40000"/>
            </a:schemeClr>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solidFill>
                  <a:schemeClr val="tx1"/>
                </a:solidFill>
              </a:rPr>
              <a:t>32</a:t>
            </a:r>
          </a:p>
        </p:txBody>
      </p:sp>
      <p:sp>
        <p:nvSpPr>
          <p:cNvPr id="117" name="Rectangle 116">
            <a:extLst>
              <a:ext uri="{FF2B5EF4-FFF2-40B4-BE49-F238E27FC236}">
                <a16:creationId xmlns:a16="http://schemas.microsoft.com/office/drawing/2014/main" xmlns="" id="{5C0E37BA-1750-45C8-9AD6-AD3215254869}"/>
              </a:ext>
            </a:extLst>
          </p:cNvPr>
          <p:cNvSpPr/>
          <p:nvPr/>
        </p:nvSpPr>
        <p:spPr>
          <a:xfrm>
            <a:off x="9834563" y="3662363"/>
            <a:ext cx="533400" cy="304800"/>
          </a:xfrm>
          <a:prstGeom prst="rect">
            <a:avLst/>
          </a:prstGeom>
          <a:solidFill>
            <a:schemeClr val="accent2">
              <a:lumMod val="60000"/>
              <a:lumOff val="40000"/>
            </a:schemeClr>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solidFill>
                  <a:schemeClr val="tx1"/>
                </a:solidFill>
              </a:rPr>
              <a:t>40</a:t>
            </a:r>
          </a:p>
        </p:txBody>
      </p:sp>
      <p:sp>
        <p:nvSpPr>
          <p:cNvPr id="118" name="Rectangle 117">
            <a:extLst>
              <a:ext uri="{FF2B5EF4-FFF2-40B4-BE49-F238E27FC236}">
                <a16:creationId xmlns:a16="http://schemas.microsoft.com/office/drawing/2014/main" xmlns="" id="{06E34D10-F288-4206-A5AE-54232F8A84B6}"/>
              </a:ext>
            </a:extLst>
          </p:cNvPr>
          <p:cNvSpPr/>
          <p:nvPr/>
        </p:nvSpPr>
        <p:spPr>
          <a:xfrm>
            <a:off x="9834563" y="3967163"/>
            <a:ext cx="533400" cy="304800"/>
          </a:xfrm>
          <a:prstGeom prst="rect">
            <a:avLst/>
          </a:prstGeom>
          <a:solidFill>
            <a:schemeClr val="accent2">
              <a:lumMod val="60000"/>
              <a:lumOff val="40000"/>
            </a:schemeClr>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solidFill>
                  <a:schemeClr val="tx1"/>
                </a:solidFill>
              </a:rPr>
              <a:t>48</a:t>
            </a:r>
          </a:p>
        </p:txBody>
      </p:sp>
      <p:sp>
        <p:nvSpPr>
          <p:cNvPr id="119" name="Rectangle 118">
            <a:extLst>
              <a:ext uri="{FF2B5EF4-FFF2-40B4-BE49-F238E27FC236}">
                <a16:creationId xmlns:a16="http://schemas.microsoft.com/office/drawing/2014/main" xmlns="" id="{FDF7ABB1-BD7A-4E23-9A3B-273277B3181F}"/>
              </a:ext>
            </a:extLst>
          </p:cNvPr>
          <p:cNvSpPr/>
          <p:nvPr/>
        </p:nvSpPr>
        <p:spPr>
          <a:xfrm>
            <a:off x="9834563" y="4271963"/>
            <a:ext cx="533400" cy="304800"/>
          </a:xfrm>
          <a:prstGeom prst="rect">
            <a:avLst/>
          </a:prstGeom>
          <a:solidFill>
            <a:schemeClr val="accent2">
              <a:lumMod val="60000"/>
              <a:lumOff val="40000"/>
            </a:schemeClr>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solidFill>
                  <a:schemeClr val="tx1"/>
                </a:solidFill>
              </a:rPr>
              <a:t>56</a:t>
            </a:r>
          </a:p>
        </p:txBody>
      </p:sp>
      <p:sp>
        <p:nvSpPr>
          <p:cNvPr id="120" name="Rectangle 119">
            <a:extLst>
              <a:ext uri="{FF2B5EF4-FFF2-40B4-BE49-F238E27FC236}">
                <a16:creationId xmlns:a16="http://schemas.microsoft.com/office/drawing/2014/main" xmlns="" id="{630F9A8C-999C-4CB8-BBFD-DC739CFCF75F}"/>
              </a:ext>
            </a:extLst>
          </p:cNvPr>
          <p:cNvSpPr/>
          <p:nvPr/>
        </p:nvSpPr>
        <p:spPr>
          <a:xfrm>
            <a:off x="9834563" y="4576763"/>
            <a:ext cx="533400" cy="304800"/>
          </a:xfrm>
          <a:prstGeom prst="rect">
            <a:avLst/>
          </a:prstGeom>
          <a:solidFill>
            <a:schemeClr val="accent2">
              <a:lumMod val="60000"/>
              <a:lumOff val="40000"/>
            </a:schemeClr>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solidFill>
                  <a:schemeClr val="tx1"/>
                </a:solidFill>
              </a:rPr>
              <a:t>64</a:t>
            </a:r>
          </a:p>
        </p:txBody>
      </p:sp>
      <p:sp>
        <p:nvSpPr>
          <p:cNvPr id="121" name="Rectangle 120">
            <a:extLst>
              <a:ext uri="{FF2B5EF4-FFF2-40B4-BE49-F238E27FC236}">
                <a16:creationId xmlns:a16="http://schemas.microsoft.com/office/drawing/2014/main" xmlns="" id="{8A8BCB24-631B-4A3D-9587-26E99220CC9E}"/>
              </a:ext>
            </a:extLst>
          </p:cNvPr>
          <p:cNvSpPr/>
          <p:nvPr/>
        </p:nvSpPr>
        <p:spPr>
          <a:xfrm>
            <a:off x="9834563" y="4881563"/>
            <a:ext cx="533400" cy="304800"/>
          </a:xfrm>
          <a:prstGeom prst="rect">
            <a:avLst/>
          </a:prstGeom>
          <a:solidFill>
            <a:schemeClr val="accent2">
              <a:lumMod val="60000"/>
              <a:lumOff val="40000"/>
            </a:schemeClr>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solidFill>
                  <a:schemeClr val="tx1"/>
                </a:solidFill>
              </a:rPr>
              <a:t>72</a:t>
            </a:r>
          </a:p>
        </p:txBody>
      </p:sp>
      <p:sp>
        <p:nvSpPr>
          <p:cNvPr id="122" name="Rectangle 121">
            <a:extLst>
              <a:ext uri="{FF2B5EF4-FFF2-40B4-BE49-F238E27FC236}">
                <a16:creationId xmlns:a16="http://schemas.microsoft.com/office/drawing/2014/main" xmlns="" id="{257F1913-2880-4DF5-9FCD-18A1D31574E3}"/>
              </a:ext>
            </a:extLst>
          </p:cNvPr>
          <p:cNvSpPr/>
          <p:nvPr/>
        </p:nvSpPr>
        <p:spPr>
          <a:xfrm>
            <a:off x="9834563" y="5186363"/>
            <a:ext cx="533400" cy="304800"/>
          </a:xfrm>
          <a:prstGeom prst="rect">
            <a:avLst/>
          </a:prstGeom>
          <a:solidFill>
            <a:schemeClr val="accent2">
              <a:lumMod val="60000"/>
              <a:lumOff val="40000"/>
            </a:schemeClr>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solidFill>
                  <a:schemeClr val="tx1"/>
                </a:solidFill>
              </a:rPr>
              <a:t>80</a:t>
            </a:r>
          </a:p>
        </p:txBody>
      </p:sp>
      <p:sp>
        <p:nvSpPr>
          <p:cNvPr id="123" name="Rectangle 122">
            <a:extLst>
              <a:ext uri="{FF2B5EF4-FFF2-40B4-BE49-F238E27FC236}">
                <a16:creationId xmlns:a16="http://schemas.microsoft.com/office/drawing/2014/main" xmlns="" id="{369CDF29-B4EC-4F13-8ECA-DA5947638C29}"/>
              </a:ext>
            </a:extLst>
          </p:cNvPr>
          <p:cNvSpPr/>
          <p:nvPr/>
        </p:nvSpPr>
        <p:spPr>
          <a:xfrm>
            <a:off x="11449055" y="2138363"/>
            <a:ext cx="533400" cy="304800"/>
          </a:xfrm>
          <a:prstGeom prst="rect">
            <a:avLst/>
          </a:prstGeom>
          <a:solidFill>
            <a:srgbClr val="00B050"/>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t>0</a:t>
            </a:r>
          </a:p>
        </p:txBody>
      </p:sp>
      <p:sp>
        <p:nvSpPr>
          <p:cNvPr id="124" name="Rectangle 123">
            <a:extLst>
              <a:ext uri="{FF2B5EF4-FFF2-40B4-BE49-F238E27FC236}">
                <a16:creationId xmlns:a16="http://schemas.microsoft.com/office/drawing/2014/main" xmlns="" id="{C55D6FFA-CDC2-45F8-8A2A-2BAF67C209EE}"/>
              </a:ext>
            </a:extLst>
          </p:cNvPr>
          <p:cNvSpPr/>
          <p:nvPr/>
        </p:nvSpPr>
        <p:spPr>
          <a:xfrm>
            <a:off x="11449055" y="2443163"/>
            <a:ext cx="533400" cy="304800"/>
          </a:xfrm>
          <a:prstGeom prst="rect">
            <a:avLst/>
          </a:prstGeom>
          <a:solidFill>
            <a:srgbClr val="00B050"/>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t>10</a:t>
            </a:r>
          </a:p>
        </p:txBody>
      </p:sp>
      <p:sp>
        <p:nvSpPr>
          <p:cNvPr id="125" name="Rectangle 124">
            <a:extLst>
              <a:ext uri="{FF2B5EF4-FFF2-40B4-BE49-F238E27FC236}">
                <a16:creationId xmlns:a16="http://schemas.microsoft.com/office/drawing/2014/main" xmlns="" id="{76E32D92-2D6A-408D-A5DA-F6A718067ED2}"/>
              </a:ext>
            </a:extLst>
          </p:cNvPr>
          <p:cNvSpPr/>
          <p:nvPr/>
        </p:nvSpPr>
        <p:spPr>
          <a:xfrm>
            <a:off x="11449055" y="2747963"/>
            <a:ext cx="533400" cy="304800"/>
          </a:xfrm>
          <a:prstGeom prst="rect">
            <a:avLst/>
          </a:prstGeom>
          <a:solidFill>
            <a:srgbClr val="00B050"/>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t>20</a:t>
            </a:r>
          </a:p>
        </p:txBody>
      </p:sp>
      <p:sp>
        <p:nvSpPr>
          <p:cNvPr id="126" name="Rectangle 125">
            <a:extLst>
              <a:ext uri="{FF2B5EF4-FFF2-40B4-BE49-F238E27FC236}">
                <a16:creationId xmlns:a16="http://schemas.microsoft.com/office/drawing/2014/main" xmlns="" id="{27D31B17-9E1A-450E-AD84-6156F490CBA6}"/>
              </a:ext>
            </a:extLst>
          </p:cNvPr>
          <p:cNvSpPr/>
          <p:nvPr/>
        </p:nvSpPr>
        <p:spPr>
          <a:xfrm>
            <a:off x="11449055" y="3052763"/>
            <a:ext cx="533400" cy="304800"/>
          </a:xfrm>
          <a:prstGeom prst="rect">
            <a:avLst/>
          </a:prstGeom>
          <a:solidFill>
            <a:srgbClr val="00B050"/>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t>30</a:t>
            </a:r>
          </a:p>
        </p:txBody>
      </p:sp>
      <p:sp>
        <p:nvSpPr>
          <p:cNvPr id="127" name="Rectangle 126">
            <a:extLst>
              <a:ext uri="{FF2B5EF4-FFF2-40B4-BE49-F238E27FC236}">
                <a16:creationId xmlns:a16="http://schemas.microsoft.com/office/drawing/2014/main" xmlns="" id="{5FFB6062-5B2A-473C-A1A6-27ECFB48C07F}"/>
              </a:ext>
            </a:extLst>
          </p:cNvPr>
          <p:cNvSpPr/>
          <p:nvPr/>
        </p:nvSpPr>
        <p:spPr>
          <a:xfrm>
            <a:off x="11449055" y="3357563"/>
            <a:ext cx="533400" cy="304800"/>
          </a:xfrm>
          <a:prstGeom prst="rect">
            <a:avLst/>
          </a:prstGeom>
          <a:solidFill>
            <a:srgbClr val="00B050"/>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t>40</a:t>
            </a:r>
          </a:p>
        </p:txBody>
      </p:sp>
      <p:sp>
        <p:nvSpPr>
          <p:cNvPr id="128" name="Rectangle 127">
            <a:extLst>
              <a:ext uri="{FF2B5EF4-FFF2-40B4-BE49-F238E27FC236}">
                <a16:creationId xmlns:a16="http://schemas.microsoft.com/office/drawing/2014/main" xmlns="" id="{E1CC5D34-3C72-4278-8184-307E6FA71730}"/>
              </a:ext>
            </a:extLst>
          </p:cNvPr>
          <p:cNvSpPr/>
          <p:nvPr/>
        </p:nvSpPr>
        <p:spPr>
          <a:xfrm>
            <a:off x="11449055" y="3662363"/>
            <a:ext cx="533400" cy="304800"/>
          </a:xfrm>
          <a:prstGeom prst="rect">
            <a:avLst/>
          </a:prstGeom>
          <a:solidFill>
            <a:srgbClr val="00B050"/>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t>50</a:t>
            </a:r>
          </a:p>
        </p:txBody>
      </p:sp>
      <p:sp>
        <p:nvSpPr>
          <p:cNvPr id="129" name="Rectangle 128">
            <a:extLst>
              <a:ext uri="{FF2B5EF4-FFF2-40B4-BE49-F238E27FC236}">
                <a16:creationId xmlns:a16="http://schemas.microsoft.com/office/drawing/2014/main" xmlns="" id="{163F0979-4D66-44CC-81EF-02B1C746F1DD}"/>
              </a:ext>
            </a:extLst>
          </p:cNvPr>
          <p:cNvSpPr/>
          <p:nvPr/>
        </p:nvSpPr>
        <p:spPr>
          <a:xfrm>
            <a:off x="11449055" y="3967163"/>
            <a:ext cx="533400" cy="304800"/>
          </a:xfrm>
          <a:prstGeom prst="rect">
            <a:avLst/>
          </a:prstGeom>
          <a:solidFill>
            <a:srgbClr val="00B050"/>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t>60</a:t>
            </a:r>
          </a:p>
        </p:txBody>
      </p:sp>
      <p:sp>
        <p:nvSpPr>
          <p:cNvPr id="130" name="Rectangle 129">
            <a:extLst>
              <a:ext uri="{FF2B5EF4-FFF2-40B4-BE49-F238E27FC236}">
                <a16:creationId xmlns:a16="http://schemas.microsoft.com/office/drawing/2014/main" xmlns="" id="{1EE4651C-1923-47EF-86B2-48EA2DC17E8D}"/>
              </a:ext>
            </a:extLst>
          </p:cNvPr>
          <p:cNvSpPr/>
          <p:nvPr/>
        </p:nvSpPr>
        <p:spPr>
          <a:xfrm>
            <a:off x="11449055" y="4271963"/>
            <a:ext cx="533400" cy="304800"/>
          </a:xfrm>
          <a:prstGeom prst="rect">
            <a:avLst/>
          </a:prstGeom>
          <a:solidFill>
            <a:srgbClr val="00B050"/>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t>70</a:t>
            </a:r>
          </a:p>
        </p:txBody>
      </p:sp>
      <p:sp>
        <p:nvSpPr>
          <p:cNvPr id="131" name="Rectangle 130">
            <a:extLst>
              <a:ext uri="{FF2B5EF4-FFF2-40B4-BE49-F238E27FC236}">
                <a16:creationId xmlns:a16="http://schemas.microsoft.com/office/drawing/2014/main" xmlns="" id="{8112539B-EDE6-4E8A-826D-5295816CAF3C}"/>
              </a:ext>
            </a:extLst>
          </p:cNvPr>
          <p:cNvSpPr/>
          <p:nvPr/>
        </p:nvSpPr>
        <p:spPr>
          <a:xfrm>
            <a:off x="11449055" y="4576763"/>
            <a:ext cx="533400" cy="304800"/>
          </a:xfrm>
          <a:prstGeom prst="rect">
            <a:avLst/>
          </a:prstGeom>
          <a:solidFill>
            <a:srgbClr val="00B050"/>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t>80</a:t>
            </a:r>
          </a:p>
        </p:txBody>
      </p:sp>
      <p:sp>
        <p:nvSpPr>
          <p:cNvPr id="132" name="Rectangle 131">
            <a:extLst>
              <a:ext uri="{FF2B5EF4-FFF2-40B4-BE49-F238E27FC236}">
                <a16:creationId xmlns:a16="http://schemas.microsoft.com/office/drawing/2014/main" xmlns="" id="{0B6B00ED-7C29-402A-A964-BD931EA257A4}"/>
              </a:ext>
            </a:extLst>
          </p:cNvPr>
          <p:cNvSpPr/>
          <p:nvPr/>
        </p:nvSpPr>
        <p:spPr>
          <a:xfrm>
            <a:off x="11449055" y="4881563"/>
            <a:ext cx="533400" cy="304800"/>
          </a:xfrm>
          <a:prstGeom prst="rect">
            <a:avLst/>
          </a:prstGeom>
          <a:solidFill>
            <a:srgbClr val="00B050"/>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t>90</a:t>
            </a:r>
          </a:p>
        </p:txBody>
      </p:sp>
      <p:sp>
        <p:nvSpPr>
          <p:cNvPr id="133" name="Rectangle 132">
            <a:extLst>
              <a:ext uri="{FF2B5EF4-FFF2-40B4-BE49-F238E27FC236}">
                <a16:creationId xmlns:a16="http://schemas.microsoft.com/office/drawing/2014/main" xmlns="" id="{25037CA9-DBAD-42CE-8B37-4C5C14FA43B9}"/>
              </a:ext>
            </a:extLst>
          </p:cNvPr>
          <p:cNvSpPr/>
          <p:nvPr/>
        </p:nvSpPr>
        <p:spPr>
          <a:xfrm>
            <a:off x="11449055" y="5186363"/>
            <a:ext cx="533400" cy="304800"/>
          </a:xfrm>
          <a:prstGeom prst="rect">
            <a:avLst/>
          </a:prstGeom>
          <a:solidFill>
            <a:srgbClr val="00B050"/>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t>100</a:t>
            </a:r>
          </a:p>
        </p:txBody>
      </p:sp>
      <p:sp>
        <p:nvSpPr>
          <p:cNvPr id="134" name="Rectangle 133">
            <a:extLst>
              <a:ext uri="{FF2B5EF4-FFF2-40B4-BE49-F238E27FC236}">
                <a16:creationId xmlns:a16="http://schemas.microsoft.com/office/drawing/2014/main" xmlns="" id="{11C465F7-C6C3-4EF3-B885-79C1F3DAA928}"/>
              </a:ext>
            </a:extLst>
          </p:cNvPr>
          <p:cNvSpPr/>
          <p:nvPr/>
        </p:nvSpPr>
        <p:spPr>
          <a:xfrm>
            <a:off x="8158160" y="1604963"/>
            <a:ext cx="685800" cy="381000"/>
          </a:xfrm>
          <a:prstGeom prst="rect">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eaLnBrk="1" hangingPunct="1">
              <a:defRPr/>
            </a:pPr>
            <a:r>
              <a:rPr lang="en-US" b="1" dirty="0"/>
              <a:t>P1</a:t>
            </a:r>
          </a:p>
        </p:txBody>
      </p:sp>
      <p:sp>
        <p:nvSpPr>
          <p:cNvPr id="135" name="Rectangle 134">
            <a:extLst>
              <a:ext uri="{FF2B5EF4-FFF2-40B4-BE49-F238E27FC236}">
                <a16:creationId xmlns:a16="http://schemas.microsoft.com/office/drawing/2014/main" xmlns="" id="{18AC9B8E-61E2-4FC5-99AD-32C93BA73B25}"/>
              </a:ext>
            </a:extLst>
          </p:cNvPr>
          <p:cNvSpPr/>
          <p:nvPr/>
        </p:nvSpPr>
        <p:spPr>
          <a:xfrm>
            <a:off x="9758363" y="1604963"/>
            <a:ext cx="685800" cy="381000"/>
          </a:xfrm>
          <a:prstGeom prst="rect">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eaLnBrk="1" hangingPunct="1">
              <a:defRPr/>
            </a:pPr>
            <a:r>
              <a:rPr lang="en-US" b="1" dirty="0"/>
              <a:t>P2</a:t>
            </a:r>
          </a:p>
        </p:txBody>
      </p:sp>
      <p:sp>
        <p:nvSpPr>
          <p:cNvPr id="136" name="Rectangle 135">
            <a:extLst>
              <a:ext uri="{FF2B5EF4-FFF2-40B4-BE49-F238E27FC236}">
                <a16:creationId xmlns:a16="http://schemas.microsoft.com/office/drawing/2014/main" xmlns="" id="{4FC9C0C6-425D-4B05-B0C0-6E08FFE59569}"/>
              </a:ext>
            </a:extLst>
          </p:cNvPr>
          <p:cNvSpPr/>
          <p:nvPr/>
        </p:nvSpPr>
        <p:spPr>
          <a:xfrm>
            <a:off x="11372855" y="1604963"/>
            <a:ext cx="685800" cy="381000"/>
          </a:xfrm>
          <a:prstGeom prst="rect">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eaLnBrk="1" hangingPunct="1">
              <a:defRPr/>
            </a:pPr>
            <a:r>
              <a:rPr lang="en-US" b="1" dirty="0"/>
              <a:t>P3</a:t>
            </a:r>
          </a:p>
        </p:txBody>
      </p:sp>
      <p:cxnSp>
        <p:nvCxnSpPr>
          <p:cNvPr id="137" name="Straight Arrow Connector 136">
            <a:extLst>
              <a:ext uri="{FF2B5EF4-FFF2-40B4-BE49-F238E27FC236}">
                <a16:creationId xmlns:a16="http://schemas.microsoft.com/office/drawing/2014/main" xmlns="" id="{7D3807C8-81D5-4D3C-854C-43F39FDE7003}"/>
              </a:ext>
            </a:extLst>
          </p:cNvPr>
          <p:cNvCxnSpPr>
            <a:stCxn id="129" idx="1"/>
          </p:cNvCxnSpPr>
          <p:nvPr/>
        </p:nvCxnSpPr>
        <p:spPr>
          <a:xfrm flipH="1">
            <a:off x="10367963" y="4119563"/>
            <a:ext cx="1081092" cy="304800"/>
          </a:xfrm>
          <a:prstGeom prst="straightConnector1">
            <a:avLst/>
          </a:prstGeom>
          <a:ln w="28575">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138" name="TextBox 137">
            <a:extLst>
              <a:ext uri="{FF2B5EF4-FFF2-40B4-BE49-F238E27FC236}">
                <a16:creationId xmlns:a16="http://schemas.microsoft.com/office/drawing/2014/main" xmlns="" id="{E7914AEB-C417-4F5F-A6EB-E868BA9257EE}"/>
              </a:ext>
            </a:extLst>
          </p:cNvPr>
          <p:cNvSpPr txBox="1"/>
          <p:nvPr/>
        </p:nvSpPr>
        <p:spPr>
          <a:xfrm>
            <a:off x="10487029" y="3736976"/>
            <a:ext cx="757233" cy="338554"/>
          </a:xfrm>
          <a:prstGeom prst="rect">
            <a:avLst/>
          </a:prstGeom>
          <a:solidFill>
            <a:schemeClr val="accent6"/>
          </a:solidFill>
          <a:ln>
            <a:noFill/>
          </a:ln>
        </p:spPr>
        <p:style>
          <a:lnRef idx="2">
            <a:schemeClr val="accent4">
              <a:shade val="50000"/>
            </a:schemeClr>
          </a:lnRef>
          <a:fillRef idx="1">
            <a:schemeClr val="accent4"/>
          </a:fillRef>
          <a:effectRef idx="0">
            <a:schemeClr val="accent4"/>
          </a:effectRef>
          <a:fontRef idx="minor">
            <a:schemeClr val="lt1"/>
          </a:fontRef>
        </p:style>
        <p:txBody>
          <a:bodyPr wrap="square">
            <a:spAutoFit/>
          </a:bodyPr>
          <a:lstStyle/>
          <a:p>
            <a:pPr eaLnBrk="1" hangingPunct="1">
              <a:defRPr/>
            </a:pPr>
            <a:r>
              <a:rPr lang="en-US" sz="1600" b="1" dirty="0">
                <a:solidFill>
                  <a:schemeClr val="bg1"/>
                </a:solidFill>
              </a:rPr>
              <a:t>m3:60</a:t>
            </a:r>
          </a:p>
        </p:txBody>
      </p:sp>
      <p:cxnSp>
        <p:nvCxnSpPr>
          <p:cNvPr id="139" name="Straight Arrow Connector 138">
            <a:extLst>
              <a:ext uri="{FF2B5EF4-FFF2-40B4-BE49-F238E27FC236}">
                <a16:creationId xmlns:a16="http://schemas.microsoft.com/office/drawing/2014/main" xmlns="" id="{94266BB4-9EE4-4408-A564-B2AFD0593F4A}"/>
              </a:ext>
            </a:extLst>
          </p:cNvPr>
          <p:cNvCxnSpPr>
            <a:endCxn id="146" idx="3"/>
          </p:cNvCxnSpPr>
          <p:nvPr/>
        </p:nvCxnSpPr>
        <p:spPr>
          <a:xfrm flipH="1">
            <a:off x="8767760" y="4729163"/>
            <a:ext cx="1066803" cy="304800"/>
          </a:xfrm>
          <a:prstGeom prst="straightConnector1">
            <a:avLst/>
          </a:prstGeom>
          <a:ln w="28575">
            <a:solidFill>
              <a:schemeClr val="accent2">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sp>
        <p:nvSpPr>
          <p:cNvPr id="140" name="Rectangle 139">
            <a:extLst>
              <a:ext uri="{FF2B5EF4-FFF2-40B4-BE49-F238E27FC236}">
                <a16:creationId xmlns:a16="http://schemas.microsoft.com/office/drawing/2014/main" xmlns="" id="{9DF9676E-9B2E-4B44-8436-2121FF4F4B5A}"/>
              </a:ext>
            </a:extLst>
          </p:cNvPr>
          <p:cNvSpPr/>
          <p:nvPr/>
        </p:nvSpPr>
        <p:spPr>
          <a:xfrm>
            <a:off x="9834563" y="4271963"/>
            <a:ext cx="533400" cy="304800"/>
          </a:xfrm>
          <a:prstGeom prst="rect">
            <a:avLst/>
          </a:prstGeom>
          <a:solidFill>
            <a:schemeClr val="accent2">
              <a:lumMod val="60000"/>
              <a:lumOff val="40000"/>
            </a:schemeClr>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solidFill>
                  <a:schemeClr val="tx1"/>
                </a:solidFill>
              </a:rPr>
              <a:t>61</a:t>
            </a:r>
          </a:p>
        </p:txBody>
      </p:sp>
      <p:sp>
        <p:nvSpPr>
          <p:cNvPr id="141" name="TextBox 140">
            <a:extLst>
              <a:ext uri="{FF2B5EF4-FFF2-40B4-BE49-F238E27FC236}">
                <a16:creationId xmlns:a16="http://schemas.microsoft.com/office/drawing/2014/main" xmlns="" id="{86B0E829-D00C-4406-8A55-73CEBD433F32}"/>
              </a:ext>
            </a:extLst>
          </p:cNvPr>
          <p:cNvSpPr txBox="1"/>
          <p:nvPr/>
        </p:nvSpPr>
        <p:spPr>
          <a:xfrm>
            <a:off x="8958260" y="4344988"/>
            <a:ext cx="757233" cy="338554"/>
          </a:xfrm>
          <a:prstGeom prst="rect">
            <a:avLst/>
          </a:prstGeom>
          <a:solidFill>
            <a:schemeClr val="accent6"/>
          </a:solidFill>
          <a:ln>
            <a:noFill/>
          </a:ln>
        </p:spPr>
        <p:style>
          <a:lnRef idx="2">
            <a:schemeClr val="accent4">
              <a:shade val="50000"/>
            </a:schemeClr>
          </a:lnRef>
          <a:fillRef idx="1">
            <a:schemeClr val="accent4"/>
          </a:fillRef>
          <a:effectRef idx="0">
            <a:schemeClr val="accent4"/>
          </a:effectRef>
          <a:fontRef idx="minor">
            <a:schemeClr val="lt1"/>
          </a:fontRef>
        </p:style>
        <p:txBody>
          <a:bodyPr wrap="square">
            <a:spAutoFit/>
          </a:bodyPr>
          <a:lstStyle/>
          <a:p>
            <a:pPr eaLnBrk="1" hangingPunct="1">
              <a:defRPr/>
            </a:pPr>
            <a:r>
              <a:rPr lang="en-US" sz="1600" b="1" dirty="0">
                <a:solidFill>
                  <a:schemeClr val="bg1"/>
                </a:solidFill>
              </a:rPr>
              <a:t>m4:69</a:t>
            </a:r>
          </a:p>
        </p:txBody>
      </p:sp>
      <p:sp>
        <p:nvSpPr>
          <p:cNvPr id="142" name="Rectangle 141">
            <a:extLst>
              <a:ext uri="{FF2B5EF4-FFF2-40B4-BE49-F238E27FC236}">
                <a16:creationId xmlns:a16="http://schemas.microsoft.com/office/drawing/2014/main" xmlns="" id="{42612789-FDB1-4560-9260-8D03884FDAA3}"/>
              </a:ext>
            </a:extLst>
          </p:cNvPr>
          <p:cNvSpPr/>
          <p:nvPr/>
        </p:nvSpPr>
        <p:spPr>
          <a:xfrm>
            <a:off x="8234360" y="4881563"/>
            <a:ext cx="533400" cy="304800"/>
          </a:xfrm>
          <a:prstGeom prst="rect">
            <a:avLst/>
          </a:prstGeom>
          <a:solidFill>
            <a:srgbClr val="1D3064"/>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t>54</a:t>
            </a:r>
          </a:p>
        </p:txBody>
      </p:sp>
      <p:sp>
        <p:nvSpPr>
          <p:cNvPr id="143" name="Rectangle 142">
            <a:extLst>
              <a:ext uri="{FF2B5EF4-FFF2-40B4-BE49-F238E27FC236}">
                <a16:creationId xmlns:a16="http://schemas.microsoft.com/office/drawing/2014/main" xmlns="" id="{4B71E542-30C3-499C-B797-504752E5B360}"/>
              </a:ext>
            </a:extLst>
          </p:cNvPr>
          <p:cNvSpPr/>
          <p:nvPr/>
        </p:nvSpPr>
        <p:spPr>
          <a:xfrm>
            <a:off x="9834563" y="4576763"/>
            <a:ext cx="533400" cy="304800"/>
          </a:xfrm>
          <a:prstGeom prst="rect">
            <a:avLst/>
          </a:prstGeom>
          <a:solidFill>
            <a:schemeClr val="accent2">
              <a:lumMod val="60000"/>
              <a:lumOff val="40000"/>
            </a:schemeClr>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solidFill>
                  <a:schemeClr val="tx1"/>
                </a:solidFill>
              </a:rPr>
              <a:t>69</a:t>
            </a:r>
          </a:p>
        </p:txBody>
      </p:sp>
      <p:sp>
        <p:nvSpPr>
          <p:cNvPr id="144" name="Rectangle 143">
            <a:extLst>
              <a:ext uri="{FF2B5EF4-FFF2-40B4-BE49-F238E27FC236}">
                <a16:creationId xmlns:a16="http://schemas.microsoft.com/office/drawing/2014/main" xmlns="" id="{F13F0460-BE52-4D57-95F8-32F69EDF0657}"/>
              </a:ext>
            </a:extLst>
          </p:cNvPr>
          <p:cNvSpPr/>
          <p:nvPr/>
        </p:nvSpPr>
        <p:spPr>
          <a:xfrm>
            <a:off x="9834563" y="4881563"/>
            <a:ext cx="533400" cy="304800"/>
          </a:xfrm>
          <a:prstGeom prst="rect">
            <a:avLst/>
          </a:prstGeom>
          <a:solidFill>
            <a:schemeClr val="accent2">
              <a:lumMod val="60000"/>
              <a:lumOff val="40000"/>
            </a:schemeClr>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solidFill>
                  <a:schemeClr val="tx1"/>
                </a:solidFill>
              </a:rPr>
              <a:t>77</a:t>
            </a:r>
          </a:p>
        </p:txBody>
      </p:sp>
      <p:sp>
        <p:nvSpPr>
          <p:cNvPr id="145" name="Rectangle 144">
            <a:extLst>
              <a:ext uri="{FF2B5EF4-FFF2-40B4-BE49-F238E27FC236}">
                <a16:creationId xmlns:a16="http://schemas.microsoft.com/office/drawing/2014/main" xmlns="" id="{DBE4CE3F-901D-4D49-9FE9-E0D36306A6AE}"/>
              </a:ext>
            </a:extLst>
          </p:cNvPr>
          <p:cNvSpPr/>
          <p:nvPr/>
        </p:nvSpPr>
        <p:spPr>
          <a:xfrm>
            <a:off x="9834563" y="5186363"/>
            <a:ext cx="533400" cy="304800"/>
          </a:xfrm>
          <a:prstGeom prst="rect">
            <a:avLst/>
          </a:prstGeom>
          <a:solidFill>
            <a:schemeClr val="accent2">
              <a:lumMod val="60000"/>
              <a:lumOff val="40000"/>
            </a:schemeClr>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solidFill>
                  <a:schemeClr val="tx1"/>
                </a:solidFill>
              </a:rPr>
              <a:t>85</a:t>
            </a:r>
          </a:p>
        </p:txBody>
      </p:sp>
      <p:sp>
        <p:nvSpPr>
          <p:cNvPr id="146" name="Rectangle 145">
            <a:extLst>
              <a:ext uri="{FF2B5EF4-FFF2-40B4-BE49-F238E27FC236}">
                <a16:creationId xmlns:a16="http://schemas.microsoft.com/office/drawing/2014/main" xmlns="" id="{C0C50A94-0423-471C-8218-70EAD39F9E4C}"/>
              </a:ext>
            </a:extLst>
          </p:cNvPr>
          <p:cNvSpPr/>
          <p:nvPr/>
        </p:nvSpPr>
        <p:spPr>
          <a:xfrm>
            <a:off x="8234360" y="4881563"/>
            <a:ext cx="533400" cy="304800"/>
          </a:xfrm>
          <a:prstGeom prst="rect">
            <a:avLst/>
          </a:prstGeom>
          <a:solidFill>
            <a:srgbClr val="1D3064"/>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t>70</a:t>
            </a:r>
          </a:p>
        </p:txBody>
      </p:sp>
      <p:sp>
        <p:nvSpPr>
          <p:cNvPr id="147" name="Rectangle 146">
            <a:extLst>
              <a:ext uri="{FF2B5EF4-FFF2-40B4-BE49-F238E27FC236}">
                <a16:creationId xmlns:a16="http://schemas.microsoft.com/office/drawing/2014/main" xmlns="" id="{6DF990A0-6E9A-404D-BA74-014BAEFEAB85}"/>
              </a:ext>
            </a:extLst>
          </p:cNvPr>
          <p:cNvSpPr/>
          <p:nvPr/>
        </p:nvSpPr>
        <p:spPr>
          <a:xfrm>
            <a:off x="8234360" y="5186363"/>
            <a:ext cx="533400" cy="304800"/>
          </a:xfrm>
          <a:prstGeom prst="rect">
            <a:avLst/>
          </a:prstGeom>
          <a:solidFill>
            <a:srgbClr val="1D3064"/>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t>76</a:t>
            </a:r>
          </a:p>
        </p:txBody>
      </p:sp>
    </p:spTree>
    <p:extLst>
      <p:ext uri="{BB962C8B-B14F-4D97-AF65-F5344CB8AC3E}">
        <p14:creationId xmlns:p14="http://schemas.microsoft.com/office/powerpoint/2010/main" val="4259057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iterate type="lt">
                                    <p:tmAbs val="0"/>
                                  </p:iterate>
                                  <p:childTnLst>
                                    <p:set>
                                      <p:cBhvr>
                                        <p:cTn id="22" dur="1" fill="hold">
                                          <p:stCondLst>
                                            <p:cond delay="0"/>
                                          </p:stCondLst>
                                        </p:cTn>
                                        <p:tgtEl>
                                          <p:spTgt spid="140"/>
                                        </p:tgtEl>
                                        <p:attrNameLst>
                                          <p:attrName>style.visibility</p:attrName>
                                        </p:attrNameLst>
                                      </p:cBhvr>
                                      <p:to>
                                        <p:strVal val="visible"/>
                                      </p:to>
                                    </p:set>
                                  </p:childTnLst>
                                </p:cTn>
                              </p:par>
                            </p:childTnLst>
                          </p:cTn>
                        </p:par>
                        <p:par>
                          <p:cTn id="23" fill="hold">
                            <p:stCondLst>
                              <p:cond delay="0"/>
                            </p:stCondLst>
                            <p:childTnLst>
                              <p:par>
                                <p:cTn id="24" presetID="8" presetClass="emph" presetSubtype="0" fill="hold" nodeType="afterEffect">
                                  <p:stCondLst>
                                    <p:cond delay="0"/>
                                  </p:stCondLst>
                                  <p:iterate type="lt">
                                    <p:tmPct val="0"/>
                                  </p:iterate>
                                  <p:childTnLst>
                                    <p:animRot by="21600000">
                                      <p:cBhvr>
                                        <p:cTn id="25" dur="1000" fill="hold"/>
                                        <p:tgtEl>
                                          <p:spTgt spid="140"/>
                                        </p:tgtEl>
                                        <p:attrNameLst>
                                          <p:attrName>r</p:attrName>
                                        </p:attrNameLst>
                                      </p:cBhvr>
                                    </p:animRo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143"/>
                                        </p:tgtEl>
                                        <p:attrNameLst>
                                          <p:attrName>style.visibility</p:attrName>
                                        </p:attrNameLst>
                                      </p:cBhvr>
                                      <p:to>
                                        <p:strVal val="visible"/>
                                      </p:to>
                                    </p:set>
                                  </p:childTnLst>
                                </p:cTn>
                              </p:par>
                              <p:par>
                                <p:cTn id="30" presetID="1" presetClass="entr" presetSubtype="0" fill="hold" nodeType="withEffect">
                                  <p:stCondLst>
                                    <p:cond delay="0"/>
                                  </p:stCondLst>
                                  <p:childTnLst>
                                    <p:set>
                                      <p:cBhvr>
                                        <p:cTn id="31" dur="1" fill="hold">
                                          <p:stCondLst>
                                            <p:cond delay="0"/>
                                          </p:stCondLst>
                                        </p:cTn>
                                        <p:tgtEl>
                                          <p:spTgt spid="144"/>
                                        </p:tgtEl>
                                        <p:attrNameLst>
                                          <p:attrName>style.visibility</p:attrName>
                                        </p:attrNameLst>
                                      </p:cBhvr>
                                      <p:to>
                                        <p:strVal val="visible"/>
                                      </p:to>
                                    </p:set>
                                  </p:childTnLst>
                                </p:cTn>
                              </p:par>
                              <p:par>
                                <p:cTn id="32" presetID="1" presetClass="entr" presetSubtype="0" fill="hold" nodeType="withEffect">
                                  <p:stCondLst>
                                    <p:cond delay="0"/>
                                  </p:stCondLst>
                                  <p:childTnLst>
                                    <p:set>
                                      <p:cBhvr>
                                        <p:cTn id="33" dur="1" fill="hold">
                                          <p:stCondLst>
                                            <p:cond delay="0"/>
                                          </p:stCondLst>
                                        </p:cTn>
                                        <p:tgtEl>
                                          <p:spTgt spid="145"/>
                                        </p:tgtEl>
                                        <p:attrNameLst>
                                          <p:attrName>style.visibility</p:attrName>
                                        </p:attrNameLst>
                                      </p:cBhvr>
                                      <p:to>
                                        <p:strVal val="visible"/>
                                      </p:to>
                                    </p:set>
                                  </p:childTnLst>
                                </p:cTn>
                              </p:par>
                              <p:par>
                                <p:cTn id="34" presetID="8" presetClass="emph" presetSubtype="0" fill="hold" nodeType="withEffect">
                                  <p:stCondLst>
                                    <p:cond delay="0"/>
                                  </p:stCondLst>
                                  <p:childTnLst>
                                    <p:animRot by="21600000">
                                      <p:cBhvr>
                                        <p:cTn id="35" dur="1000" fill="hold"/>
                                        <p:tgtEl>
                                          <p:spTgt spid="143"/>
                                        </p:tgtEl>
                                        <p:attrNameLst>
                                          <p:attrName>r</p:attrName>
                                        </p:attrNameLst>
                                      </p:cBhvr>
                                    </p:animRot>
                                  </p:childTnLst>
                                </p:cTn>
                              </p:par>
                              <p:par>
                                <p:cTn id="36" presetID="8" presetClass="emph" presetSubtype="0" fill="hold" nodeType="withEffect">
                                  <p:stCondLst>
                                    <p:cond delay="0"/>
                                  </p:stCondLst>
                                  <p:childTnLst>
                                    <p:animRot by="21600000">
                                      <p:cBhvr>
                                        <p:cTn id="37" dur="1000" fill="hold"/>
                                        <p:tgtEl>
                                          <p:spTgt spid="144"/>
                                        </p:tgtEl>
                                        <p:attrNameLst>
                                          <p:attrName>r</p:attrName>
                                        </p:attrNameLst>
                                      </p:cBhvr>
                                    </p:animRot>
                                  </p:childTnLst>
                                </p:cTn>
                              </p:par>
                              <p:par>
                                <p:cTn id="38" presetID="8" presetClass="emph" presetSubtype="0" fill="hold" nodeType="withEffect">
                                  <p:stCondLst>
                                    <p:cond delay="0"/>
                                  </p:stCondLst>
                                  <p:childTnLst>
                                    <p:animRot by="21600000">
                                      <p:cBhvr>
                                        <p:cTn id="39" dur="1000" fill="hold"/>
                                        <p:tgtEl>
                                          <p:spTgt spid="145"/>
                                        </p:tgtEl>
                                        <p:attrNameLst>
                                          <p:attrName>r</p:attrName>
                                        </p:attrNameLst>
                                      </p:cBhvr>
                                    </p:animRo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141"/>
                                        </p:tgtEl>
                                        <p:attrNameLst>
                                          <p:attrName>style.visibility</p:attrName>
                                        </p:attrNameLst>
                                      </p:cBhvr>
                                      <p:to>
                                        <p:strVal val="visible"/>
                                      </p:to>
                                    </p:set>
                                  </p:childTnLst>
                                </p:cTn>
                              </p:par>
                              <p:par>
                                <p:cTn id="44" presetID="1" presetClass="entr" presetSubtype="0" fill="hold" nodeType="withEffect">
                                  <p:stCondLst>
                                    <p:cond delay="0"/>
                                  </p:stCondLst>
                                  <p:childTnLst>
                                    <p:set>
                                      <p:cBhvr>
                                        <p:cTn id="45" dur="1" fill="hold">
                                          <p:stCondLst>
                                            <p:cond delay="0"/>
                                          </p:stCondLst>
                                        </p:cTn>
                                        <p:tgtEl>
                                          <p:spTgt spid="139"/>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nodeType="clickEffect">
                                  <p:stCondLst>
                                    <p:cond delay="0"/>
                                  </p:stCondLst>
                                  <p:childTnLst>
                                    <p:set>
                                      <p:cBhvr>
                                        <p:cTn id="49" dur="1" fill="hold">
                                          <p:stCondLst>
                                            <p:cond delay="0"/>
                                          </p:stCondLst>
                                        </p:cTn>
                                        <p:tgtEl>
                                          <p:spTgt spid="146"/>
                                        </p:tgtEl>
                                        <p:attrNameLst>
                                          <p:attrName>style.visibility</p:attrName>
                                        </p:attrNameLst>
                                      </p:cBhvr>
                                      <p:to>
                                        <p:strVal val="visible"/>
                                      </p:to>
                                    </p:set>
                                  </p:childTnLst>
                                </p:cTn>
                              </p:par>
                              <p:par>
                                <p:cTn id="50" presetID="8" presetClass="emph" presetSubtype="0" fill="hold" nodeType="withEffect">
                                  <p:stCondLst>
                                    <p:cond delay="0"/>
                                  </p:stCondLst>
                                  <p:childTnLst>
                                    <p:animRot by="21600000">
                                      <p:cBhvr>
                                        <p:cTn id="51" dur="1000" fill="hold"/>
                                        <p:tgtEl>
                                          <p:spTgt spid="146"/>
                                        </p:tgtEl>
                                        <p:attrNameLst>
                                          <p:attrName>r</p:attrName>
                                        </p:attrNameLst>
                                      </p:cBhvr>
                                    </p:animRo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nodeType="clickEffect">
                                  <p:stCondLst>
                                    <p:cond delay="0"/>
                                  </p:stCondLst>
                                  <p:childTnLst>
                                    <p:set>
                                      <p:cBhvr>
                                        <p:cTn id="55" dur="1" fill="hold">
                                          <p:stCondLst>
                                            <p:cond delay="0"/>
                                          </p:stCondLst>
                                        </p:cTn>
                                        <p:tgtEl>
                                          <p:spTgt spid="147"/>
                                        </p:tgtEl>
                                        <p:attrNameLst>
                                          <p:attrName>style.visibility</p:attrName>
                                        </p:attrNameLst>
                                      </p:cBhvr>
                                      <p:to>
                                        <p:strVal val="visible"/>
                                      </p:to>
                                    </p:set>
                                  </p:childTnLst>
                                </p:cTn>
                              </p:par>
                              <p:par>
                                <p:cTn id="56" presetID="8" presetClass="emph" presetSubtype="0" fill="hold" nodeType="withEffect">
                                  <p:stCondLst>
                                    <p:cond delay="0"/>
                                  </p:stCondLst>
                                  <p:childTnLst>
                                    <p:animRot by="21600000">
                                      <p:cBhvr>
                                        <p:cTn id="57" dur="1000" fill="hold"/>
                                        <p:tgtEl>
                                          <p:spTgt spid="147"/>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Implementation of </a:t>
            </a:r>
            <a:r>
              <a:rPr lang="en-US" dirty="0" err="1"/>
              <a:t>Lamport’s</a:t>
            </a:r>
            <a:r>
              <a:rPr lang="en-US" dirty="0"/>
              <a:t> Clock</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r>
              <a:rPr lang="en-US" altLang="en-US" dirty="0"/>
              <a:t>Each process Pi maintains a local counter Ci and adjusts this counter according to the following rules:</a:t>
            </a:r>
          </a:p>
          <a:p>
            <a:pPr marL="457200" indent="-457200">
              <a:buFont typeface="+mj-lt"/>
              <a:buAutoNum type="arabicPeriod"/>
            </a:pPr>
            <a:r>
              <a:rPr lang="en-US" altLang="en-US" dirty="0"/>
              <a:t>For any two successive events that take place within Pi, </a:t>
            </a:r>
            <a:r>
              <a:rPr lang="en-US" altLang="en-US" dirty="0">
                <a:solidFill>
                  <a:schemeClr val="accent6"/>
                </a:solidFill>
              </a:rPr>
              <a:t>Ci is incremented by 1</a:t>
            </a:r>
          </a:p>
          <a:p>
            <a:pPr marL="457200" indent="-457200">
              <a:buFont typeface="+mj-lt"/>
              <a:buAutoNum type="arabicPeriod"/>
            </a:pPr>
            <a:r>
              <a:rPr lang="en-US" altLang="en-US" dirty="0"/>
              <a:t>Each time a message m is sent by process Pi , m is assigned a </a:t>
            </a:r>
            <a:r>
              <a:rPr lang="en-US" altLang="en-US" dirty="0">
                <a:solidFill>
                  <a:schemeClr val="accent6"/>
                </a:solidFill>
              </a:rPr>
              <a:t>timestamp </a:t>
            </a:r>
            <a:r>
              <a:rPr lang="en-US" altLang="en-US" dirty="0" err="1">
                <a:solidFill>
                  <a:schemeClr val="accent6"/>
                </a:solidFill>
              </a:rPr>
              <a:t>ts</a:t>
            </a:r>
            <a:r>
              <a:rPr lang="en-US" altLang="en-US" dirty="0">
                <a:solidFill>
                  <a:schemeClr val="accent6"/>
                </a:solidFill>
              </a:rPr>
              <a:t>(m) = Ci</a:t>
            </a:r>
          </a:p>
          <a:p>
            <a:pPr marL="457200" indent="-457200">
              <a:buFont typeface="+mj-lt"/>
              <a:buAutoNum type="arabicPeriod"/>
            </a:pPr>
            <a:r>
              <a:rPr lang="en-US" altLang="en-US" dirty="0"/>
              <a:t>Whenever a message m is received by a process Pj, Pj adjusts its local counter </a:t>
            </a:r>
            <a:r>
              <a:rPr lang="en-US" altLang="en-US" dirty="0" err="1">
                <a:solidFill>
                  <a:schemeClr val="accent6"/>
                </a:solidFill>
              </a:rPr>
              <a:t>Cj</a:t>
            </a:r>
            <a:r>
              <a:rPr lang="en-US" altLang="en-US" dirty="0">
                <a:solidFill>
                  <a:schemeClr val="accent6"/>
                </a:solidFill>
              </a:rPr>
              <a:t> to max(</a:t>
            </a:r>
            <a:r>
              <a:rPr lang="en-US" altLang="en-US" dirty="0" err="1">
                <a:solidFill>
                  <a:schemeClr val="accent6"/>
                </a:solidFill>
              </a:rPr>
              <a:t>Cj</a:t>
            </a:r>
            <a:r>
              <a:rPr lang="en-US" altLang="en-US" dirty="0">
                <a:solidFill>
                  <a:schemeClr val="accent6"/>
                </a:solidFill>
              </a:rPr>
              <a:t>, </a:t>
            </a:r>
            <a:r>
              <a:rPr lang="en-US" altLang="en-US" dirty="0" err="1">
                <a:solidFill>
                  <a:schemeClr val="accent6"/>
                </a:solidFill>
              </a:rPr>
              <a:t>ts</a:t>
            </a:r>
            <a:r>
              <a:rPr lang="en-US" altLang="en-US" dirty="0">
                <a:solidFill>
                  <a:schemeClr val="accent6"/>
                </a:solidFill>
              </a:rPr>
              <a:t>(m)) + </a:t>
            </a:r>
            <a:r>
              <a:rPr lang="en-US" altLang="en-US" dirty="0" smtClean="0">
                <a:solidFill>
                  <a:schemeClr val="accent6"/>
                </a:solidFill>
              </a:rPr>
              <a:t>1</a:t>
            </a:r>
            <a:endParaRPr lang="en-US" altLang="en-US" dirty="0">
              <a:solidFill>
                <a:schemeClr val="accent6"/>
              </a:solidFill>
            </a:endParaRPr>
          </a:p>
        </p:txBody>
      </p:sp>
    </p:spTree>
    <p:extLst>
      <p:ext uri="{BB962C8B-B14F-4D97-AF65-F5344CB8AC3E}">
        <p14:creationId xmlns:p14="http://schemas.microsoft.com/office/powerpoint/2010/main" val="1428045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Implementation of </a:t>
            </a:r>
            <a:r>
              <a:rPr lang="en-US" dirty="0" err="1"/>
              <a:t>Lamport’s</a:t>
            </a:r>
            <a:r>
              <a:rPr lang="en-US" dirty="0"/>
              <a:t> Clock</a:t>
            </a:r>
          </a:p>
        </p:txBody>
      </p:sp>
      <p:sp>
        <p:nvSpPr>
          <p:cNvPr id="6" name="Content Placeholder 2">
            <a:extLst>
              <a:ext uri="{FF2B5EF4-FFF2-40B4-BE49-F238E27FC236}">
                <a16:creationId xmlns:a16="http://schemas.microsoft.com/office/drawing/2014/main" xmlns="" id="{1D349684-43F6-4169-B04D-12F906A5E277}"/>
              </a:ext>
            </a:extLst>
          </p:cNvPr>
          <p:cNvSpPr>
            <a:spLocks noGrp="1"/>
          </p:cNvSpPr>
          <p:nvPr>
            <p:ph idx="1"/>
          </p:nvPr>
        </p:nvSpPr>
        <p:spPr>
          <a:xfrm>
            <a:off x="0" y="758665"/>
            <a:ext cx="12015788" cy="2768759"/>
          </a:xfrm>
        </p:spPr>
        <p:txBody>
          <a:bodyPr/>
          <a:lstStyle/>
          <a:p>
            <a:pPr>
              <a:defRPr/>
            </a:pPr>
            <a:r>
              <a:rPr lang="en-US" sz="2400" dirty="0">
                <a:latin typeface="+mj-lt"/>
              </a:rPr>
              <a:t>Each process </a:t>
            </a:r>
            <a:r>
              <a:rPr lang="en-US" sz="2400" dirty="0">
                <a:latin typeface="+mj-lt"/>
                <a:cs typeface="Courier New" pitchFamily="49" charset="0"/>
              </a:rPr>
              <a:t>P</a:t>
            </a:r>
            <a:r>
              <a:rPr lang="en-US" sz="2400" baseline="-25000" dirty="0">
                <a:latin typeface="+mj-lt"/>
                <a:cs typeface="Courier New" pitchFamily="49" charset="0"/>
              </a:rPr>
              <a:t>i</a:t>
            </a:r>
            <a:r>
              <a:rPr lang="en-US" sz="2400" dirty="0">
                <a:latin typeface="+mj-lt"/>
              </a:rPr>
              <a:t> maintains a local counter </a:t>
            </a:r>
            <a:r>
              <a:rPr lang="en-US" sz="2400" dirty="0" err="1">
                <a:latin typeface="+mj-lt"/>
                <a:cs typeface="Courier New" pitchFamily="49" charset="0"/>
              </a:rPr>
              <a:t>C</a:t>
            </a:r>
            <a:r>
              <a:rPr lang="en-US" sz="2400" baseline="-25000" dirty="0" err="1">
                <a:latin typeface="+mj-lt"/>
                <a:cs typeface="Courier New" pitchFamily="49" charset="0"/>
              </a:rPr>
              <a:t>i</a:t>
            </a:r>
            <a:r>
              <a:rPr lang="en-US" sz="2400" dirty="0">
                <a:latin typeface="+mj-lt"/>
              </a:rPr>
              <a:t> and adjusts this counter according to the following rules:</a:t>
            </a:r>
          </a:p>
          <a:p>
            <a:pPr lvl="4">
              <a:defRPr/>
            </a:pPr>
            <a:endParaRPr lang="en-US" sz="1050" dirty="0">
              <a:latin typeface="+mj-lt"/>
            </a:endParaRPr>
          </a:p>
          <a:p>
            <a:pPr marL="914400" lvl="1" indent="-457200">
              <a:spcBef>
                <a:spcPts val="600"/>
              </a:spcBef>
              <a:spcAft>
                <a:spcPts val="600"/>
              </a:spcAft>
              <a:buFontTx/>
              <a:buAutoNum type="arabicPeriod"/>
              <a:defRPr/>
            </a:pPr>
            <a:r>
              <a:rPr lang="en-US" sz="2400" dirty="0">
                <a:latin typeface="+mj-lt"/>
              </a:rPr>
              <a:t>For any two successive events that take place within </a:t>
            </a:r>
            <a:r>
              <a:rPr lang="en-US" sz="2400" dirty="0">
                <a:latin typeface="+mj-lt"/>
                <a:cs typeface="Courier New" pitchFamily="49" charset="0"/>
              </a:rPr>
              <a:t>P</a:t>
            </a:r>
            <a:r>
              <a:rPr lang="en-US" sz="2400" baseline="-25000" dirty="0">
                <a:latin typeface="+mj-lt"/>
                <a:cs typeface="Courier New" pitchFamily="49" charset="0"/>
              </a:rPr>
              <a:t>i</a:t>
            </a:r>
            <a:r>
              <a:rPr lang="en-US" sz="2400" dirty="0">
                <a:latin typeface="+mj-lt"/>
              </a:rPr>
              <a:t>, </a:t>
            </a:r>
            <a:r>
              <a:rPr lang="en-US" sz="2400" dirty="0" err="1">
                <a:latin typeface="+mj-lt"/>
                <a:cs typeface="Courier New" pitchFamily="49" charset="0"/>
              </a:rPr>
              <a:t>C</a:t>
            </a:r>
            <a:r>
              <a:rPr lang="en-US" sz="2400" baseline="-25000" dirty="0" err="1">
                <a:latin typeface="+mj-lt"/>
                <a:cs typeface="Courier New" pitchFamily="49" charset="0"/>
              </a:rPr>
              <a:t>i</a:t>
            </a:r>
            <a:r>
              <a:rPr lang="en-US" sz="2400" dirty="0">
                <a:latin typeface="+mj-lt"/>
              </a:rPr>
              <a:t> is </a:t>
            </a:r>
            <a:r>
              <a:rPr lang="en-US" sz="2400" dirty="0">
                <a:solidFill>
                  <a:schemeClr val="accent6"/>
                </a:solidFill>
                <a:latin typeface="+mj-lt"/>
              </a:rPr>
              <a:t>incremented by </a:t>
            </a:r>
            <a:r>
              <a:rPr lang="en-US" sz="2400" dirty="0">
                <a:solidFill>
                  <a:schemeClr val="accent6"/>
                </a:solidFill>
                <a:latin typeface="+mj-lt"/>
                <a:cs typeface="Courier New" pitchFamily="49" charset="0"/>
              </a:rPr>
              <a:t>1</a:t>
            </a:r>
          </a:p>
          <a:p>
            <a:pPr marL="914400" lvl="1" indent="-457200">
              <a:spcBef>
                <a:spcPts val="600"/>
              </a:spcBef>
              <a:spcAft>
                <a:spcPts val="600"/>
              </a:spcAft>
              <a:buFontTx/>
              <a:buAutoNum type="arabicPeriod"/>
              <a:defRPr/>
            </a:pPr>
            <a:r>
              <a:rPr lang="en-US" sz="2400" dirty="0">
                <a:latin typeface="+mj-lt"/>
              </a:rPr>
              <a:t>Each time a message </a:t>
            </a:r>
            <a:r>
              <a:rPr lang="en-US" sz="2400" dirty="0">
                <a:latin typeface="+mj-lt"/>
                <a:cs typeface="Courier New" pitchFamily="49" charset="0"/>
              </a:rPr>
              <a:t>m</a:t>
            </a:r>
            <a:r>
              <a:rPr lang="en-US" sz="2400" dirty="0">
                <a:latin typeface="+mj-lt"/>
              </a:rPr>
              <a:t> is sent by process </a:t>
            </a:r>
            <a:r>
              <a:rPr lang="en-US" sz="2400" dirty="0">
                <a:latin typeface="+mj-lt"/>
                <a:cs typeface="Courier New" pitchFamily="49" charset="0"/>
              </a:rPr>
              <a:t>P</a:t>
            </a:r>
            <a:r>
              <a:rPr lang="en-US" sz="2400" baseline="-25000" dirty="0">
                <a:latin typeface="+mj-lt"/>
                <a:cs typeface="Courier New" pitchFamily="49" charset="0"/>
              </a:rPr>
              <a:t>i</a:t>
            </a:r>
            <a:r>
              <a:rPr lang="en-US" sz="2400" dirty="0">
                <a:latin typeface="+mj-lt"/>
              </a:rPr>
              <a:t> , </a:t>
            </a:r>
            <a:r>
              <a:rPr lang="en-US" sz="2400" dirty="0">
                <a:latin typeface="+mj-lt"/>
                <a:cs typeface="Courier New" pitchFamily="49" charset="0"/>
              </a:rPr>
              <a:t>m</a:t>
            </a:r>
            <a:r>
              <a:rPr lang="en-US" sz="2400" dirty="0">
                <a:latin typeface="+mj-lt"/>
              </a:rPr>
              <a:t> is assigned a </a:t>
            </a:r>
            <a:r>
              <a:rPr lang="en-US" sz="2400" dirty="0">
                <a:solidFill>
                  <a:schemeClr val="accent6"/>
                </a:solidFill>
                <a:latin typeface="+mj-lt"/>
              </a:rPr>
              <a:t>timestamp </a:t>
            </a:r>
            <a:r>
              <a:rPr lang="en-US" sz="2400" dirty="0" err="1">
                <a:solidFill>
                  <a:schemeClr val="accent6"/>
                </a:solidFill>
                <a:latin typeface="+mj-lt"/>
                <a:cs typeface="Courier New" pitchFamily="49" charset="0"/>
              </a:rPr>
              <a:t>ts</a:t>
            </a:r>
            <a:r>
              <a:rPr lang="en-US" sz="2400" dirty="0">
                <a:solidFill>
                  <a:schemeClr val="accent6"/>
                </a:solidFill>
                <a:latin typeface="+mj-lt"/>
                <a:cs typeface="Courier New" pitchFamily="49" charset="0"/>
              </a:rPr>
              <a:t>(m) = </a:t>
            </a:r>
            <a:r>
              <a:rPr lang="en-US" sz="2400" dirty="0" err="1">
                <a:solidFill>
                  <a:schemeClr val="accent6"/>
                </a:solidFill>
                <a:latin typeface="+mj-lt"/>
                <a:cs typeface="Courier New" pitchFamily="49" charset="0"/>
              </a:rPr>
              <a:t>C</a:t>
            </a:r>
            <a:r>
              <a:rPr lang="en-US" sz="2400" baseline="-25000" dirty="0" err="1">
                <a:solidFill>
                  <a:schemeClr val="accent6"/>
                </a:solidFill>
                <a:latin typeface="+mj-lt"/>
                <a:cs typeface="Courier New" pitchFamily="49" charset="0"/>
              </a:rPr>
              <a:t>i</a:t>
            </a:r>
            <a:endParaRPr lang="en-US" sz="2400" baseline="-25000" dirty="0">
              <a:solidFill>
                <a:schemeClr val="accent6"/>
              </a:solidFill>
              <a:latin typeface="+mj-lt"/>
              <a:cs typeface="Courier New" pitchFamily="49" charset="0"/>
            </a:endParaRPr>
          </a:p>
          <a:p>
            <a:pPr marL="914400" lvl="1" indent="-457200">
              <a:spcBef>
                <a:spcPts val="600"/>
              </a:spcBef>
              <a:spcAft>
                <a:spcPts val="600"/>
              </a:spcAft>
              <a:buFontTx/>
              <a:buAutoNum type="arabicPeriod"/>
              <a:defRPr/>
            </a:pPr>
            <a:r>
              <a:rPr lang="en-US" sz="2400" dirty="0">
                <a:latin typeface="+mj-lt"/>
              </a:rPr>
              <a:t>Whenever a message </a:t>
            </a:r>
            <a:r>
              <a:rPr lang="en-US" sz="2400" dirty="0">
                <a:latin typeface="+mj-lt"/>
                <a:cs typeface="Courier New" pitchFamily="49" charset="0"/>
              </a:rPr>
              <a:t>m</a:t>
            </a:r>
            <a:r>
              <a:rPr lang="en-US" sz="2400" dirty="0">
                <a:latin typeface="+mj-lt"/>
              </a:rPr>
              <a:t> is received by a process </a:t>
            </a:r>
            <a:r>
              <a:rPr lang="en-US" sz="2400" dirty="0">
                <a:latin typeface="+mj-lt"/>
                <a:cs typeface="Courier New" pitchFamily="49" charset="0"/>
              </a:rPr>
              <a:t>P</a:t>
            </a:r>
            <a:r>
              <a:rPr lang="en-US" sz="2400" baseline="-25000" dirty="0">
                <a:latin typeface="+mj-lt"/>
                <a:cs typeface="Courier New" pitchFamily="49" charset="0"/>
              </a:rPr>
              <a:t>j</a:t>
            </a:r>
            <a:r>
              <a:rPr lang="en-US" sz="2400" dirty="0">
                <a:latin typeface="+mj-lt"/>
              </a:rPr>
              <a:t>, </a:t>
            </a:r>
            <a:r>
              <a:rPr lang="en-US" sz="2400" dirty="0">
                <a:latin typeface="+mj-lt"/>
                <a:cs typeface="Courier New" pitchFamily="49" charset="0"/>
              </a:rPr>
              <a:t>P</a:t>
            </a:r>
            <a:r>
              <a:rPr lang="en-US" sz="2400" baseline="-25000" dirty="0">
                <a:latin typeface="+mj-lt"/>
                <a:cs typeface="Courier New" pitchFamily="49" charset="0"/>
              </a:rPr>
              <a:t>j</a:t>
            </a:r>
            <a:r>
              <a:rPr lang="en-US" sz="2400" dirty="0">
                <a:latin typeface="+mj-lt"/>
              </a:rPr>
              <a:t> adjusts its local counter </a:t>
            </a:r>
            <a:r>
              <a:rPr lang="en-US" sz="2400" dirty="0" err="1">
                <a:latin typeface="+mj-lt"/>
                <a:cs typeface="Courier New" pitchFamily="49" charset="0"/>
              </a:rPr>
              <a:t>C</a:t>
            </a:r>
            <a:r>
              <a:rPr lang="en-US" sz="2400" baseline="-25000" dirty="0" err="1">
                <a:latin typeface="+mj-lt"/>
                <a:cs typeface="Courier New" pitchFamily="49" charset="0"/>
              </a:rPr>
              <a:t>j</a:t>
            </a:r>
            <a:r>
              <a:rPr lang="en-US" sz="2400" dirty="0">
                <a:latin typeface="+mj-lt"/>
              </a:rPr>
              <a:t> to </a:t>
            </a:r>
            <a:r>
              <a:rPr lang="en-US" sz="2400" b="1" dirty="0">
                <a:solidFill>
                  <a:srgbClr val="1D3064"/>
                </a:solidFill>
                <a:latin typeface="+mj-lt"/>
                <a:cs typeface="Courier New" pitchFamily="49" charset="0"/>
              </a:rPr>
              <a:t>max(</a:t>
            </a:r>
            <a:r>
              <a:rPr lang="en-US" sz="2400" b="1" dirty="0" err="1">
                <a:solidFill>
                  <a:srgbClr val="1D3064"/>
                </a:solidFill>
                <a:latin typeface="+mj-lt"/>
                <a:cs typeface="Courier New" pitchFamily="49" charset="0"/>
              </a:rPr>
              <a:t>C</a:t>
            </a:r>
            <a:r>
              <a:rPr lang="en-US" sz="2400" b="1" baseline="-25000" dirty="0" err="1">
                <a:solidFill>
                  <a:srgbClr val="1D3064"/>
                </a:solidFill>
                <a:latin typeface="+mj-lt"/>
                <a:cs typeface="Courier New" pitchFamily="49" charset="0"/>
              </a:rPr>
              <a:t>j</a:t>
            </a:r>
            <a:r>
              <a:rPr lang="en-US" sz="2400" b="1" dirty="0">
                <a:solidFill>
                  <a:srgbClr val="1D3064"/>
                </a:solidFill>
                <a:latin typeface="+mj-lt"/>
                <a:cs typeface="Courier New" pitchFamily="49" charset="0"/>
              </a:rPr>
              <a:t>, </a:t>
            </a:r>
            <a:r>
              <a:rPr lang="en-US" sz="2400" b="1" dirty="0" err="1">
                <a:solidFill>
                  <a:srgbClr val="1D3064"/>
                </a:solidFill>
                <a:latin typeface="+mj-lt"/>
                <a:cs typeface="Courier New" pitchFamily="49" charset="0"/>
              </a:rPr>
              <a:t>ts</a:t>
            </a:r>
            <a:r>
              <a:rPr lang="en-US" sz="2400" b="1" dirty="0">
                <a:solidFill>
                  <a:srgbClr val="1D3064"/>
                </a:solidFill>
                <a:latin typeface="+mj-lt"/>
                <a:cs typeface="Courier New" pitchFamily="49" charset="0"/>
              </a:rPr>
              <a:t>(m)) + 1</a:t>
            </a:r>
            <a:endParaRPr lang="en-US" sz="2400" b="1" dirty="0">
              <a:solidFill>
                <a:srgbClr val="1D3064"/>
              </a:solidFill>
              <a:latin typeface="+mj-lt"/>
            </a:endParaRPr>
          </a:p>
          <a:p>
            <a:pPr lvl="4">
              <a:defRPr/>
            </a:pPr>
            <a:endParaRPr lang="en-US" sz="100" dirty="0"/>
          </a:p>
        </p:txBody>
      </p:sp>
      <p:cxnSp>
        <p:nvCxnSpPr>
          <p:cNvPr id="7" name="Straight Connector 6">
            <a:extLst>
              <a:ext uri="{FF2B5EF4-FFF2-40B4-BE49-F238E27FC236}">
                <a16:creationId xmlns:a16="http://schemas.microsoft.com/office/drawing/2014/main" xmlns="" id="{E486B5FF-1E3A-4457-8237-B444A6F0EDEC}"/>
              </a:ext>
            </a:extLst>
          </p:cNvPr>
          <p:cNvCxnSpPr/>
          <p:nvPr/>
        </p:nvCxnSpPr>
        <p:spPr>
          <a:xfrm>
            <a:off x="3352800" y="4648200"/>
            <a:ext cx="5334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xmlns="" id="{0E0C1C03-B8ED-4198-A2C2-E03E4D225F28}"/>
              </a:ext>
            </a:extLst>
          </p:cNvPr>
          <p:cNvCxnSpPr/>
          <p:nvPr/>
        </p:nvCxnSpPr>
        <p:spPr>
          <a:xfrm>
            <a:off x="3352800" y="5387976"/>
            <a:ext cx="5334000" cy="22225"/>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xmlns="" id="{6C193513-DAF1-4B5A-9C28-193CE0A33280}"/>
              </a:ext>
            </a:extLst>
          </p:cNvPr>
          <p:cNvCxnSpPr/>
          <p:nvPr/>
        </p:nvCxnSpPr>
        <p:spPr>
          <a:xfrm>
            <a:off x="3352800" y="6096000"/>
            <a:ext cx="5334000" cy="0"/>
          </a:xfrm>
          <a:prstGeom prst="line">
            <a:avLst/>
          </a:prstGeom>
          <a:ln w="28575">
            <a:solidFill>
              <a:srgbClr val="1D3064"/>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xmlns="" id="{3FAC92BD-3108-464A-A7C7-EA0E4AAB7170}"/>
              </a:ext>
            </a:extLst>
          </p:cNvPr>
          <p:cNvSpPr txBox="1">
            <a:spLocks noChangeArrowheads="1"/>
          </p:cNvSpPr>
          <p:nvPr/>
        </p:nvSpPr>
        <p:spPr bwMode="auto">
          <a:xfrm>
            <a:off x="2743196" y="4473575"/>
            <a:ext cx="5334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3200">
                <a:solidFill>
                  <a:srgbClr val="808080"/>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2000" b="1" dirty="0">
                <a:solidFill>
                  <a:schemeClr val="tx1"/>
                </a:solidFill>
                <a:latin typeface="+mj-lt"/>
              </a:rPr>
              <a:t>P</a:t>
            </a:r>
            <a:r>
              <a:rPr lang="en-US" altLang="en-US" sz="2000" b="1" baseline="-25000" dirty="0">
                <a:solidFill>
                  <a:schemeClr val="tx1"/>
                </a:solidFill>
                <a:latin typeface="+mj-lt"/>
              </a:rPr>
              <a:t>0</a:t>
            </a:r>
            <a:endParaRPr lang="en-US" altLang="en-US" sz="2000" b="1" dirty="0">
              <a:solidFill>
                <a:schemeClr val="tx1"/>
              </a:solidFill>
              <a:latin typeface="+mj-lt"/>
            </a:endParaRPr>
          </a:p>
        </p:txBody>
      </p:sp>
      <p:sp>
        <p:nvSpPr>
          <p:cNvPr id="11" name="TextBox 10">
            <a:extLst>
              <a:ext uri="{FF2B5EF4-FFF2-40B4-BE49-F238E27FC236}">
                <a16:creationId xmlns:a16="http://schemas.microsoft.com/office/drawing/2014/main" xmlns="" id="{045BD154-22EB-438F-9161-86A513F43C99}"/>
              </a:ext>
            </a:extLst>
          </p:cNvPr>
          <p:cNvSpPr txBox="1">
            <a:spLocks noChangeArrowheads="1"/>
          </p:cNvSpPr>
          <p:nvPr/>
        </p:nvSpPr>
        <p:spPr bwMode="auto">
          <a:xfrm>
            <a:off x="2743196" y="5213350"/>
            <a:ext cx="5334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3200">
                <a:solidFill>
                  <a:srgbClr val="808080"/>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2000" b="1" dirty="0">
                <a:solidFill>
                  <a:schemeClr val="accent6"/>
                </a:solidFill>
                <a:latin typeface="+mj-lt"/>
              </a:rPr>
              <a:t>P</a:t>
            </a:r>
            <a:r>
              <a:rPr lang="en-US" altLang="en-US" sz="2000" b="1" baseline="-25000" dirty="0">
                <a:solidFill>
                  <a:schemeClr val="accent6"/>
                </a:solidFill>
                <a:latin typeface="+mj-lt"/>
              </a:rPr>
              <a:t>1</a:t>
            </a:r>
            <a:endParaRPr lang="en-US" altLang="en-US" sz="2000" b="1" dirty="0">
              <a:solidFill>
                <a:schemeClr val="accent6"/>
              </a:solidFill>
              <a:latin typeface="+mj-lt"/>
            </a:endParaRPr>
          </a:p>
        </p:txBody>
      </p:sp>
      <p:sp>
        <p:nvSpPr>
          <p:cNvPr id="12" name="TextBox 11">
            <a:extLst>
              <a:ext uri="{FF2B5EF4-FFF2-40B4-BE49-F238E27FC236}">
                <a16:creationId xmlns:a16="http://schemas.microsoft.com/office/drawing/2014/main" xmlns="" id="{C559791C-ADFF-42A4-B3C1-F238523602CE}"/>
              </a:ext>
            </a:extLst>
          </p:cNvPr>
          <p:cNvSpPr txBox="1">
            <a:spLocks noChangeArrowheads="1"/>
          </p:cNvSpPr>
          <p:nvPr/>
        </p:nvSpPr>
        <p:spPr bwMode="auto">
          <a:xfrm>
            <a:off x="2743196" y="5910264"/>
            <a:ext cx="5334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3200">
                <a:solidFill>
                  <a:srgbClr val="808080"/>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2000" b="1">
                <a:solidFill>
                  <a:srgbClr val="1D3064"/>
                </a:solidFill>
                <a:latin typeface="+mj-lt"/>
              </a:rPr>
              <a:t>P</a:t>
            </a:r>
            <a:r>
              <a:rPr lang="en-US" altLang="en-US" sz="2000" b="1" baseline="-25000">
                <a:solidFill>
                  <a:srgbClr val="1D3064"/>
                </a:solidFill>
                <a:latin typeface="+mj-lt"/>
              </a:rPr>
              <a:t>2</a:t>
            </a:r>
            <a:endParaRPr lang="en-US" altLang="en-US" sz="2000" b="1">
              <a:solidFill>
                <a:srgbClr val="1D3064"/>
              </a:solidFill>
              <a:latin typeface="+mj-lt"/>
            </a:endParaRPr>
          </a:p>
        </p:txBody>
      </p:sp>
      <p:sp>
        <p:nvSpPr>
          <p:cNvPr id="13" name="TextBox 12">
            <a:extLst>
              <a:ext uri="{FF2B5EF4-FFF2-40B4-BE49-F238E27FC236}">
                <a16:creationId xmlns:a16="http://schemas.microsoft.com/office/drawing/2014/main" xmlns="" id="{9D4F5438-63B1-4785-8857-4049998358F6}"/>
              </a:ext>
            </a:extLst>
          </p:cNvPr>
          <p:cNvSpPr txBox="1">
            <a:spLocks noChangeArrowheads="1"/>
          </p:cNvSpPr>
          <p:nvPr/>
        </p:nvSpPr>
        <p:spPr bwMode="auto">
          <a:xfrm>
            <a:off x="6019800" y="4275139"/>
            <a:ext cx="12954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3200">
                <a:solidFill>
                  <a:srgbClr val="808080"/>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2000">
                <a:solidFill>
                  <a:schemeClr val="tx1"/>
                </a:solidFill>
                <a:latin typeface="+mj-lt"/>
              </a:rPr>
              <a:t>C</a:t>
            </a:r>
            <a:r>
              <a:rPr lang="en-US" altLang="en-US" sz="2000" baseline="-25000">
                <a:solidFill>
                  <a:schemeClr val="tx1"/>
                </a:solidFill>
                <a:latin typeface="+mj-lt"/>
              </a:rPr>
              <a:t>0</a:t>
            </a:r>
            <a:r>
              <a:rPr lang="en-US" altLang="en-US" sz="2000">
                <a:solidFill>
                  <a:schemeClr val="tx1"/>
                </a:solidFill>
                <a:latin typeface="+mj-lt"/>
              </a:rPr>
              <a:t>=1</a:t>
            </a:r>
            <a:endParaRPr lang="en-US" altLang="en-US" sz="2000" baseline="-25000">
              <a:solidFill>
                <a:schemeClr val="tx1"/>
              </a:solidFill>
              <a:latin typeface="+mj-lt"/>
            </a:endParaRPr>
          </a:p>
        </p:txBody>
      </p:sp>
      <p:cxnSp>
        <p:nvCxnSpPr>
          <p:cNvPr id="14" name="Straight Connector 13">
            <a:extLst>
              <a:ext uri="{FF2B5EF4-FFF2-40B4-BE49-F238E27FC236}">
                <a16:creationId xmlns:a16="http://schemas.microsoft.com/office/drawing/2014/main" xmlns="" id="{F61D3D12-2B6F-4CE5-97A3-51F0D6D9D752}"/>
              </a:ext>
            </a:extLst>
          </p:cNvPr>
          <p:cNvCxnSpPr/>
          <p:nvPr/>
        </p:nvCxnSpPr>
        <p:spPr>
          <a:xfrm>
            <a:off x="6019800" y="4572000"/>
            <a:ext cx="0" cy="1524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xmlns="" id="{4357FD7E-12F7-4D3B-A499-BFA6AF489191}"/>
              </a:ext>
            </a:extLst>
          </p:cNvPr>
          <p:cNvSpPr txBox="1">
            <a:spLocks noChangeArrowheads="1"/>
          </p:cNvSpPr>
          <p:nvPr/>
        </p:nvSpPr>
        <p:spPr bwMode="auto">
          <a:xfrm>
            <a:off x="7772400" y="4275139"/>
            <a:ext cx="12954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3200">
                <a:solidFill>
                  <a:srgbClr val="808080"/>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2000">
                <a:solidFill>
                  <a:schemeClr val="tx1"/>
                </a:solidFill>
                <a:latin typeface="+mj-lt"/>
              </a:rPr>
              <a:t>C</a:t>
            </a:r>
            <a:r>
              <a:rPr lang="en-US" altLang="en-US" sz="2000" baseline="-25000">
                <a:solidFill>
                  <a:schemeClr val="tx1"/>
                </a:solidFill>
                <a:latin typeface="+mj-lt"/>
              </a:rPr>
              <a:t>0</a:t>
            </a:r>
            <a:r>
              <a:rPr lang="en-US" altLang="en-US" sz="2000">
                <a:solidFill>
                  <a:schemeClr val="tx1"/>
                </a:solidFill>
                <a:latin typeface="+mj-lt"/>
              </a:rPr>
              <a:t>=2</a:t>
            </a:r>
            <a:endParaRPr lang="en-US" altLang="en-US" sz="2000" baseline="-25000">
              <a:solidFill>
                <a:schemeClr val="tx1"/>
              </a:solidFill>
              <a:latin typeface="+mj-lt"/>
            </a:endParaRPr>
          </a:p>
        </p:txBody>
      </p:sp>
      <p:cxnSp>
        <p:nvCxnSpPr>
          <p:cNvPr id="16" name="Straight Connector 15">
            <a:extLst>
              <a:ext uri="{FF2B5EF4-FFF2-40B4-BE49-F238E27FC236}">
                <a16:creationId xmlns:a16="http://schemas.microsoft.com/office/drawing/2014/main" xmlns="" id="{354C9656-54ED-4F6F-9D42-BF731A210FC5}"/>
              </a:ext>
            </a:extLst>
          </p:cNvPr>
          <p:cNvCxnSpPr/>
          <p:nvPr/>
        </p:nvCxnSpPr>
        <p:spPr>
          <a:xfrm>
            <a:off x="7772400" y="4572000"/>
            <a:ext cx="0" cy="1524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xmlns="" id="{3BC30247-0F6A-4A6C-86A1-3F45DE5ED0D5}"/>
              </a:ext>
            </a:extLst>
          </p:cNvPr>
          <p:cNvCxnSpPr/>
          <p:nvPr/>
        </p:nvCxnSpPr>
        <p:spPr>
          <a:xfrm>
            <a:off x="7772400" y="4648200"/>
            <a:ext cx="533400" cy="762000"/>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xmlns="" id="{8B3141DC-F0B5-4E70-AE0C-85AB6F56A0F8}"/>
              </a:ext>
            </a:extLst>
          </p:cNvPr>
          <p:cNvSpPr txBox="1">
            <a:spLocks noChangeArrowheads="1"/>
          </p:cNvSpPr>
          <p:nvPr/>
        </p:nvSpPr>
        <p:spPr bwMode="auto">
          <a:xfrm>
            <a:off x="3352800" y="4267200"/>
            <a:ext cx="12954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3200">
                <a:solidFill>
                  <a:srgbClr val="808080"/>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2000">
                <a:solidFill>
                  <a:schemeClr val="tx1"/>
                </a:solidFill>
                <a:latin typeface="+mj-lt"/>
              </a:rPr>
              <a:t>C</a:t>
            </a:r>
            <a:r>
              <a:rPr lang="en-US" altLang="en-US" sz="2000" baseline="-25000">
                <a:solidFill>
                  <a:schemeClr val="tx1"/>
                </a:solidFill>
                <a:latin typeface="+mj-lt"/>
              </a:rPr>
              <a:t>0</a:t>
            </a:r>
            <a:r>
              <a:rPr lang="en-US" altLang="en-US" sz="2000">
                <a:solidFill>
                  <a:schemeClr val="tx1"/>
                </a:solidFill>
                <a:latin typeface="+mj-lt"/>
              </a:rPr>
              <a:t>=0</a:t>
            </a:r>
            <a:endParaRPr lang="en-US" altLang="en-US" sz="2000" baseline="-25000">
              <a:solidFill>
                <a:schemeClr val="tx1"/>
              </a:solidFill>
              <a:latin typeface="+mj-lt"/>
            </a:endParaRPr>
          </a:p>
        </p:txBody>
      </p:sp>
      <p:sp>
        <p:nvSpPr>
          <p:cNvPr id="19" name="TextBox 18">
            <a:extLst>
              <a:ext uri="{FF2B5EF4-FFF2-40B4-BE49-F238E27FC236}">
                <a16:creationId xmlns:a16="http://schemas.microsoft.com/office/drawing/2014/main" xmlns="" id="{D0FB7320-4A08-4C5F-B5FB-2C61D9E6AC8F}"/>
              </a:ext>
            </a:extLst>
          </p:cNvPr>
          <p:cNvSpPr txBox="1">
            <a:spLocks noChangeArrowheads="1"/>
          </p:cNvSpPr>
          <p:nvPr/>
        </p:nvSpPr>
        <p:spPr bwMode="auto">
          <a:xfrm>
            <a:off x="3352800" y="5006975"/>
            <a:ext cx="12954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3200">
                <a:solidFill>
                  <a:srgbClr val="808080"/>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2000" dirty="0">
                <a:solidFill>
                  <a:schemeClr val="accent6"/>
                </a:solidFill>
                <a:latin typeface="+mj-lt"/>
              </a:rPr>
              <a:t>C</a:t>
            </a:r>
            <a:r>
              <a:rPr lang="en-US" altLang="en-US" sz="2000" baseline="-25000" dirty="0">
                <a:solidFill>
                  <a:schemeClr val="accent6"/>
                </a:solidFill>
                <a:latin typeface="+mj-lt"/>
              </a:rPr>
              <a:t>1</a:t>
            </a:r>
            <a:r>
              <a:rPr lang="en-US" altLang="en-US" sz="2000" dirty="0">
                <a:solidFill>
                  <a:schemeClr val="accent6"/>
                </a:solidFill>
                <a:latin typeface="+mj-lt"/>
              </a:rPr>
              <a:t>=0</a:t>
            </a:r>
            <a:endParaRPr lang="en-US" altLang="en-US" sz="2000" baseline="-25000" dirty="0">
              <a:solidFill>
                <a:schemeClr val="accent6"/>
              </a:solidFill>
              <a:latin typeface="+mj-lt"/>
            </a:endParaRPr>
          </a:p>
        </p:txBody>
      </p:sp>
      <p:sp>
        <p:nvSpPr>
          <p:cNvPr id="20" name="TextBox 19">
            <a:extLst>
              <a:ext uri="{FF2B5EF4-FFF2-40B4-BE49-F238E27FC236}">
                <a16:creationId xmlns:a16="http://schemas.microsoft.com/office/drawing/2014/main" xmlns="" id="{3B485C4B-0F4B-4934-AA08-89AF52F20F6C}"/>
              </a:ext>
            </a:extLst>
          </p:cNvPr>
          <p:cNvSpPr txBox="1">
            <a:spLocks noChangeArrowheads="1"/>
          </p:cNvSpPr>
          <p:nvPr/>
        </p:nvSpPr>
        <p:spPr bwMode="auto">
          <a:xfrm>
            <a:off x="3352800" y="5722939"/>
            <a:ext cx="12954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3200">
                <a:solidFill>
                  <a:srgbClr val="808080"/>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2000">
                <a:solidFill>
                  <a:srgbClr val="1D3064"/>
                </a:solidFill>
                <a:latin typeface="+mj-lt"/>
              </a:rPr>
              <a:t>C</a:t>
            </a:r>
            <a:r>
              <a:rPr lang="en-US" altLang="en-US" sz="2000" baseline="-25000">
                <a:solidFill>
                  <a:srgbClr val="1D3064"/>
                </a:solidFill>
                <a:latin typeface="+mj-lt"/>
              </a:rPr>
              <a:t>2</a:t>
            </a:r>
            <a:r>
              <a:rPr lang="en-US" altLang="en-US" sz="2000">
                <a:solidFill>
                  <a:srgbClr val="1D3064"/>
                </a:solidFill>
                <a:latin typeface="+mj-lt"/>
              </a:rPr>
              <a:t>=0</a:t>
            </a:r>
            <a:endParaRPr lang="en-US" altLang="en-US" sz="2000" baseline="-25000">
              <a:solidFill>
                <a:srgbClr val="1D3064"/>
              </a:solidFill>
              <a:latin typeface="+mj-lt"/>
            </a:endParaRPr>
          </a:p>
        </p:txBody>
      </p:sp>
      <p:cxnSp>
        <p:nvCxnSpPr>
          <p:cNvPr id="21" name="Straight Connector 20">
            <a:extLst>
              <a:ext uri="{FF2B5EF4-FFF2-40B4-BE49-F238E27FC236}">
                <a16:creationId xmlns:a16="http://schemas.microsoft.com/office/drawing/2014/main" xmlns="" id="{2B03E915-3A8D-44FC-B0DF-F00CF7412821}"/>
              </a:ext>
            </a:extLst>
          </p:cNvPr>
          <p:cNvCxnSpPr/>
          <p:nvPr/>
        </p:nvCxnSpPr>
        <p:spPr>
          <a:xfrm>
            <a:off x="3352800" y="4572000"/>
            <a:ext cx="0" cy="1524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xmlns="" id="{0B9B03B2-A242-42CF-BA69-A491EFCFA507}"/>
              </a:ext>
            </a:extLst>
          </p:cNvPr>
          <p:cNvCxnSpPr/>
          <p:nvPr/>
        </p:nvCxnSpPr>
        <p:spPr>
          <a:xfrm>
            <a:off x="3352800" y="5311775"/>
            <a:ext cx="0" cy="15240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xmlns="" id="{9A9E9EDD-78B2-46DC-9186-E5452E359E7C}"/>
              </a:ext>
            </a:extLst>
          </p:cNvPr>
          <p:cNvCxnSpPr/>
          <p:nvPr/>
        </p:nvCxnSpPr>
        <p:spPr>
          <a:xfrm>
            <a:off x="3352800" y="6019800"/>
            <a:ext cx="0" cy="152400"/>
          </a:xfrm>
          <a:prstGeom prst="line">
            <a:avLst/>
          </a:prstGeom>
          <a:ln w="28575">
            <a:solidFill>
              <a:srgbClr val="1D3064"/>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xmlns="" id="{DA37DE59-964D-4828-96BE-8F240D972583}"/>
              </a:ext>
            </a:extLst>
          </p:cNvPr>
          <p:cNvCxnSpPr/>
          <p:nvPr/>
        </p:nvCxnSpPr>
        <p:spPr>
          <a:xfrm>
            <a:off x="8305800" y="5334000"/>
            <a:ext cx="0" cy="15240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xmlns="" id="{FC903E4E-B9EC-44D9-8D43-69CE5E031903}"/>
              </a:ext>
            </a:extLst>
          </p:cNvPr>
          <p:cNvSpPr/>
          <p:nvPr/>
        </p:nvSpPr>
        <p:spPr>
          <a:xfrm>
            <a:off x="7229479" y="4843464"/>
            <a:ext cx="609594" cy="400110"/>
          </a:xfrm>
          <a:prstGeom prst="rect">
            <a:avLst/>
          </a:prstGeom>
          <a:solidFill>
            <a:srgbClr val="1D3064"/>
          </a:solidFill>
          <a:ln>
            <a:noFill/>
          </a:ln>
        </p:spPr>
        <p:style>
          <a:lnRef idx="2">
            <a:schemeClr val="accent6"/>
          </a:lnRef>
          <a:fillRef idx="1">
            <a:schemeClr val="lt1"/>
          </a:fillRef>
          <a:effectRef idx="0">
            <a:schemeClr val="accent6"/>
          </a:effectRef>
          <a:fontRef idx="minor">
            <a:schemeClr val="dk1"/>
          </a:fontRef>
        </p:style>
        <p:txBody>
          <a:bodyPr wrap="square">
            <a:spAutoFit/>
          </a:bodyPr>
          <a:lstStyle/>
          <a:p>
            <a:pPr eaLnBrk="1" hangingPunct="1">
              <a:defRPr/>
            </a:pPr>
            <a:r>
              <a:rPr lang="en-US" sz="2000" b="1" dirty="0">
                <a:solidFill>
                  <a:schemeClr val="bg1"/>
                </a:solidFill>
                <a:latin typeface="+mj-lt"/>
              </a:rPr>
              <a:t>m</a:t>
            </a:r>
            <a:r>
              <a:rPr lang="en-US" sz="2000" b="1" dirty="0">
                <a:solidFill>
                  <a:schemeClr val="bg1"/>
                </a:solidFill>
                <a:latin typeface="+mj-lt"/>
                <a:sym typeface="Wingdings" pitchFamily="2" charset="2"/>
              </a:rPr>
              <a:t>:</a:t>
            </a:r>
            <a:r>
              <a:rPr lang="en-US" sz="2000" b="1" dirty="0">
                <a:solidFill>
                  <a:schemeClr val="bg1"/>
                </a:solidFill>
                <a:latin typeface="+mj-lt"/>
              </a:rPr>
              <a:t>2</a:t>
            </a:r>
            <a:r>
              <a:rPr lang="en-US" sz="2000" b="1" dirty="0">
                <a:solidFill>
                  <a:schemeClr val="bg1"/>
                </a:solidFill>
                <a:latin typeface="+mj-lt"/>
                <a:cs typeface="Courier New" pitchFamily="49" charset="0"/>
              </a:rPr>
              <a:t> </a:t>
            </a:r>
            <a:endParaRPr lang="en-US" sz="2000" b="1" dirty="0">
              <a:solidFill>
                <a:schemeClr val="bg1"/>
              </a:solidFill>
              <a:latin typeface="+mj-lt"/>
            </a:endParaRPr>
          </a:p>
        </p:txBody>
      </p:sp>
      <p:sp>
        <p:nvSpPr>
          <p:cNvPr id="26" name="TextBox 25">
            <a:extLst>
              <a:ext uri="{FF2B5EF4-FFF2-40B4-BE49-F238E27FC236}">
                <a16:creationId xmlns:a16="http://schemas.microsoft.com/office/drawing/2014/main" xmlns="" id="{3935867A-4889-403C-AE3B-4F363DCD77F2}"/>
              </a:ext>
            </a:extLst>
          </p:cNvPr>
          <p:cNvSpPr txBox="1">
            <a:spLocks noChangeArrowheads="1"/>
          </p:cNvSpPr>
          <p:nvPr/>
        </p:nvSpPr>
        <p:spPr bwMode="auto">
          <a:xfrm>
            <a:off x="8229600" y="5029200"/>
            <a:ext cx="91440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2"/>
              </a:buBlip>
              <a:defRPr sz="3200">
                <a:solidFill>
                  <a:srgbClr val="808080"/>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2000" dirty="0">
                <a:solidFill>
                  <a:schemeClr val="accent6"/>
                </a:solidFill>
                <a:latin typeface="+mj-lt"/>
              </a:rPr>
              <a:t>C</a:t>
            </a:r>
            <a:r>
              <a:rPr lang="en-US" altLang="en-US" sz="2000" baseline="-25000" dirty="0">
                <a:solidFill>
                  <a:schemeClr val="accent6"/>
                </a:solidFill>
                <a:latin typeface="+mj-lt"/>
              </a:rPr>
              <a:t>1</a:t>
            </a:r>
            <a:r>
              <a:rPr lang="en-US" altLang="en-US" sz="2000" dirty="0">
                <a:solidFill>
                  <a:schemeClr val="accent6"/>
                </a:solidFill>
                <a:latin typeface="+mj-lt"/>
              </a:rPr>
              <a:t>=3</a:t>
            </a:r>
            <a:endParaRPr lang="en-US" altLang="en-US" sz="2000" baseline="-25000" dirty="0">
              <a:solidFill>
                <a:schemeClr val="accent6"/>
              </a:solidFill>
              <a:latin typeface="+mj-lt"/>
            </a:endParaRPr>
          </a:p>
        </p:txBody>
      </p:sp>
    </p:spTree>
    <p:extLst>
      <p:ext uri="{BB962C8B-B14F-4D97-AF65-F5344CB8AC3E}">
        <p14:creationId xmlns:p14="http://schemas.microsoft.com/office/powerpoint/2010/main" val="16904707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6">
                                            <p:txEl>
                                              <p:pRg st="2" end="2"/>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6">
                                            <p:txEl>
                                              <p:pRg st="3" end="3"/>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5"/>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5"/>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6">
                                            <p:txEl>
                                              <p:pRg st="4" end="4"/>
                                            </p:txEl>
                                          </p:spTgt>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24"/>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P spid="13" grpId="0"/>
      <p:bldP spid="15" grpId="0"/>
      <p:bldP spid="18" grpId="0"/>
      <p:bldP spid="19" grpId="0"/>
      <p:bldP spid="20" grpId="0"/>
      <p:bldP spid="25" grpId="0" animBg="1"/>
      <p:bldP spid="26"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Vector Clocks</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pPr marL="265113" lvl="1" indent="-265113">
              <a:lnSpc>
                <a:spcPct val="100000"/>
              </a:lnSpc>
              <a:spcBef>
                <a:spcPts val="600"/>
              </a:spcBef>
              <a:spcAft>
                <a:spcPts val="600"/>
              </a:spcAft>
              <a:buFont typeface="Webdings" panose="05030102010509060703" pitchFamily="18" charset="2"/>
              <a:buChar char=""/>
            </a:pPr>
            <a:r>
              <a:rPr lang="en-US" altLang="en-US" sz="2400" dirty="0">
                <a:latin typeface="+mj-lt"/>
              </a:rPr>
              <a:t>Vector clock was proposed to overcome the limitation of </a:t>
            </a:r>
            <a:r>
              <a:rPr lang="en-US" altLang="en-US" sz="2400" dirty="0" err="1">
                <a:latin typeface="+mj-lt"/>
              </a:rPr>
              <a:t>Lamport</a:t>
            </a:r>
            <a:r>
              <a:rPr lang="ja-JP" altLang="en-US" sz="2400" dirty="0">
                <a:latin typeface="+mj-lt"/>
              </a:rPr>
              <a:t>’</a:t>
            </a:r>
            <a:r>
              <a:rPr lang="en-US" altLang="ja-JP" sz="2400" dirty="0">
                <a:latin typeface="+mj-lt"/>
              </a:rPr>
              <a:t>s clock</a:t>
            </a:r>
            <a:endParaRPr lang="en-US" altLang="ja-JP" sz="2400" dirty="0">
              <a:latin typeface="+mj-lt"/>
              <a:sym typeface="Wingdings" panose="05000000000000000000" pitchFamily="2" charset="2"/>
            </a:endParaRPr>
          </a:p>
          <a:p>
            <a:pPr marL="688975" lvl="2" indent="-290513">
              <a:lnSpc>
                <a:spcPct val="100000"/>
              </a:lnSpc>
              <a:spcBef>
                <a:spcPts val="600"/>
              </a:spcBef>
              <a:spcAft>
                <a:spcPts val="600"/>
              </a:spcAft>
            </a:pPr>
            <a:r>
              <a:rPr lang="en-US" altLang="en-US" sz="2400" dirty="0">
                <a:latin typeface="+mj-lt"/>
                <a:ea typeface="Arial" panose="020B0604020202020204" pitchFamily="34" charset="0"/>
              </a:rPr>
              <a:t>The property of </a:t>
            </a:r>
            <a:r>
              <a:rPr lang="en-US" altLang="en-US" sz="2400" i="1" dirty="0">
                <a:latin typeface="+mj-lt"/>
                <a:ea typeface="Arial" panose="020B0604020202020204" pitchFamily="34" charset="0"/>
              </a:rPr>
              <a:t>inferring</a:t>
            </a:r>
            <a:r>
              <a:rPr lang="en-US" altLang="en-US" sz="2400" dirty="0">
                <a:latin typeface="+mj-lt"/>
                <a:ea typeface="Arial" panose="020B0604020202020204" pitchFamily="34" charset="0"/>
              </a:rPr>
              <a:t> that </a:t>
            </a:r>
            <a:r>
              <a:rPr lang="en-US" altLang="en-US" sz="2400" b="1" dirty="0">
                <a:latin typeface="+mj-lt"/>
                <a:ea typeface="Arial" panose="020B0604020202020204" pitchFamily="34" charset="0"/>
                <a:cs typeface="Courier New" panose="02070309020205020404" pitchFamily="49" charset="0"/>
                <a:sym typeface="Wingdings" panose="05000000000000000000" pitchFamily="2" charset="2"/>
              </a:rPr>
              <a:t>a</a:t>
            </a:r>
            <a:r>
              <a:rPr lang="en-US" altLang="en-US" sz="2400" dirty="0">
                <a:latin typeface="+mj-lt"/>
                <a:ea typeface="Arial" panose="020B0604020202020204" pitchFamily="34" charset="0"/>
              </a:rPr>
              <a:t> occurred before </a:t>
            </a:r>
            <a:r>
              <a:rPr lang="en-US" altLang="en-US" sz="2400" b="1" dirty="0">
                <a:latin typeface="+mj-lt"/>
                <a:ea typeface="Arial" panose="020B0604020202020204" pitchFamily="34" charset="0"/>
                <a:cs typeface="Courier New" panose="02070309020205020404" pitchFamily="49" charset="0"/>
                <a:sym typeface="Wingdings" panose="05000000000000000000" pitchFamily="2" charset="2"/>
              </a:rPr>
              <a:t>b</a:t>
            </a:r>
            <a:r>
              <a:rPr lang="en-US" altLang="en-US" sz="2400" dirty="0">
                <a:latin typeface="+mj-lt"/>
                <a:ea typeface="Arial" panose="020B0604020202020204" pitchFamily="34" charset="0"/>
              </a:rPr>
              <a:t> is known as the </a:t>
            </a:r>
            <a:r>
              <a:rPr lang="en-US" altLang="en-US" sz="2400" dirty="0">
                <a:solidFill>
                  <a:schemeClr val="accent6"/>
                </a:solidFill>
                <a:latin typeface="+mj-lt"/>
                <a:ea typeface="Arial" panose="020B0604020202020204" pitchFamily="34" charset="0"/>
              </a:rPr>
              <a:t>causality </a:t>
            </a:r>
            <a:r>
              <a:rPr lang="en-US" altLang="en-US" sz="2400" dirty="0" smtClean="0">
                <a:solidFill>
                  <a:schemeClr val="accent6"/>
                </a:solidFill>
                <a:latin typeface="+mj-lt"/>
                <a:ea typeface="Arial" panose="020B0604020202020204" pitchFamily="34" charset="0"/>
              </a:rPr>
              <a:t>property</a:t>
            </a:r>
            <a:endParaRPr lang="en-US" altLang="en-US" sz="2400" dirty="0">
              <a:solidFill>
                <a:schemeClr val="accent6"/>
              </a:solidFill>
              <a:latin typeface="+mj-lt"/>
              <a:ea typeface="Arial" panose="020B0604020202020204" pitchFamily="34" charset="0"/>
              <a:sym typeface="Wingdings" panose="05000000000000000000" pitchFamily="2" charset="2"/>
            </a:endParaRPr>
          </a:p>
          <a:p>
            <a:pPr>
              <a:lnSpc>
                <a:spcPct val="100000"/>
              </a:lnSpc>
              <a:spcBef>
                <a:spcPts val="600"/>
              </a:spcBef>
              <a:spcAft>
                <a:spcPts val="600"/>
              </a:spcAft>
            </a:pPr>
            <a:r>
              <a:rPr lang="en-US" altLang="en-US" dirty="0">
                <a:latin typeface="+mj-lt"/>
              </a:rPr>
              <a:t>A vector clock for a system of </a:t>
            </a:r>
            <a:r>
              <a:rPr lang="en-US" altLang="en-US" b="1" dirty="0">
                <a:latin typeface="+mj-lt"/>
                <a:cs typeface="Courier New" panose="02070309020205020404" pitchFamily="49" charset="0"/>
                <a:sym typeface="Wingdings" panose="05000000000000000000" pitchFamily="2" charset="2"/>
              </a:rPr>
              <a:t>N</a:t>
            </a:r>
            <a:r>
              <a:rPr lang="en-US" altLang="en-US" dirty="0">
                <a:latin typeface="+mj-lt"/>
              </a:rPr>
              <a:t> processes is an array of </a:t>
            </a:r>
            <a:r>
              <a:rPr lang="en-US" altLang="en-US" b="1" dirty="0">
                <a:latin typeface="+mj-lt"/>
                <a:cs typeface="Courier New" panose="02070309020205020404" pitchFamily="49" charset="0"/>
                <a:sym typeface="Wingdings" panose="05000000000000000000" pitchFamily="2" charset="2"/>
              </a:rPr>
              <a:t>N</a:t>
            </a:r>
            <a:r>
              <a:rPr lang="en-US" altLang="en-US" dirty="0">
                <a:latin typeface="+mj-lt"/>
              </a:rPr>
              <a:t> </a:t>
            </a:r>
            <a:r>
              <a:rPr lang="en-US" altLang="en-US" dirty="0" smtClean="0">
                <a:latin typeface="+mj-lt"/>
              </a:rPr>
              <a:t>integers</a:t>
            </a:r>
            <a:endParaRPr lang="en-US" altLang="en-US" sz="2400" dirty="0">
              <a:latin typeface="+mj-lt"/>
              <a:ea typeface="Arial" panose="020B0604020202020204" pitchFamily="34" charset="0"/>
            </a:endParaRPr>
          </a:p>
          <a:p>
            <a:pPr>
              <a:lnSpc>
                <a:spcPct val="100000"/>
              </a:lnSpc>
              <a:spcBef>
                <a:spcPts val="600"/>
              </a:spcBef>
              <a:spcAft>
                <a:spcPts val="600"/>
              </a:spcAft>
            </a:pPr>
            <a:r>
              <a:rPr lang="en-US" altLang="en-US" dirty="0">
                <a:latin typeface="+mj-lt"/>
              </a:rPr>
              <a:t>Every process </a:t>
            </a:r>
            <a:r>
              <a:rPr lang="en-US" altLang="en-US" b="1" dirty="0">
                <a:latin typeface="+mj-lt"/>
                <a:cs typeface="Courier New" panose="02070309020205020404" pitchFamily="49" charset="0"/>
                <a:sym typeface="Wingdings" panose="05000000000000000000" pitchFamily="2" charset="2"/>
              </a:rPr>
              <a:t>P</a:t>
            </a:r>
            <a:r>
              <a:rPr lang="en-US" altLang="en-US" b="1" baseline="-25000" dirty="0">
                <a:latin typeface="+mj-lt"/>
                <a:cs typeface="Courier New" panose="02070309020205020404" pitchFamily="49" charset="0"/>
                <a:sym typeface="Wingdings" panose="05000000000000000000" pitchFamily="2" charset="2"/>
              </a:rPr>
              <a:t>i</a:t>
            </a:r>
            <a:r>
              <a:rPr lang="en-US" altLang="en-US" dirty="0">
                <a:latin typeface="+mj-lt"/>
              </a:rPr>
              <a:t> stores its own vector clock </a:t>
            </a:r>
            <a:r>
              <a:rPr lang="en-US" altLang="en-US" b="1" dirty="0">
                <a:latin typeface="+mj-lt"/>
                <a:cs typeface="Courier New" panose="02070309020205020404" pitchFamily="49" charset="0"/>
                <a:sym typeface="Wingdings" panose="05000000000000000000" pitchFamily="2" charset="2"/>
              </a:rPr>
              <a:t>VC</a:t>
            </a:r>
            <a:r>
              <a:rPr lang="en-US" altLang="en-US" b="1" baseline="-25000" dirty="0">
                <a:latin typeface="+mj-lt"/>
                <a:cs typeface="Courier New" panose="02070309020205020404" pitchFamily="49" charset="0"/>
                <a:sym typeface="Wingdings" panose="05000000000000000000" pitchFamily="2" charset="2"/>
              </a:rPr>
              <a:t>i</a:t>
            </a:r>
          </a:p>
          <a:p>
            <a:pPr marL="688975" lvl="2" indent="-290513">
              <a:lnSpc>
                <a:spcPct val="100000"/>
              </a:lnSpc>
              <a:spcBef>
                <a:spcPts val="600"/>
              </a:spcBef>
              <a:spcAft>
                <a:spcPts val="600"/>
              </a:spcAft>
            </a:pPr>
            <a:r>
              <a:rPr lang="en-US" altLang="en-US" sz="2400" dirty="0" err="1">
                <a:latin typeface="+mj-lt"/>
                <a:ea typeface="Arial" panose="020B0604020202020204" pitchFamily="34" charset="0"/>
              </a:rPr>
              <a:t>Lamport</a:t>
            </a:r>
            <a:r>
              <a:rPr lang="ja-JP" altLang="en-US" sz="2400" dirty="0">
                <a:latin typeface="+mj-lt"/>
                <a:ea typeface="Arial" panose="020B0604020202020204" pitchFamily="34" charset="0"/>
              </a:rPr>
              <a:t>’</a:t>
            </a:r>
            <a:r>
              <a:rPr lang="en-US" altLang="ja-JP" sz="2400" dirty="0">
                <a:latin typeface="+mj-lt"/>
                <a:ea typeface="Arial" panose="020B0604020202020204" pitchFamily="34" charset="0"/>
              </a:rPr>
              <a:t>s time values for events are stored in </a:t>
            </a:r>
            <a:r>
              <a:rPr lang="en-US" altLang="ja-JP" sz="2400" dirty="0">
                <a:latin typeface="+mj-lt"/>
                <a:ea typeface="Arial" panose="020B0604020202020204" pitchFamily="34" charset="0"/>
                <a:sym typeface="Wingdings" panose="05000000000000000000" pitchFamily="2" charset="2"/>
              </a:rPr>
              <a:t>VC</a:t>
            </a:r>
            <a:r>
              <a:rPr lang="en-US" altLang="ja-JP" sz="2400" baseline="-25000" dirty="0">
                <a:latin typeface="+mj-lt"/>
                <a:ea typeface="Arial" panose="020B0604020202020204" pitchFamily="34" charset="0"/>
                <a:sym typeface="Wingdings" panose="05000000000000000000" pitchFamily="2" charset="2"/>
              </a:rPr>
              <a:t>i</a:t>
            </a:r>
          </a:p>
          <a:p>
            <a:pPr marL="688975" lvl="2" indent="-290513">
              <a:lnSpc>
                <a:spcPct val="100000"/>
              </a:lnSpc>
              <a:spcBef>
                <a:spcPts val="600"/>
              </a:spcBef>
              <a:spcAft>
                <a:spcPts val="600"/>
              </a:spcAft>
            </a:pPr>
            <a:r>
              <a:rPr lang="en-US" altLang="en-US" sz="2400" dirty="0" smtClean="0">
                <a:latin typeface="+mj-lt"/>
                <a:ea typeface="Arial" panose="020B0604020202020204" pitchFamily="34" charset="0"/>
                <a:sym typeface="Wingdings" panose="05000000000000000000" pitchFamily="2" charset="2"/>
              </a:rPr>
              <a:t>VC</a:t>
            </a:r>
            <a:r>
              <a:rPr lang="en-US" altLang="en-US" sz="2400" baseline="-25000" dirty="0" smtClean="0">
                <a:latin typeface="+mj-lt"/>
                <a:ea typeface="Arial" panose="020B0604020202020204" pitchFamily="34" charset="0"/>
                <a:sym typeface="Wingdings" panose="05000000000000000000" pitchFamily="2" charset="2"/>
              </a:rPr>
              <a:t>i</a:t>
            </a:r>
            <a:r>
              <a:rPr lang="en-US" altLang="en-US" sz="2400" dirty="0" smtClean="0">
                <a:latin typeface="+mj-lt"/>
                <a:ea typeface="Arial" panose="020B0604020202020204" pitchFamily="34" charset="0"/>
                <a:sym typeface="Wingdings" panose="05000000000000000000" pitchFamily="2" charset="2"/>
              </a:rPr>
              <a:t> (a) </a:t>
            </a:r>
            <a:r>
              <a:rPr lang="en-US" altLang="en-US" sz="2400" dirty="0" smtClean="0">
                <a:latin typeface="+mj-lt"/>
                <a:ea typeface="Arial" panose="020B0604020202020204" pitchFamily="34" charset="0"/>
              </a:rPr>
              <a:t>is </a:t>
            </a:r>
            <a:r>
              <a:rPr lang="en-US" altLang="en-US" sz="2400" dirty="0">
                <a:latin typeface="+mj-lt"/>
                <a:ea typeface="Arial" panose="020B0604020202020204" pitchFamily="34" charset="0"/>
              </a:rPr>
              <a:t>assigned to an event </a:t>
            </a:r>
            <a:r>
              <a:rPr lang="en-US" altLang="en-US" sz="2400" dirty="0" smtClean="0">
                <a:latin typeface="+mj-lt"/>
                <a:ea typeface="Arial" panose="020B0604020202020204" pitchFamily="34" charset="0"/>
                <a:sym typeface="Wingdings" panose="05000000000000000000" pitchFamily="2" charset="2"/>
              </a:rPr>
              <a:t>a</a:t>
            </a:r>
            <a:endParaRPr lang="en-US" altLang="en-US" sz="2400" dirty="0" smtClean="0">
              <a:latin typeface="+mj-lt"/>
              <a:ea typeface="Arial" panose="020B0604020202020204" pitchFamily="34" charset="0"/>
              <a:cs typeface="Courier New" panose="02070309020205020404" pitchFamily="49" charset="0"/>
              <a:sym typeface="Wingdings" panose="05000000000000000000" pitchFamily="2" charset="2"/>
            </a:endParaRPr>
          </a:p>
          <a:p>
            <a:pPr>
              <a:lnSpc>
                <a:spcPct val="100000"/>
              </a:lnSpc>
              <a:spcBef>
                <a:spcPts val="600"/>
              </a:spcBef>
              <a:spcAft>
                <a:spcPts val="600"/>
              </a:spcAft>
            </a:pPr>
            <a:r>
              <a:rPr lang="en-US" altLang="en-US" dirty="0" smtClean="0">
                <a:latin typeface="+mj-lt"/>
              </a:rPr>
              <a:t>If </a:t>
            </a:r>
            <a:r>
              <a:rPr lang="en-US" altLang="en-US" b="1" dirty="0" err="1" smtClean="0">
                <a:latin typeface="+mj-lt"/>
                <a:cs typeface="Courier New" panose="02070309020205020404" pitchFamily="49" charset="0"/>
                <a:sym typeface="Wingdings" panose="05000000000000000000" pitchFamily="2" charset="2"/>
              </a:rPr>
              <a:t>VC</a:t>
            </a:r>
            <a:r>
              <a:rPr lang="en-US" altLang="en-US" b="1" baseline="-25000" dirty="0" err="1" smtClean="0">
                <a:latin typeface="+mj-lt"/>
                <a:cs typeface="Courier New" panose="02070309020205020404" pitchFamily="49" charset="0"/>
                <a:sym typeface="Wingdings" panose="05000000000000000000" pitchFamily="2" charset="2"/>
              </a:rPr>
              <a:t>i</a:t>
            </a:r>
            <a:r>
              <a:rPr lang="en-US" altLang="en-US" b="1" dirty="0" smtClean="0">
                <a:latin typeface="+mj-lt"/>
                <a:cs typeface="Courier New" panose="02070309020205020404" pitchFamily="49" charset="0"/>
                <a:sym typeface="Wingdings" panose="05000000000000000000" pitchFamily="2" charset="2"/>
              </a:rPr>
              <a:t>(a) </a:t>
            </a:r>
            <a:r>
              <a:rPr lang="en-US" altLang="en-US" b="1" dirty="0">
                <a:latin typeface="+mj-lt"/>
                <a:cs typeface="Courier New" panose="02070309020205020404" pitchFamily="49" charset="0"/>
                <a:sym typeface="Wingdings" panose="05000000000000000000" pitchFamily="2" charset="2"/>
              </a:rPr>
              <a:t>&lt; </a:t>
            </a:r>
            <a:r>
              <a:rPr lang="en-US" altLang="en-US" b="1" dirty="0" err="1">
                <a:latin typeface="+mj-lt"/>
                <a:cs typeface="Courier New" panose="02070309020205020404" pitchFamily="49" charset="0"/>
                <a:sym typeface="Wingdings" panose="05000000000000000000" pitchFamily="2" charset="2"/>
              </a:rPr>
              <a:t>VC</a:t>
            </a:r>
            <a:r>
              <a:rPr lang="en-US" altLang="en-US" b="1" baseline="-25000" dirty="0" err="1">
                <a:latin typeface="+mj-lt"/>
                <a:cs typeface="Courier New" panose="02070309020205020404" pitchFamily="49" charset="0"/>
                <a:sym typeface="Wingdings" panose="05000000000000000000" pitchFamily="2" charset="2"/>
              </a:rPr>
              <a:t>i</a:t>
            </a:r>
            <a:r>
              <a:rPr lang="en-US" altLang="en-US" b="1" dirty="0">
                <a:latin typeface="+mj-lt"/>
                <a:cs typeface="Courier New" panose="02070309020205020404" pitchFamily="49" charset="0"/>
                <a:sym typeface="Wingdings" panose="05000000000000000000" pitchFamily="2" charset="2"/>
              </a:rPr>
              <a:t>(b)</a:t>
            </a:r>
            <a:r>
              <a:rPr lang="en-US" altLang="en-US" dirty="0">
                <a:latin typeface="+mj-lt"/>
                <a:cs typeface="Courier New" panose="02070309020205020404" pitchFamily="49" charset="0"/>
                <a:sym typeface="Wingdings" panose="05000000000000000000" pitchFamily="2" charset="2"/>
              </a:rPr>
              <a:t>,</a:t>
            </a:r>
            <a:r>
              <a:rPr lang="en-US" altLang="en-US" dirty="0">
                <a:latin typeface="+mj-lt"/>
                <a:sym typeface="Wingdings" panose="05000000000000000000" pitchFamily="2" charset="2"/>
              </a:rPr>
              <a:t> </a:t>
            </a:r>
            <a:r>
              <a:rPr lang="en-US" altLang="en-US" dirty="0">
                <a:latin typeface="+mj-lt"/>
              </a:rPr>
              <a:t>then we can infer that </a:t>
            </a:r>
            <a:r>
              <a:rPr lang="en-US" altLang="en-US" b="1" dirty="0" err="1">
                <a:latin typeface="+mj-lt"/>
                <a:cs typeface="Courier New" panose="02070309020205020404" pitchFamily="49" charset="0"/>
                <a:sym typeface="Wingdings" panose="05000000000000000000" pitchFamily="2" charset="2"/>
              </a:rPr>
              <a:t>ab</a:t>
            </a:r>
            <a:r>
              <a:rPr lang="en-US" altLang="en-US" b="1" dirty="0">
                <a:latin typeface="+mj-lt"/>
                <a:cs typeface="Courier New" panose="02070309020205020404" pitchFamily="49" charset="0"/>
                <a:sym typeface="Wingdings" panose="05000000000000000000" pitchFamily="2" charset="2"/>
              </a:rPr>
              <a:t> </a:t>
            </a:r>
            <a:r>
              <a:rPr lang="en-US" altLang="en-US" dirty="0">
                <a:latin typeface="+mj-lt"/>
                <a:cs typeface="Courier New" panose="02070309020205020404" pitchFamily="49" charset="0"/>
                <a:sym typeface="Wingdings" panose="05000000000000000000" pitchFamily="2" charset="2"/>
              </a:rPr>
              <a:t>(or more precisely, that event </a:t>
            </a:r>
            <a:r>
              <a:rPr lang="en-US" altLang="en-US" b="1" dirty="0">
                <a:latin typeface="+mj-lt"/>
                <a:cs typeface="Courier New" panose="02070309020205020404" pitchFamily="49" charset="0"/>
                <a:sym typeface="Wingdings" panose="05000000000000000000" pitchFamily="2" charset="2"/>
              </a:rPr>
              <a:t>a</a:t>
            </a:r>
            <a:r>
              <a:rPr lang="en-US" altLang="en-US" dirty="0">
                <a:latin typeface="+mj-lt"/>
                <a:cs typeface="Courier New" panose="02070309020205020404" pitchFamily="49" charset="0"/>
                <a:sym typeface="Wingdings" panose="05000000000000000000" pitchFamily="2" charset="2"/>
              </a:rPr>
              <a:t> </a:t>
            </a:r>
            <a:r>
              <a:rPr lang="en-US" altLang="en-US" i="1" dirty="0">
                <a:latin typeface="+mj-lt"/>
                <a:cs typeface="Courier New" panose="02070309020205020404" pitchFamily="49" charset="0"/>
                <a:sym typeface="Wingdings" panose="05000000000000000000" pitchFamily="2" charset="2"/>
              </a:rPr>
              <a:t>causally</a:t>
            </a:r>
            <a:r>
              <a:rPr lang="en-US" altLang="en-US" dirty="0">
                <a:latin typeface="+mj-lt"/>
                <a:cs typeface="Courier New" panose="02070309020205020404" pitchFamily="49" charset="0"/>
                <a:sym typeface="Wingdings" panose="05000000000000000000" pitchFamily="2" charset="2"/>
              </a:rPr>
              <a:t> preceded event </a:t>
            </a:r>
            <a:r>
              <a:rPr lang="en-US" altLang="en-US" b="1" dirty="0">
                <a:latin typeface="+mj-lt"/>
                <a:cs typeface="Courier New" panose="02070309020205020404" pitchFamily="49" charset="0"/>
                <a:sym typeface="Wingdings" panose="05000000000000000000" pitchFamily="2" charset="2"/>
              </a:rPr>
              <a:t>b</a:t>
            </a:r>
            <a:r>
              <a:rPr lang="en-US" altLang="en-US" dirty="0">
                <a:latin typeface="+mj-lt"/>
                <a:cs typeface="Courier New" panose="02070309020205020404" pitchFamily="49" charset="0"/>
                <a:sym typeface="Wingdings" panose="05000000000000000000" pitchFamily="2" charset="2"/>
              </a:rPr>
              <a:t>)</a:t>
            </a:r>
            <a:endParaRPr lang="en-US" altLang="en-US" b="1" dirty="0">
              <a:latin typeface="+mj-lt"/>
            </a:endParaRPr>
          </a:p>
          <a:p>
            <a:endParaRPr lang="en-US" altLang="en-US" dirty="0"/>
          </a:p>
        </p:txBody>
      </p:sp>
    </p:spTree>
    <p:extLst>
      <p:ext uri="{BB962C8B-B14F-4D97-AF65-F5344CB8AC3E}">
        <p14:creationId xmlns:p14="http://schemas.microsoft.com/office/powerpoint/2010/main" val="36502172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Updating Vector Clocks</a:t>
            </a:r>
          </a:p>
        </p:txBody>
      </p:sp>
      <p:sp>
        <p:nvSpPr>
          <p:cNvPr id="3" name="Content Placeholder 2">
            <a:extLst>
              <a:ext uri="{FF2B5EF4-FFF2-40B4-BE49-F238E27FC236}">
                <a16:creationId xmlns:a16="http://schemas.microsoft.com/office/drawing/2014/main" xmlns="" id="{139A428D-8F15-4206-B337-FA27C005FA71}"/>
              </a:ext>
            </a:extLst>
          </p:cNvPr>
          <p:cNvSpPr>
            <a:spLocks noGrp="1"/>
          </p:cNvSpPr>
          <p:nvPr>
            <p:ph idx="1"/>
          </p:nvPr>
        </p:nvSpPr>
        <p:spPr/>
        <p:txBody>
          <a:bodyPr/>
          <a:lstStyle/>
          <a:p>
            <a:pPr>
              <a:lnSpc>
                <a:spcPct val="100000"/>
              </a:lnSpc>
              <a:spcBef>
                <a:spcPts val="600"/>
              </a:spcBef>
              <a:spcAft>
                <a:spcPts val="600"/>
              </a:spcAft>
            </a:pPr>
            <a:r>
              <a:rPr lang="en-US" altLang="en-US" dirty="0">
                <a:latin typeface="+mj-lt"/>
              </a:rPr>
              <a:t>Vector clocks are constructed as follows:</a:t>
            </a:r>
          </a:p>
          <a:p>
            <a:pPr marL="914400" lvl="1">
              <a:lnSpc>
                <a:spcPct val="100000"/>
              </a:lnSpc>
              <a:spcBef>
                <a:spcPts val="600"/>
              </a:spcBef>
              <a:spcAft>
                <a:spcPts val="600"/>
              </a:spcAft>
              <a:buFontTx/>
              <a:buAutoNum type="arabicPeriod"/>
            </a:pPr>
            <a:r>
              <a:rPr lang="en-US" altLang="en-US" sz="2400" dirty="0">
                <a:latin typeface="+mj-lt"/>
                <a:ea typeface="Arial" panose="020B0604020202020204" pitchFamily="34" charset="0"/>
              </a:rPr>
              <a:t> </a:t>
            </a:r>
            <a:r>
              <a:rPr lang="en-US" altLang="en-US" sz="2400" b="1" dirty="0">
                <a:latin typeface="+mj-lt"/>
                <a:ea typeface="MS PGothic" panose="020B0600070205080204" pitchFamily="34" charset="-128"/>
                <a:sym typeface="Wingdings" panose="05000000000000000000" pitchFamily="2" charset="2"/>
              </a:rPr>
              <a:t>VC</a:t>
            </a:r>
            <a:r>
              <a:rPr lang="en-US" altLang="en-US" sz="2400" b="1" baseline="-25000" dirty="0">
                <a:latin typeface="+mj-lt"/>
                <a:ea typeface="MS PGothic" panose="020B0600070205080204" pitchFamily="34" charset="-128"/>
                <a:sym typeface="Wingdings" panose="05000000000000000000" pitchFamily="2" charset="2"/>
              </a:rPr>
              <a:t>i</a:t>
            </a:r>
            <a:r>
              <a:rPr lang="en-US" altLang="en-US" sz="2400" b="1" dirty="0">
                <a:latin typeface="+mj-lt"/>
                <a:ea typeface="MS PGothic" panose="020B0600070205080204" pitchFamily="34" charset="-128"/>
                <a:sym typeface="Wingdings" panose="05000000000000000000" pitchFamily="2" charset="2"/>
              </a:rPr>
              <a:t>[</a:t>
            </a:r>
            <a:r>
              <a:rPr lang="en-US" altLang="en-US" sz="2400" b="1" dirty="0" err="1">
                <a:latin typeface="+mj-lt"/>
                <a:ea typeface="MS PGothic" panose="020B0600070205080204" pitchFamily="34" charset="-128"/>
                <a:sym typeface="Wingdings" panose="05000000000000000000" pitchFamily="2" charset="2"/>
              </a:rPr>
              <a:t>i</a:t>
            </a:r>
            <a:r>
              <a:rPr lang="en-US" altLang="en-US" sz="2400" b="1" dirty="0">
                <a:latin typeface="+mj-lt"/>
                <a:ea typeface="MS PGothic" panose="020B0600070205080204" pitchFamily="34" charset="-128"/>
                <a:sym typeface="Wingdings" panose="05000000000000000000" pitchFamily="2" charset="2"/>
              </a:rPr>
              <a:t>]</a:t>
            </a:r>
            <a:r>
              <a:rPr lang="en-US" altLang="en-US" sz="2400" dirty="0">
                <a:latin typeface="+mj-lt"/>
                <a:ea typeface="MS PGothic" panose="020B0600070205080204" pitchFamily="34" charset="-128"/>
                <a:sym typeface="Wingdings" panose="05000000000000000000" pitchFamily="2" charset="2"/>
              </a:rPr>
              <a:t> </a:t>
            </a:r>
            <a:r>
              <a:rPr lang="en-US" altLang="en-US" sz="2400" dirty="0">
                <a:latin typeface="+mj-lt"/>
                <a:ea typeface="Arial" panose="020B0604020202020204" pitchFamily="34" charset="0"/>
              </a:rPr>
              <a:t>is the number of events that have occurred at process </a:t>
            </a:r>
            <a:r>
              <a:rPr lang="en-US" altLang="en-US" sz="2400" b="1" dirty="0">
                <a:latin typeface="+mj-lt"/>
                <a:ea typeface="MS PGothic" panose="020B0600070205080204" pitchFamily="34" charset="-128"/>
                <a:sym typeface="Wingdings" panose="05000000000000000000" pitchFamily="2" charset="2"/>
              </a:rPr>
              <a:t>P</a:t>
            </a:r>
            <a:r>
              <a:rPr lang="en-US" altLang="en-US" sz="2400" b="1" baseline="-25000" dirty="0">
                <a:latin typeface="+mj-lt"/>
                <a:ea typeface="MS PGothic" panose="020B0600070205080204" pitchFamily="34" charset="-128"/>
                <a:sym typeface="Wingdings" panose="05000000000000000000" pitchFamily="2" charset="2"/>
              </a:rPr>
              <a:t>i</a:t>
            </a:r>
            <a:r>
              <a:rPr lang="en-US" altLang="en-US" sz="2400" dirty="0">
                <a:latin typeface="+mj-lt"/>
                <a:ea typeface="MS PGothic" panose="020B0600070205080204" pitchFamily="34" charset="-128"/>
                <a:sym typeface="Wingdings" panose="05000000000000000000" pitchFamily="2" charset="2"/>
              </a:rPr>
              <a:t> </a:t>
            </a:r>
            <a:r>
              <a:rPr lang="en-US" altLang="en-US" sz="2400" dirty="0">
                <a:latin typeface="+mj-lt"/>
                <a:ea typeface="Arial" panose="020B0604020202020204" pitchFamily="34" charset="0"/>
                <a:sym typeface="Wingdings" panose="05000000000000000000" pitchFamily="2" charset="2"/>
              </a:rPr>
              <a:t>so far</a:t>
            </a:r>
          </a:p>
          <a:p>
            <a:pPr lvl="3">
              <a:lnSpc>
                <a:spcPct val="100000"/>
              </a:lnSpc>
              <a:spcBef>
                <a:spcPts val="600"/>
              </a:spcBef>
              <a:spcAft>
                <a:spcPts val="600"/>
              </a:spcAft>
              <a:buFont typeface="Wingdings" panose="05000000000000000000" pitchFamily="2" charset="2"/>
              <a:buChar char="§"/>
            </a:pPr>
            <a:r>
              <a:rPr lang="en-US" altLang="en-US" sz="2400" b="1" dirty="0">
                <a:latin typeface="+mj-lt"/>
                <a:ea typeface="MS PGothic" panose="020B0600070205080204" pitchFamily="34" charset="-128"/>
                <a:sym typeface="Wingdings" panose="05000000000000000000" pitchFamily="2" charset="2"/>
              </a:rPr>
              <a:t>VC</a:t>
            </a:r>
            <a:r>
              <a:rPr lang="en-US" altLang="en-US" sz="2400" b="1" baseline="-25000" dirty="0">
                <a:latin typeface="+mj-lt"/>
                <a:ea typeface="MS PGothic" panose="020B0600070205080204" pitchFamily="34" charset="-128"/>
                <a:sym typeface="Wingdings" panose="05000000000000000000" pitchFamily="2" charset="2"/>
              </a:rPr>
              <a:t>i</a:t>
            </a:r>
            <a:r>
              <a:rPr lang="en-US" altLang="en-US" sz="2400" b="1" dirty="0">
                <a:latin typeface="+mj-lt"/>
                <a:ea typeface="MS PGothic" panose="020B0600070205080204" pitchFamily="34" charset="-128"/>
                <a:sym typeface="Wingdings" panose="05000000000000000000" pitchFamily="2" charset="2"/>
              </a:rPr>
              <a:t>[</a:t>
            </a:r>
            <a:r>
              <a:rPr lang="en-US" altLang="en-US" sz="2400" b="1" dirty="0" err="1">
                <a:latin typeface="+mj-lt"/>
                <a:ea typeface="MS PGothic" panose="020B0600070205080204" pitchFamily="34" charset="-128"/>
                <a:sym typeface="Wingdings" panose="05000000000000000000" pitchFamily="2" charset="2"/>
              </a:rPr>
              <a:t>i</a:t>
            </a:r>
            <a:r>
              <a:rPr lang="en-US" altLang="en-US" sz="2400" b="1" dirty="0">
                <a:latin typeface="+mj-lt"/>
                <a:ea typeface="MS PGothic" panose="020B0600070205080204" pitchFamily="34" charset="-128"/>
                <a:sym typeface="Wingdings" panose="05000000000000000000" pitchFamily="2" charset="2"/>
              </a:rPr>
              <a:t>]</a:t>
            </a:r>
            <a:r>
              <a:rPr lang="en-US" altLang="en-US" sz="2400" baseline="-25000" dirty="0">
                <a:latin typeface="+mj-lt"/>
                <a:ea typeface="MS PGothic" panose="020B0600070205080204" pitchFamily="34" charset="-128"/>
                <a:sym typeface="Wingdings" panose="05000000000000000000" pitchFamily="2" charset="2"/>
              </a:rPr>
              <a:t> </a:t>
            </a:r>
            <a:r>
              <a:rPr lang="en-US" altLang="en-US" sz="2400" dirty="0">
                <a:latin typeface="+mj-lt"/>
                <a:ea typeface="Arial" panose="020B0604020202020204" pitchFamily="34" charset="0"/>
                <a:sym typeface="Wingdings" panose="05000000000000000000" pitchFamily="2" charset="2"/>
              </a:rPr>
              <a:t>is the local logical clock at process </a:t>
            </a:r>
            <a:r>
              <a:rPr lang="en-US" altLang="en-US" sz="2400" b="1" dirty="0">
                <a:latin typeface="+mj-lt"/>
                <a:ea typeface="MS PGothic" panose="020B0600070205080204" pitchFamily="34" charset="-128"/>
                <a:sym typeface="Wingdings" panose="05000000000000000000" pitchFamily="2" charset="2"/>
              </a:rPr>
              <a:t>P</a:t>
            </a:r>
            <a:r>
              <a:rPr lang="en-US" altLang="en-US" sz="2400" b="1" baseline="-25000" dirty="0">
                <a:latin typeface="+mj-lt"/>
                <a:ea typeface="MS PGothic" panose="020B0600070205080204" pitchFamily="34" charset="-128"/>
                <a:sym typeface="Wingdings" panose="05000000000000000000" pitchFamily="2" charset="2"/>
              </a:rPr>
              <a:t>i</a:t>
            </a:r>
            <a:endParaRPr lang="en-US" altLang="en-US" sz="2400" dirty="0">
              <a:latin typeface="+mj-lt"/>
              <a:ea typeface="Arial" panose="020B0604020202020204" pitchFamily="34" charset="0"/>
              <a:sym typeface="Wingdings" panose="05000000000000000000" pitchFamily="2" charset="2"/>
            </a:endParaRPr>
          </a:p>
          <a:p>
            <a:pPr marL="1371600" lvl="4" indent="0">
              <a:lnSpc>
                <a:spcPct val="100000"/>
              </a:lnSpc>
              <a:spcBef>
                <a:spcPts val="600"/>
              </a:spcBef>
              <a:spcAft>
                <a:spcPts val="600"/>
              </a:spcAft>
              <a:buNone/>
            </a:pPr>
            <a:endParaRPr lang="en-US" altLang="en-US" sz="2400" dirty="0">
              <a:latin typeface="+mj-lt"/>
              <a:ea typeface="Arial" panose="020B0604020202020204" pitchFamily="34" charset="0"/>
              <a:sym typeface="Wingdings" panose="05000000000000000000" pitchFamily="2" charset="2"/>
            </a:endParaRPr>
          </a:p>
          <a:p>
            <a:pPr marL="1371600" lvl="4" indent="0">
              <a:lnSpc>
                <a:spcPct val="100000"/>
              </a:lnSpc>
              <a:spcBef>
                <a:spcPts val="600"/>
              </a:spcBef>
              <a:spcAft>
                <a:spcPts val="600"/>
              </a:spcAft>
              <a:buNone/>
            </a:pPr>
            <a:endParaRPr lang="en-US" altLang="en-US" sz="2400" dirty="0">
              <a:latin typeface="+mj-lt"/>
              <a:ea typeface="Arial" panose="020B0604020202020204" pitchFamily="34" charset="0"/>
              <a:sym typeface="Wingdings" panose="05000000000000000000" pitchFamily="2" charset="2"/>
            </a:endParaRPr>
          </a:p>
          <a:p>
            <a:pPr marL="914400" lvl="1">
              <a:lnSpc>
                <a:spcPct val="100000"/>
              </a:lnSpc>
              <a:spcBef>
                <a:spcPts val="600"/>
              </a:spcBef>
              <a:spcAft>
                <a:spcPts val="600"/>
              </a:spcAft>
              <a:buFontTx/>
              <a:buAutoNum type="arabicPeriod"/>
            </a:pPr>
            <a:r>
              <a:rPr lang="en-US" altLang="en-US" sz="2400" dirty="0">
                <a:latin typeface="+mj-lt"/>
                <a:ea typeface="Arial" panose="020B0604020202020204" pitchFamily="34" charset="0"/>
              </a:rPr>
              <a:t>If </a:t>
            </a:r>
            <a:r>
              <a:rPr lang="en-US" altLang="en-US" sz="2400" b="1" dirty="0">
                <a:latin typeface="+mj-lt"/>
                <a:ea typeface="MS PGothic" panose="020B0600070205080204" pitchFamily="34" charset="-128"/>
                <a:sym typeface="Wingdings" panose="05000000000000000000" pitchFamily="2" charset="2"/>
              </a:rPr>
              <a:t>VC</a:t>
            </a:r>
            <a:r>
              <a:rPr lang="en-US" altLang="en-US" sz="2400" b="1" baseline="-25000" dirty="0">
                <a:latin typeface="+mj-lt"/>
                <a:ea typeface="MS PGothic" panose="020B0600070205080204" pitchFamily="34" charset="-128"/>
                <a:sym typeface="Wingdings" panose="05000000000000000000" pitchFamily="2" charset="2"/>
              </a:rPr>
              <a:t>i</a:t>
            </a:r>
            <a:r>
              <a:rPr lang="en-US" altLang="en-US" sz="2400" b="1" dirty="0">
                <a:latin typeface="+mj-lt"/>
                <a:ea typeface="MS PGothic" panose="020B0600070205080204" pitchFamily="34" charset="-128"/>
                <a:sym typeface="Wingdings" panose="05000000000000000000" pitchFamily="2" charset="2"/>
              </a:rPr>
              <a:t>[j]= k</a:t>
            </a:r>
            <a:r>
              <a:rPr lang="en-US" altLang="en-US" sz="2400" dirty="0">
                <a:latin typeface="+mj-lt"/>
                <a:ea typeface="Arial" panose="020B0604020202020204" pitchFamily="34" charset="0"/>
                <a:sym typeface="Wingdings" panose="05000000000000000000" pitchFamily="2" charset="2"/>
              </a:rPr>
              <a:t>, then </a:t>
            </a:r>
            <a:r>
              <a:rPr lang="en-US" altLang="en-US" sz="2400" b="1" dirty="0">
                <a:latin typeface="+mj-lt"/>
                <a:ea typeface="MS PGothic" panose="020B0600070205080204" pitchFamily="34" charset="-128"/>
                <a:sym typeface="Wingdings" panose="05000000000000000000" pitchFamily="2" charset="2"/>
              </a:rPr>
              <a:t>P</a:t>
            </a:r>
            <a:r>
              <a:rPr lang="en-US" altLang="en-US" sz="2400" b="1" baseline="-25000" dirty="0">
                <a:latin typeface="+mj-lt"/>
                <a:ea typeface="MS PGothic" panose="020B0600070205080204" pitchFamily="34" charset="-128"/>
                <a:sym typeface="Wingdings" panose="05000000000000000000" pitchFamily="2" charset="2"/>
              </a:rPr>
              <a:t>i</a:t>
            </a:r>
            <a:r>
              <a:rPr lang="en-US" altLang="en-US" sz="2400" dirty="0">
                <a:latin typeface="+mj-lt"/>
                <a:ea typeface="Arial" panose="020B0604020202020204" pitchFamily="34" charset="0"/>
              </a:rPr>
              <a:t> knows that </a:t>
            </a:r>
            <a:r>
              <a:rPr lang="en-US" altLang="en-US" sz="2400" b="1" dirty="0">
                <a:latin typeface="+mj-lt"/>
                <a:ea typeface="MS PGothic" panose="020B0600070205080204" pitchFamily="34" charset="-128"/>
                <a:sym typeface="Wingdings" panose="05000000000000000000" pitchFamily="2" charset="2"/>
              </a:rPr>
              <a:t>k</a:t>
            </a:r>
            <a:r>
              <a:rPr lang="en-US" altLang="en-US" sz="2400" dirty="0">
                <a:latin typeface="+mj-lt"/>
                <a:ea typeface="Arial" panose="020B0604020202020204" pitchFamily="34" charset="0"/>
              </a:rPr>
              <a:t> events have occurred at </a:t>
            </a:r>
            <a:r>
              <a:rPr lang="en-US" altLang="en-US" sz="2400" b="1" dirty="0">
                <a:latin typeface="+mj-lt"/>
                <a:ea typeface="MS PGothic" panose="020B0600070205080204" pitchFamily="34" charset="-128"/>
                <a:sym typeface="Wingdings" panose="05000000000000000000" pitchFamily="2" charset="2"/>
              </a:rPr>
              <a:t>P</a:t>
            </a:r>
            <a:r>
              <a:rPr lang="en-US" altLang="en-US" sz="2400" b="1" baseline="-25000" dirty="0">
                <a:latin typeface="+mj-lt"/>
                <a:ea typeface="MS PGothic" panose="020B0600070205080204" pitchFamily="34" charset="-128"/>
                <a:sym typeface="Wingdings" panose="05000000000000000000" pitchFamily="2" charset="2"/>
              </a:rPr>
              <a:t>j</a:t>
            </a:r>
          </a:p>
          <a:p>
            <a:pPr lvl="3">
              <a:lnSpc>
                <a:spcPct val="100000"/>
              </a:lnSpc>
              <a:spcBef>
                <a:spcPts val="600"/>
              </a:spcBef>
              <a:spcAft>
                <a:spcPts val="600"/>
              </a:spcAft>
              <a:buFont typeface="Wingdings" panose="05000000000000000000" pitchFamily="2" charset="2"/>
              <a:buChar char="§"/>
            </a:pPr>
            <a:r>
              <a:rPr lang="en-US" altLang="en-US" sz="2400" b="1" dirty="0">
                <a:latin typeface="+mj-lt"/>
                <a:ea typeface="MS PGothic" panose="020B0600070205080204" pitchFamily="34" charset="-128"/>
                <a:sym typeface="Wingdings" panose="05000000000000000000" pitchFamily="2" charset="2"/>
              </a:rPr>
              <a:t>VC</a:t>
            </a:r>
            <a:r>
              <a:rPr lang="en-US" altLang="en-US" sz="2400" b="1" baseline="-25000" dirty="0">
                <a:latin typeface="+mj-lt"/>
                <a:ea typeface="MS PGothic" panose="020B0600070205080204" pitchFamily="34" charset="-128"/>
                <a:sym typeface="Wingdings" panose="05000000000000000000" pitchFamily="2" charset="2"/>
              </a:rPr>
              <a:t>i</a:t>
            </a:r>
            <a:r>
              <a:rPr lang="en-US" altLang="en-US" sz="2400" b="1" dirty="0">
                <a:latin typeface="+mj-lt"/>
                <a:ea typeface="MS PGothic" panose="020B0600070205080204" pitchFamily="34" charset="-128"/>
                <a:sym typeface="Wingdings" panose="05000000000000000000" pitchFamily="2" charset="2"/>
              </a:rPr>
              <a:t>[j]</a:t>
            </a:r>
            <a:r>
              <a:rPr lang="en-US" altLang="en-US" sz="2400" dirty="0">
                <a:latin typeface="+mj-lt"/>
                <a:ea typeface="MS PGothic" panose="020B0600070205080204" pitchFamily="34" charset="-128"/>
                <a:sym typeface="Wingdings" panose="05000000000000000000" pitchFamily="2" charset="2"/>
              </a:rPr>
              <a:t> </a:t>
            </a:r>
            <a:r>
              <a:rPr lang="en-US" altLang="en-US" sz="2400" dirty="0">
                <a:latin typeface="+mj-lt"/>
                <a:ea typeface="Arial" panose="020B0604020202020204" pitchFamily="34" charset="0"/>
                <a:sym typeface="Wingdings" panose="05000000000000000000" pitchFamily="2" charset="2"/>
              </a:rPr>
              <a:t>is </a:t>
            </a:r>
            <a:r>
              <a:rPr lang="en-US" altLang="en-US" sz="2400" dirty="0">
                <a:latin typeface="+mj-lt"/>
                <a:ea typeface="Arial" panose="020B0604020202020204" pitchFamily="34" charset="0"/>
              </a:rPr>
              <a:t> </a:t>
            </a:r>
            <a:r>
              <a:rPr lang="en-US" altLang="en-US" sz="2400" b="1" dirty="0">
                <a:latin typeface="+mj-lt"/>
                <a:ea typeface="MS PGothic" panose="020B0600070205080204" pitchFamily="34" charset="-128"/>
                <a:sym typeface="Wingdings" panose="05000000000000000000" pitchFamily="2" charset="2"/>
              </a:rPr>
              <a:t>P</a:t>
            </a:r>
            <a:r>
              <a:rPr lang="en-US" altLang="en-US" sz="2400" b="1" baseline="-25000" dirty="0">
                <a:latin typeface="+mj-lt"/>
                <a:ea typeface="MS PGothic" panose="020B0600070205080204" pitchFamily="34" charset="-128"/>
                <a:sym typeface="Wingdings" panose="05000000000000000000" pitchFamily="2" charset="2"/>
              </a:rPr>
              <a:t>i</a:t>
            </a:r>
            <a:r>
              <a:rPr lang="en-US" altLang="en-US" sz="2400" dirty="0">
                <a:latin typeface="+mj-lt"/>
                <a:ea typeface="Arial" panose="020B0604020202020204" pitchFamily="34" charset="0"/>
                <a:sym typeface="Wingdings" panose="05000000000000000000" pitchFamily="2" charset="2"/>
              </a:rPr>
              <a:t>’s knowledge of the local time at </a:t>
            </a:r>
            <a:r>
              <a:rPr lang="en-US" altLang="en-US" sz="2400" dirty="0">
                <a:latin typeface="+mj-lt"/>
                <a:ea typeface="Arial" panose="020B0604020202020204" pitchFamily="34" charset="0"/>
              </a:rPr>
              <a:t> </a:t>
            </a:r>
            <a:r>
              <a:rPr lang="en-US" altLang="en-US" sz="2400" b="1" dirty="0">
                <a:latin typeface="+mj-lt"/>
                <a:ea typeface="MS PGothic" panose="020B0600070205080204" pitchFamily="34" charset="-128"/>
                <a:sym typeface="Wingdings" panose="05000000000000000000" pitchFamily="2" charset="2"/>
              </a:rPr>
              <a:t>P</a:t>
            </a:r>
            <a:r>
              <a:rPr lang="en-US" altLang="en-US" sz="2400" b="1" baseline="-25000" dirty="0">
                <a:latin typeface="+mj-lt"/>
                <a:ea typeface="MS PGothic" panose="020B0600070205080204" pitchFamily="34" charset="-128"/>
                <a:sym typeface="Wingdings" panose="05000000000000000000" pitchFamily="2" charset="2"/>
              </a:rPr>
              <a:t>j</a:t>
            </a:r>
            <a:endParaRPr lang="en-US" altLang="en-US" sz="2400" b="1" dirty="0">
              <a:latin typeface="+mj-lt"/>
              <a:ea typeface="Arial" panose="020B0604020202020204" pitchFamily="34" charset="0"/>
            </a:endParaRPr>
          </a:p>
          <a:p>
            <a:endParaRPr lang="en-US" altLang="en-US" dirty="0"/>
          </a:p>
        </p:txBody>
      </p:sp>
      <p:sp>
        <p:nvSpPr>
          <p:cNvPr id="5" name="Rectangle 4">
            <a:extLst>
              <a:ext uri="{FF2B5EF4-FFF2-40B4-BE49-F238E27FC236}">
                <a16:creationId xmlns:a16="http://schemas.microsoft.com/office/drawing/2014/main" xmlns="" id="{967ABF72-B9DA-4A90-A2FF-0D9974122682}"/>
              </a:ext>
            </a:extLst>
          </p:cNvPr>
          <p:cNvSpPr/>
          <p:nvPr/>
        </p:nvSpPr>
        <p:spPr>
          <a:xfrm>
            <a:off x="3438525" y="2614613"/>
            <a:ext cx="5486400" cy="457200"/>
          </a:xfrm>
          <a:prstGeom prst="rect">
            <a:avLst/>
          </a:prstGeom>
          <a:solidFill>
            <a:srgbClr val="1D306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eaLnBrk="1" hangingPunct="1">
              <a:defRPr/>
            </a:pPr>
            <a:r>
              <a:rPr lang="en-US" sz="2400" dirty="0">
                <a:latin typeface="+mj-lt"/>
              </a:rPr>
              <a:t>Increment </a:t>
            </a:r>
            <a:r>
              <a:rPr lang="en-US" sz="2400" dirty="0">
                <a:latin typeface="+mj-lt"/>
                <a:cs typeface="Courier New" pitchFamily="49" charset="0"/>
                <a:sym typeface="Wingdings" pitchFamily="2" charset="2"/>
              </a:rPr>
              <a:t>VC</a:t>
            </a:r>
            <a:r>
              <a:rPr lang="en-US" sz="2400" baseline="-25000" dirty="0">
                <a:latin typeface="+mj-lt"/>
                <a:cs typeface="Courier New" pitchFamily="49" charset="0"/>
                <a:sym typeface="Wingdings" pitchFamily="2" charset="2"/>
              </a:rPr>
              <a:t>i</a:t>
            </a:r>
            <a:r>
              <a:rPr lang="en-US" sz="2400" dirty="0">
                <a:latin typeface="+mj-lt"/>
              </a:rPr>
              <a:t> whenever a new event occurs</a:t>
            </a:r>
          </a:p>
        </p:txBody>
      </p:sp>
      <p:sp>
        <p:nvSpPr>
          <p:cNvPr id="6" name="Rectangle 5">
            <a:extLst>
              <a:ext uri="{FF2B5EF4-FFF2-40B4-BE49-F238E27FC236}">
                <a16:creationId xmlns:a16="http://schemas.microsoft.com/office/drawing/2014/main" xmlns="" id="{26E3FC19-A4E8-4E2F-9E4C-7CF42BB2E7A5}"/>
              </a:ext>
            </a:extLst>
          </p:cNvPr>
          <p:cNvSpPr/>
          <p:nvPr/>
        </p:nvSpPr>
        <p:spPr>
          <a:xfrm>
            <a:off x="3438525" y="4594382"/>
            <a:ext cx="5486400" cy="457200"/>
          </a:xfrm>
          <a:prstGeom prst="rect">
            <a:avLst/>
          </a:prstGeom>
          <a:solidFill>
            <a:srgbClr val="1D306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eaLnBrk="1" hangingPunct="1">
              <a:defRPr/>
            </a:pPr>
            <a:r>
              <a:rPr lang="en-US" sz="2400" dirty="0">
                <a:latin typeface="+mj-lt"/>
              </a:rPr>
              <a:t>Pass </a:t>
            </a:r>
            <a:r>
              <a:rPr lang="en-US" sz="2400" dirty="0" err="1">
                <a:latin typeface="+mj-lt"/>
                <a:cs typeface="Courier New" pitchFamily="49" charset="0"/>
                <a:sym typeface="Wingdings" pitchFamily="2" charset="2"/>
              </a:rPr>
              <a:t>VC</a:t>
            </a:r>
            <a:r>
              <a:rPr lang="en-US" sz="2400" baseline="-25000" dirty="0" err="1">
                <a:latin typeface="+mj-lt"/>
                <a:cs typeface="Courier New" pitchFamily="49" charset="0"/>
                <a:sym typeface="Wingdings" pitchFamily="2" charset="2"/>
              </a:rPr>
              <a:t>j</a:t>
            </a:r>
            <a:r>
              <a:rPr lang="en-US" sz="2400" dirty="0">
                <a:latin typeface="+mj-lt"/>
              </a:rPr>
              <a:t> along with the message </a:t>
            </a:r>
          </a:p>
        </p:txBody>
      </p:sp>
    </p:spTree>
    <p:extLst>
      <p:ext uri="{BB962C8B-B14F-4D97-AF65-F5344CB8AC3E}">
        <p14:creationId xmlns:p14="http://schemas.microsoft.com/office/powerpoint/2010/main" val="1141274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Vector Clock Update Algorithm</a:t>
            </a:r>
          </a:p>
        </p:txBody>
      </p:sp>
      <p:sp>
        <p:nvSpPr>
          <p:cNvPr id="7" name="Content Placeholder 2">
            <a:extLst>
              <a:ext uri="{FF2B5EF4-FFF2-40B4-BE49-F238E27FC236}">
                <a16:creationId xmlns:a16="http://schemas.microsoft.com/office/drawing/2014/main" xmlns="" id="{745FD4C7-BD68-48DB-849C-471857A4324E}"/>
              </a:ext>
            </a:extLst>
          </p:cNvPr>
          <p:cNvSpPr>
            <a:spLocks noGrp="1"/>
          </p:cNvSpPr>
          <p:nvPr>
            <p:ph idx="1"/>
          </p:nvPr>
        </p:nvSpPr>
        <p:spPr>
          <a:xfrm>
            <a:off x="12569" y="748663"/>
            <a:ext cx="12031793" cy="2877186"/>
          </a:xfrm>
        </p:spPr>
        <p:txBody>
          <a:bodyPr/>
          <a:lstStyle/>
          <a:p>
            <a:pPr>
              <a:lnSpc>
                <a:spcPct val="100000"/>
              </a:lnSpc>
              <a:spcBef>
                <a:spcPts val="200"/>
              </a:spcBef>
              <a:spcAft>
                <a:spcPts val="200"/>
              </a:spcAft>
            </a:pPr>
            <a:r>
              <a:rPr lang="en-US" altLang="en-US" dirty="0">
                <a:latin typeface="+mj-lt"/>
              </a:rPr>
              <a:t>Whenever there is a new event at </a:t>
            </a:r>
            <a:r>
              <a:rPr lang="en-US" altLang="en-US" b="1" dirty="0">
                <a:latin typeface="+mj-lt"/>
                <a:cs typeface="Courier New" panose="02070309020205020404" pitchFamily="49" charset="0"/>
                <a:sym typeface="Wingdings" panose="05000000000000000000" pitchFamily="2" charset="2"/>
              </a:rPr>
              <a:t>P</a:t>
            </a:r>
            <a:r>
              <a:rPr lang="en-US" altLang="en-US" b="1" baseline="-25000" dirty="0">
                <a:latin typeface="+mj-lt"/>
                <a:cs typeface="Courier New" panose="02070309020205020404" pitchFamily="49" charset="0"/>
                <a:sym typeface="Wingdings" panose="05000000000000000000" pitchFamily="2" charset="2"/>
              </a:rPr>
              <a:t>i</a:t>
            </a:r>
            <a:r>
              <a:rPr lang="en-US" altLang="en-US" dirty="0">
                <a:latin typeface="+mj-lt"/>
              </a:rPr>
              <a:t>, increment </a:t>
            </a:r>
            <a:r>
              <a:rPr lang="en-US" altLang="en-US" b="1" dirty="0" err="1">
                <a:latin typeface="+mj-lt"/>
                <a:cs typeface="Courier New" panose="02070309020205020404" pitchFamily="49" charset="0"/>
                <a:sym typeface="Wingdings" panose="05000000000000000000" pitchFamily="2" charset="2"/>
              </a:rPr>
              <a:t>VC</a:t>
            </a:r>
            <a:r>
              <a:rPr lang="en-US" altLang="en-US" b="1" baseline="-25000" dirty="0" err="1">
                <a:latin typeface="+mj-lt"/>
                <a:cs typeface="Courier New" panose="02070309020205020404" pitchFamily="49" charset="0"/>
                <a:sym typeface="Wingdings" panose="05000000000000000000" pitchFamily="2" charset="2"/>
              </a:rPr>
              <a:t>i</a:t>
            </a:r>
            <a:r>
              <a:rPr lang="en-US" altLang="en-US" b="1" dirty="0">
                <a:latin typeface="+mj-lt"/>
                <a:cs typeface="Courier New" panose="02070309020205020404" pitchFamily="49" charset="0"/>
                <a:sym typeface="Wingdings" panose="05000000000000000000" pitchFamily="2" charset="2"/>
              </a:rPr>
              <a:t>[i]</a:t>
            </a:r>
          </a:p>
          <a:p>
            <a:pPr>
              <a:lnSpc>
                <a:spcPct val="100000"/>
              </a:lnSpc>
              <a:spcBef>
                <a:spcPts val="200"/>
              </a:spcBef>
              <a:spcAft>
                <a:spcPts val="200"/>
              </a:spcAft>
            </a:pPr>
            <a:r>
              <a:rPr lang="en-US" altLang="en-US" dirty="0">
                <a:latin typeface="+mj-lt"/>
              </a:rPr>
              <a:t>When a process </a:t>
            </a:r>
            <a:r>
              <a:rPr lang="en-US" altLang="en-US" b="1" dirty="0">
                <a:latin typeface="+mj-lt"/>
                <a:cs typeface="Courier New" panose="02070309020205020404" pitchFamily="49" charset="0"/>
                <a:sym typeface="Wingdings" panose="05000000000000000000" pitchFamily="2" charset="2"/>
              </a:rPr>
              <a:t>P</a:t>
            </a:r>
            <a:r>
              <a:rPr lang="en-US" altLang="en-US" b="1" baseline="-25000" dirty="0">
                <a:latin typeface="+mj-lt"/>
                <a:cs typeface="Courier New" panose="02070309020205020404" pitchFamily="49" charset="0"/>
                <a:sym typeface="Wingdings" panose="05000000000000000000" pitchFamily="2" charset="2"/>
              </a:rPr>
              <a:t>i</a:t>
            </a:r>
            <a:r>
              <a:rPr lang="en-US" altLang="en-US" dirty="0">
                <a:latin typeface="+mj-lt"/>
              </a:rPr>
              <a:t> sends a message </a:t>
            </a:r>
            <a:r>
              <a:rPr lang="en-US" altLang="en-US" b="1" dirty="0">
                <a:latin typeface="+mj-lt"/>
                <a:cs typeface="Courier New" panose="02070309020205020404" pitchFamily="49" charset="0"/>
              </a:rPr>
              <a:t>m</a:t>
            </a:r>
            <a:r>
              <a:rPr lang="en-US" altLang="en-US" dirty="0">
                <a:latin typeface="+mj-lt"/>
              </a:rPr>
              <a:t> to </a:t>
            </a:r>
            <a:r>
              <a:rPr lang="en-US" altLang="en-US" b="1" dirty="0">
                <a:latin typeface="+mj-lt"/>
                <a:cs typeface="Courier New" panose="02070309020205020404" pitchFamily="49" charset="0"/>
                <a:sym typeface="Wingdings" panose="05000000000000000000" pitchFamily="2" charset="2"/>
              </a:rPr>
              <a:t>P</a:t>
            </a:r>
            <a:r>
              <a:rPr lang="en-US" altLang="en-US" b="1" baseline="-25000" dirty="0">
                <a:latin typeface="+mj-lt"/>
                <a:cs typeface="Courier New" panose="02070309020205020404" pitchFamily="49" charset="0"/>
                <a:sym typeface="Wingdings" panose="05000000000000000000" pitchFamily="2" charset="2"/>
              </a:rPr>
              <a:t>j</a:t>
            </a:r>
            <a:r>
              <a:rPr lang="en-US" altLang="en-US" dirty="0">
                <a:latin typeface="+mj-lt"/>
                <a:sym typeface="Wingdings" panose="05000000000000000000" pitchFamily="2" charset="2"/>
              </a:rPr>
              <a:t>:</a:t>
            </a:r>
          </a:p>
          <a:p>
            <a:pPr lvl="1">
              <a:lnSpc>
                <a:spcPct val="100000"/>
              </a:lnSpc>
              <a:spcBef>
                <a:spcPts val="200"/>
              </a:spcBef>
              <a:spcAft>
                <a:spcPts val="200"/>
              </a:spcAft>
              <a:buFont typeface="Wingdings" panose="05000000000000000000" pitchFamily="2" charset="2"/>
              <a:buChar char="§"/>
            </a:pPr>
            <a:r>
              <a:rPr lang="en-US" altLang="en-US" sz="2400" dirty="0">
                <a:latin typeface="+mj-lt"/>
                <a:ea typeface="Arial" panose="020B0604020202020204" pitchFamily="34" charset="0"/>
                <a:sym typeface="Wingdings" panose="05000000000000000000" pitchFamily="2" charset="2"/>
              </a:rPr>
              <a:t>Increment  </a:t>
            </a:r>
            <a:r>
              <a:rPr lang="en-US" altLang="en-US" sz="2400" b="1" dirty="0" err="1">
                <a:latin typeface="+mj-lt"/>
                <a:ea typeface="MS PGothic" panose="020B0600070205080204" pitchFamily="34" charset="-128"/>
                <a:sym typeface="Wingdings" panose="05000000000000000000" pitchFamily="2" charset="2"/>
              </a:rPr>
              <a:t>VC</a:t>
            </a:r>
            <a:r>
              <a:rPr lang="en-US" altLang="en-US" sz="2400" b="1" baseline="-25000" dirty="0" err="1">
                <a:latin typeface="+mj-lt"/>
                <a:ea typeface="MS PGothic" panose="020B0600070205080204" pitchFamily="34" charset="-128"/>
                <a:sym typeface="Wingdings" panose="05000000000000000000" pitchFamily="2" charset="2"/>
              </a:rPr>
              <a:t>i</a:t>
            </a:r>
            <a:r>
              <a:rPr lang="en-US" altLang="en-US" sz="2400" b="1" dirty="0">
                <a:latin typeface="+mj-lt"/>
                <a:ea typeface="MS PGothic" panose="020B0600070205080204" pitchFamily="34" charset="-128"/>
                <a:sym typeface="Wingdings" panose="05000000000000000000" pitchFamily="2" charset="2"/>
              </a:rPr>
              <a:t>[i]</a:t>
            </a:r>
            <a:endParaRPr lang="en-US" altLang="en-US" sz="2400" b="1" dirty="0">
              <a:latin typeface="+mj-lt"/>
              <a:ea typeface="Arial" panose="020B0604020202020204" pitchFamily="34" charset="0"/>
              <a:sym typeface="Wingdings" panose="05000000000000000000" pitchFamily="2" charset="2"/>
            </a:endParaRPr>
          </a:p>
          <a:p>
            <a:pPr lvl="1">
              <a:lnSpc>
                <a:spcPct val="100000"/>
              </a:lnSpc>
              <a:spcBef>
                <a:spcPts val="200"/>
              </a:spcBef>
              <a:spcAft>
                <a:spcPts val="200"/>
              </a:spcAft>
              <a:buFont typeface="Wingdings" panose="05000000000000000000" pitchFamily="2" charset="2"/>
              <a:buChar char="§"/>
            </a:pPr>
            <a:r>
              <a:rPr lang="en-US" altLang="en-US" sz="2400" dirty="0">
                <a:latin typeface="+mj-lt"/>
                <a:ea typeface="Arial" panose="020B0604020202020204" pitchFamily="34" charset="0"/>
              </a:rPr>
              <a:t>Set  </a:t>
            </a:r>
            <a:r>
              <a:rPr lang="en-US" altLang="en-US" sz="2400" b="1" dirty="0">
                <a:latin typeface="+mj-lt"/>
                <a:ea typeface="MS PGothic" panose="020B0600070205080204" pitchFamily="34" charset="-128"/>
              </a:rPr>
              <a:t>m</a:t>
            </a:r>
            <a:r>
              <a:rPr lang="en-US" altLang="en-US" sz="2400" dirty="0">
                <a:latin typeface="+mj-lt"/>
                <a:ea typeface="Arial" panose="020B0604020202020204" pitchFamily="34" charset="0"/>
              </a:rPr>
              <a:t>’s timestamp  </a:t>
            </a:r>
            <a:r>
              <a:rPr lang="en-US" altLang="en-US" sz="2400" b="1" dirty="0" err="1">
                <a:latin typeface="+mj-lt"/>
                <a:ea typeface="MS PGothic" panose="020B0600070205080204" pitchFamily="34" charset="-128"/>
              </a:rPr>
              <a:t>ts</a:t>
            </a:r>
            <a:r>
              <a:rPr lang="en-US" altLang="en-US" sz="2400" b="1" dirty="0">
                <a:latin typeface="+mj-lt"/>
                <a:ea typeface="MS PGothic" panose="020B0600070205080204" pitchFamily="34" charset="-128"/>
              </a:rPr>
              <a:t>(m)</a:t>
            </a:r>
            <a:r>
              <a:rPr lang="en-US" altLang="en-US" sz="2400" dirty="0">
                <a:latin typeface="+mj-lt"/>
                <a:ea typeface="Arial" panose="020B0604020202020204" pitchFamily="34" charset="0"/>
              </a:rPr>
              <a:t> to the vector </a:t>
            </a:r>
            <a:r>
              <a:rPr lang="en-US" altLang="en-US" sz="2400" b="1" dirty="0" err="1">
                <a:latin typeface="+mj-lt"/>
                <a:ea typeface="MS PGothic" panose="020B0600070205080204" pitchFamily="34" charset="-128"/>
                <a:sym typeface="Wingdings" panose="05000000000000000000" pitchFamily="2" charset="2"/>
              </a:rPr>
              <a:t>VC</a:t>
            </a:r>
            <a:r>
              <a:rPr lang="en-US" altLang="en-US" sz="2400" b="1" baseline="-25000" dirty="0" err="1">
                <a:latin typeface="+mj-lt"/>
                <a:ea typeface="MS PGothic" panose="020B0600070205080204" pitchFamily="34" charset="-128"/>
                <a:sym typeface="Wingdings" panose="05000000000000000000" pitchFamily="2" charset="2"/>
              </a:rPr>
              <a:t>i</a:t>
            </a:r>
            <a:endParaRPr lang="en-US" altLang="en-US" sz="2400" b="1" dirty="0">
              <a:latin typeface="+mj-lt"/>
              <a:ea typeface="MS PGothic" panose="020B0600070205080204" pitchFamily="34" charset="-128"/>
              <a:sym typeface="Wingdings" panose="05000000000000000000" pitchFamily="2" charset="2"/>
            </a:endParaRPr>
          </a:p>
          <a:p>
            <a:pPr>
              <a:lnSpc>
                <a:spcPct val="100000"/>
              </a:lnSpc>
              <a:spcBef>
                <a:spcPts val="200"/>
              </a:spcBef>
              <a:spcAft>
                <a:spcPts val="200"/>
              </a:spcAft>
            </a:pPr>
            <a:r>
              <a:rPr lang="en-US" altLang="en-US" dirty="0">
                <a:latin typeface="+mj-lt"/>
              </a:rPr>
              <a:t>When message </a:t>
            </a:r>
            <a:r>
              <a:rPr lang="en-US" altLang="en-US" dirty="0">
                <a:latin typeface="+mj-lt"/>
                <a:cs typeface="Courier New" panose="02070309020205020404" pitchFamily="49" charset="0"/>
              </a:rPr>
              <a:t>m</a:t>
            </a:r>
            <a:r>
              <a:rPr lang="en-US" altLang="en-US" dirty="0">
                <a:latin typeface="+mj-lt"/>
              </a:rPr>
              <a:t> is received process </a:t>
            </a:r>
            <a:r>
              <a:rPr lang="en-US" altLang="en-US" b="1" dirty="0">
                <a:latin typeface="+mj-lt"/>
                <a:cs typeface="Courier New" panose="02070309020205020404" pitchFamily="49" charset="0"/>
                <a:sym typeface="Wingdings" panose="05000000000000000000" pitchFamily="2" charset="2"/>
              </a:rPr>
              <a:t>P</a:t>
            </a:r>
            <a:r>
              <a:rPr lang="en-US" altLang="en-US" b="1" baseline="-25000" dirty="0">
                <a:latin typeface="+mj-lt"/>
                <a:cs typeface="Courier New" panose="02070309020205020404" pitchFamily="49" charset="0"/>
                <a:sym typeface="Wingdings" panose="05000000000000000000" pitchFamily="2" charset="2"/>
              </a:rPr>
              <a:t>j</a:t>
            </a:r>
            <a:r>
              <a:rPr lang="en-US" altLang="en-US" dirty="0">
                <a:latin typeface="+mj-lt"/>
              </a:rPr>
              <a:t> :</a:t>
            </a:r>
          </a:p>
          <a:p>
            <a:pPr lvl="1">
              <a:lnSpc>
                <a:spcPct val="100000"/>
              </a:lnSpc>
              <a:spcBef>
                <a:spcPts val="200"/>
              </a:spcBef>
              <a:spcAft>
                <a:spcPts val="200"/>
              </a:spcAft>
              <a:buFont typeface="Wingdings" panose="05000000000000000000" pitchFamily="2" charset="2"/>
              <a:buChar char="§"/>
            </a:pPr>
            <a:r>
              <a:rPr lang="en-US" altLang="en-US" sz="2400" b="1" dirty="0" err="1">
                <a:latin typeface="+mj-lt"/>
                <a:ea typeface="MS PGothic" panose="020B0600070205080204" pitchFamily="34" charset="-128"/>
                <a:sym typeface="Wingdings" panose="05000000000000000000" pitchFamily="2" charset="2"/>
              </a:rPr>
              <a:t>VC</a:t>
            </a:r>
            <a:r>
              <a:rPr lang="en-US" altLang="en-US" sz="2400" b="1" baseline="-25000" dirty="0" err="1">
                <a:latin typeface="+mj-lt"/>
                <a:ea typeface="MS PGothic" panose="020B0600070205080204" pitchFamily="34" charset="-128"/>
                <a:sym typeface="Wingdings" panose="05000000000000000000" pitchFamily="2" charset="2"/>
              </a:rPr>
              <a:t>j</a:t>
            </a:r>
            <a:r>
              <a:rPr lang="en-US" altLang="en-US" sz="2400" b="1" dirty="0">
                <a:latin typeface="+mj-lt"/>
                <a:ea typeface="MS PGothic" panose="020B0600070205080204" pitchFamily="34" charset="-128"/>
                <a:sym typeface="Wingdings" panose="05000000000000000000" pitchFamily="2" charset="2"/>
              </a:rPr>
              <a:t>[k] = max(</a:t>
            </a:r>
            <a:r>
              <a:rPr lang="en-US" altLang="en-US" sz="2400" b="1" dirty="0" err="1">
                <a:latin typeface="+mj-lt"/>
                <a:ea typeface="MS PGothic" panose="020B0600070205080204" pitchFamily="34" charset="-128"/>
                <a:sym typeface="Wingdings" panose="05000000000000000000" pitchFamily="2" charset="2"/>
              </a:rPr>
              <a:t>VC</a:t>
            </a:r>
            <a:r>
              <a:rPr lang="en-US" altLang="en-US" sz="2400" b="1" baseline="-25000" dirty="0" err="1">
                <a:latin typeface="+mj-lt"/>
                <a:ea typeface="MS PGothic" panose="020B0600070205080204" pitchFamily="34" charset="-128"/>
                <a:sym typeface="Wingdings" panose="05000000000000000000" pitchFamily="2" charset="2"/>
              </a:rPr>
              <a:t>j</a:t>
            </a:r>
            <a:r>
              <a:rPr lang="en-US" altLang="en-US" sz="2400" b="1" dirty="0">
                <a:latin typeface="+mj-lt"/>
                <a:ea typeface="MS PGothic" panose="020B0600070205080204" pitchFamily="34" charset="-128"/>
                <a:sym typeface="Wingdings" panose="05000000000000000000" pitchFamily="2" charset="2"/>
              </a:rPr>
              <a:t>[k], </a:t>
            </a:r>
            <a:r>
              <a:rPr lang="en-US" altLang="en-US" sz="2400" b="1" dirty="0" err="1">
                <a:latin typeface="+mj-lt"/>
                <a:ea typeface="MS PGothic" panose="020B0600070205080204" pitchFamily="34" charset="-128"/>
                <a:sym typeface="Wingdings" panose="05000000000000000000" pitchFamily="2" charset="2"/>
              </a:rPr>
              <a:t>ts</a:t>
            </a:r>
            <a:r>
              <a:rPr lang="en-US" altLang="en-US" sz="2400" b="1" dirty="0">
                <a:latin typeface="+mj-lt"/>
                <a:ea typeface="MS PGothic" panose="020B0600070205080204" pitchFamily="34" charset="-128"/>
                <a:sym typeface="Wingdings" panose="05000000000000000000" pitchFamily="2" charset="2"/>
              </a:rPr>
              <a:t>(m)[k]) </a:t>
            </a:r>
            <a:r>
              <a:rPr lang="en-US" altLang="en-US" sz="2400" dirty="0">
                <a:latin typeface="+mj-lt"/>
                <a:ea typeface="MS PGothic" panose="020B0600070205080204" pitchFamily="34" charset="-128"/>
                <a:sym typeface="Wingdings" panose="05000000000000000000" pitchFamily="2" charset="2"/>
              </a:rPr>
              <a:t>; </a:t>
            </a:r>
            <a:r>
              <a:rPr lang="en-US" altLang="en-US" sz="2400" dirty="0">
                <a:latin typeface="+mj-lt"/>
                <a:ea typeface="Arial" panose="020B0604020202020204" pitchFamily="34" charset="0"/>
              </a:rPr>
              <a:t>(for all </a:t>
            </a:r>
            <a:r>
              <a:rPr lang="en-US" altLang="en-US" sz="2400" b="1" dirty="0">
                <a:latin typeface="+mj-lt"/>
                <a:ea typeface="MS PGothic" panose="020B0600070205080204" pitchFamily="34" charset="-128"/>
                <a:sym typeface="Wingdings" panose="05000000000000000000" pitchFamily="2" charset="2"/>
              </a:rPr>
              <a:t>k</a:t>
            </a:r>
            <a:r>
              <a:rPr lang="en-US" altLang="en-US" sz="2400" dirty="0">
                <a:latin typeface="+mj-lt"/>
                <a:ea typeface="MS PGothic" panose="020B0600070205080204" pitchFamily="34" charset="-128"/>
                <a:sym typeface="Wingdings" panose="05000000000000000000" pitchFamily="2" charset="2"/>
              </a:rPr>
              <a:t>)</a:t>
            </a:r>
            <a:endParaRPr lang="en-US" altLang="en-US" sz="2400" dirty="0">
              <a:latin typeface="+mj-lt"/>
              <a:ea typeface="Arial" panose="020B0604020202020204" pitchFamily="34" charset="0"/>
              <a:sym typeface="Wingdings" panose="05000000000000000000" pitchFamily="2" charset="2"/>
            </a:endParaRPr>
          </a:p>
          <a:p>
            <a:pPr lvl="1">
              <a:lnSpc>
                <a:spcPct val="100000"/>
              </a:lnSpc>
              <a:spcBef>
                <a:spcPts val="200"/>
              </a:spcBef>
              <a:spcAft>
                <a:spcPts val="200"/>
              </a:spcAft>
              <a:buFont typeface="Wingdings" panose="05000000000000000000" pitchFamily="2" charset="2"/>
              <a:buChar char="§"/>
            </a:pPr>
            <a:r>
              <a:rPr lang="en-US" altLang="en-US" sz="2400" dirty="0">
                <a:latin typeface="+mj-lt"/>
                <a:ea typeface="Arial" panose="020B0604020202020204" pitchFamily="34" charset="0"/>
                <a:sym typeface="Wingdings" panose="05000000000000000000" pitchFamily="2" charset="2"/>
              </a:rPr>
              <a:t>Increment  </a:t>
            </a:r>
            <a:r>
              <a:rPr lang="en-US" altLang="en-US" sz="2400" b="1" dirty="0" err="1">
                <a:latin typeface="+mj-lt"/>
                <a:ea typeface="MS PGothic" panose="020B0600070205080204" pitchFamily="34" charset="-128"/>
                <a:sym typeface="Wingdings" panose="05000000000000000000" pitchFamily="2" charset="2"/>
              </a:rPr>
              <a:t>VC</a:t>
            </a:r>
            <a:r>
              <a:rPr lang="en-US" altLang="en-US" sz="2400" b="1" baseline="-25000" dirty="0" err="1">
                <a:latin typeface="+mj-lt"/>
                <a:ea typeface="MS PGothic" panose="020B0600070205080204" pitchFamily="34" charset="-128"/>
                <a:sym typeface="Wingdings" panose="05000000000000000000" pitchFamily="2" charset="2"/>
              </a:rPr>
              <a:t>j</a:t>
            </a:r>
            <a:r>
              <a:rPr lang="en-US" altLang="en-US" sz="2400" b="1" dirty="0">
                <a:latin typeface="+mj-lt"/>
                <a:ea typeface="MS PGothic" panose="020B0600070205080204" pitchFamily="34" charset="-128"/>
                <a:sym typeface="Wingdings" panose="05000000000000000000" pitchFamily="2" charset="2"/>
              </a:rPr>
              <a:t>[j]</a:t>
            </a:r>
          </a:p>
          <a:p>
            <a:pPr>
              <a:lnSpc>
                <a:spcPct val="100000"/>
              </a:lnSpc>
              <a:spcBef>
                <a:spcPts val="200"/>
              </a:spcBef>
              <a:spcAft>
                <a:spcPts val="200"/>
              </a:spcAft>
            </a:pPr>
            <a:endParaRPr lang="en-US" altLang="en-US" sz="2400" dirty="0">
              <a:latin typeface="Courier New" panose="02070309020205020404" pitchFamily="49" charset="0"/>
              <a:cs typeface="Courier New" panose="02070309020205020404" pitchFamily="49" charset="0"/>
              <a:sym typeface="Wingdings" panose="05000000000000000000" pitchFamily="2" charset="2"/>
            </a:endParaRPr>
          </a:p>
          <a:p>
            <a:pPr>
              <a:lnSpc>
                <a:spcPct val="100000"/>
              </a:lnSpc>
              <a:spcBef>
                <a:spcPts val="200"/>
              </a:spcBef>
              <a:spcAft>
                <a:spcPts val="200"/>
              </a:spcAft>
            </a:pPr>
            <a:endParaRPr lang="en-US" altLang="en-US" sz="2400" dirty="0"/>
          </a:p>
        </p:txBody>
      </p:sp>
      <p:cxnSp>
        <p:nvCxnSpPr>
          <p:cNvPr id="8" name="Straight Connector 7">
            <a:extLst>
              <a:ext uri="{FF2B5EF4-FFF2-40B4-BE49-F238E27FC236}">
                <a16:creationId xmlns:a16="http://schemas.microsoft.com/office/drawing/2014/main" xmlns="" id="{45CDCBAB-F794-41FB-9A2A-F3BE7DBCE8A3}"/>
              </a:ext>
            </a:extLst>
          </p:cNvPr>
          <p:cNvCxnSpPr/>
          <p:nvPr/>
        </p:nvCxnSpPr>
        <p:spPr>
          <a:xfrm>
            <a:off x="2109784" y="4500559"/>
            <a:ext cx="5334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xmlns="" id="{44651E63-EB7B-4208-B5A6-E4F12EC9C4F0}"/>
              </a:ext>
            </a:extLst>
          </p:cNvPr>
          <p:cNvCxnSpPr/>
          <p:nvPr/>
        </p:nvCxnSpPr>
        <p:spPr>
          <a:xfrm>
            <a:off x="2109784" y="5240335"/>
            <a:ext cx="5334000" cy="22225"/>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xmlns="" id="{4B5312B4-AA0B-47BC-83C2-D8F8EB5227C2}"/>
              </a:ext>
            </a:extLst>
          </p:cNvPr>
          <p:cNvCxnSpPr/>
          <p:nvPr/>
        </p:nvCxnSpPr>
        <p:spPr>
          <a:xfrm>
            <a:off x="2109784" y="5948359"/>
            <a:ext cx="5961529" cy="0"/>
          </a:xfrm>
          <a:prstGeom prst="line">
            <a:avLst/>
          </a:prstGeom>
          <a:ln w="28575">
            <a:solidFill>
              <a:srgbClr val="1D3064"/>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xmlns="" id="{6058704B-A0E2-4A55-B725-F5EA530469B7}"/>
              </a:ext>
            </a:extLst>
          </p:cNvPr>
          <p:cNvSpPr txBox="1">
            <a:spLocks noChangeArrowheads="1"/>
          </p:cNvSpPr>
          <p:nvPr/>
        </p:nvSpPr>
        <p:spPr bwMode="auto">
          <a:xfrm>
            <a:off x="1414453" y="4325934"/>
            <a:ext cx="533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3200">
                <a:solidFill>
                  <a:srgbClr val="808080"/>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2400" b="1" dirty="0">
                <a:solidFill>
                  <a:schemeClr val="tx1"/>
                </a:solidFill>
                <a:latin typeface="+mj-lt"/>
              </a:rPr>
              <a:t>P</a:t>
            </a:r>
            <a:r>
              <a:rPr lang="en-US" altLang="en-US" sz="2400" b="1" baseline="-25000" dirty="0">
                <a:solidFill>
                  <a:schemeClr val="tx1"/>
                </a:solidFill>
                <a:latin typeface="+mj-lt"/>
              </a:rPr>
              <a:t>0</a:t>
            </a:r>
            <a:endParaRPr lang="en-US" altLang="en-US" sz="2400" b="1" dirty="0">
              <a:solidFill>
                <a:schemeClr val="tx1"/>
              </a:solidFill>
              <a:latin typeface="+mj-lt"/>
            </a:endParaRPr>
          </a:p>
        </p:txBody>
      </p:sp>
      <p:sp>
        <p:nvSpPr>
          <p:cNvPr id="12" name="TextBox 11">
            <a:extLst>
              <a:ext uri="{FF2B5EF4-FFF2-40B4-BE49-F238E27FC236}">
                <a16:creationId xmlns:a16="http://schemas.microsoft.com/office/drawing/2014/main" xmlns="" id="{1BC3F428-6060-42A9-B7EC-C2E457EC0F14}"/>
              </a:ext>
            </a:extLst>
          </p:cNvPr>
          <p:cNvSpPr txBox="1">
            <a:spLocks noChangeArrowheads="1"/>
          </p:cNvSpPr>
          <p:nvPr/>
        </p:nvSpPr>
        <p:spPr bwMode="auto">
          <a:xfrm>
            <a:off x="1414453" y="5065709"/>
            <a:ext cx="533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3200">
                <a:solidFill>
                  <a:srgbClr val="808080"/>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2400" b="1" dirty="0">
                <a:solidFill>
                  <a:schemeClr val="accent6"/>
                </a:solidFill>
                <a:latin typeface="+mj-lt"/>
              </a:rPr>
              <a:t>P</a:t>
            </a:r>
            <a:r>
              <a:rPr lang="en-US" altLang="en-US" sz="2400" b="1" baseline="-25000" dirty="0">
                <a:solidFill>
                  <a:schemeClr val="accent6"/>
                </a:solidFill>
                <a:latin typeface="+mj-lt"/>
              </a:rPr>
              <a:t>1</a:t>
            </a:r>
            <a:endParaRPr lang="en-US" altLang="en-US" sz="2400" b="1" dirty="0">
              <a:solidFill>
                <a:schemeClr val="accent6"/>
              </a:solidFill>
              <a:latin typeface="+mj-lt"/>
            </a:endParaRPr>
          </a:p>
        </p:txBody>
      </p:sp>
      <p:sp>
        <p:nvSpPr>
          <p:cNvPr id="13" name="TextBox 12">
            <a:extLst>
              <a:ext uri="{FF2B5EF4-FFF2-40B4-BE49-F238E27FC236}">
                <a16:creationId xmlns:a16="http://schemas.microsoft.com/office/drawing/2014/main" xmlns="" id="{6ADE64DC-18CD-4966-B2CC-7C4872B55AB7}"/>
              </a:ext>
            </a:extLst>
          </p:cNvPr>
          <p:cNvSpPr txBox="1">
            <a:spLocks noChangeArrowheads="1"/>
          </p:cNvSpPr>
          <p:nvPr/>
        </p:nvSpPr>
        <p:spPr bwMode="auto">
          <a:xfrm>
            <a:off x="1414453" y="5762623"/>
            <a:ext cx="533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3200">
                <a:solidFill>
                  <a:srgbClr val="808080"/>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2400" b="1" dirty="0">
                <a:solidFill>
                  <a:srgbClr val="1D3064"/>
                </a:solidFill>
                <a:latin typeface="+mj-lt"/>
              </a:rPr>
              <a:t>P</a:t>
            </a:r>
            <a:r>
              <a:rPr lang="en-US" altLang="en-US" sz="2400" b="1" baseline="-25000" dirty="0">
                <a:solidFill>
                  <a:srgbClr val="1D3064"/>
                </a:solidFill>
                <a:latin typeface="+mj-lt"/>
              </a:rPr>
              <a:t>2</a:t>
            </a:r>
            <a:endParaRPr lang="en-US" altLang="en-US" sz="2400" b="1" dirty="0">
              <a:solidFill>
                <a:srgbClr val="1D3064"/>
              </a:solidFill>
              <a:latin typeface="+mj-lt"/>
            </a:endParaRPr>
          </a:p>
        </p:txBody>
      </p:sp>
      <p:sp>
        <p:nvSpPr>
          <p:cNvPr id="14" name="TextBox 13">
            <a:extLst>
              <a:ext uri="{FF2B5EF4-FFF2-40B4-BE49-F238E27FC236}">
                <a16:creationId xmlns:a16="http://schemas.microsoft.com/office/drawing/2014/main" xmlns="" id="{8380A400-E418-47CB-BDEC-E74A5CD4B93B}"/>
              </a:ext>
            </a:extLst>
          </p:cNvPr>
          <p:cNvSpPr txBox="1">
            <a:spLocks noChangeArrowheads="1"/>
          </p:cNvSpPr>
          <p:nvPr/>
        </p:nvSpPr>
        <p:spPr bwMode="auto">
          <a:xfrm>
            <a:off x="4776784" y="4127498"/>
            <a:ext cx="13716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2"/>
              </a:buBlip>
              <a:defRPr sz="3200">
                <a:solidFill>
                  <a:srgbClr val="808080"/>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2000" dirty="0">
                <a:solidFill>
                  <a:schemeClr val="tx1"/>
                </a:solidFill>
                <a:latin typeface="+mj-lt"/>
              </a:rPr>
              <a:t>VC</a:t>
            </a:r>
            <a:r>
              <a:rPr lang="en-US" altLang="en-US" sz="2000" baseline="-25000" dirty="0">
                <a:solidFill>
                  <a:schemeClr val="tx1"/>
                </a:solidFill>
                <a:latin typeface="+mj-lt"/>
              </a:rPr>
              <a:t>0</a:t>
            </a:r>
            <a:r>
              <a:rPr lang="en-US" altLang="en-US" sz="2000" dirty="0">
                <a:solidFill>
                  <a:schemeClr val="tx1"/>
                </a:solidFill>
                <a:latin typeface="+mj-lt"/>
              </a:rPr>
              <a:t>=(1,0,0)</a:t>
            </a:r>
            <a:endParaRPr lang="en-US" altLang="en-US" sz="2000" baseline="-25000" dirty="0">
              <a:solidFill>
                <a:schemeClr val="tx1"/>
              </a:solidFill>
              <a:latin typeface="+mj-lt"/>
            </a:endParaRPr>
          </a:p>
        </p:txBody>
      </p:sp>
      <p:cxnSp>
        <p:nvCxnSpPr>
          <p:cNvPr id="15" name="Straight Connector 14">
            <a:extLst>
              <a:ext uri="{FF2B5EF4-FFF2-40B4-BE49-F238E27FC236}">
                <a16:creationId xmlns:a16="http://schemas.microsoft.com/office/drawing/2014/main" xmlns="" id="{D56507C0-C2FF-4512-B30E-F207D3610577}"/>
              </a:ext>
            </a:extLst>
          </p:cNvPr>
          <p:cNvCxnSpPr/>
          <p:nvPr/>
        </p:nvCxnSpPr>
        <p:spPr>
          <a:xfrm>
            <a:off x="4776784" y="4424359"/>
            <a:ext cx="0" cy="1524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xmlns="" id="{90FE361F-B263-4B7F-8239-2A8B020CC742}"/>
              </a:ext>
            </a:extLst>
          </p:cNvPr>
          <p:cNvSpPr txBox="1">
            <a:spLocks noChangeArrowheads="1"/>
          </p:cNvSpPr>
          <p:nvPr/>
        </p:nvSpPr>
        <p:spPr bwMode="auto">
          <a:xfrm>
            <a:off x="6529383" y="4127498"/>
            <a:ext cx="144779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2"/>
              </a:buBlip>
              <a:defRPr sz="3200">
                <a:solidFill>
                  <a:srgbClr val="808080"/>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2000" dirty="0">
                <a:solidFill>
                  <a:schemeClr val="tx1"/>
                </a:solidFill>
                <a:latin typeface="+mj-lt"/>
              </a:rPr>
              <a:t>VC</a:t>
            </a:r>
            <a:r>
              <a:rPr lang="en-US" altLang="en-US" sz="2000" baseline="-25000" dirty="0">
                <a:solidFill>
                  <a:schemeClr val="tx1"/>
                </a:solidFill>
                <a:latin typeface="+mj-lt"/>
              </a:rPr>
              <a:t>0</a:t>
            </a:r>
            <a:r>
              <a:rPr lang="en-US" altLang="en-US" sz="2000" dirty="0">
                <a:solidFill>
                  <a:schemeClr val="tx1"/>
                </a:solidFill>
                <a:latin typeface="+mj-lt"/>
              </a:rPr>
              <a:t>=(2,0,0)</a:t>
            </a:r>
            <a:endParaRPr lang="en-US" altLang="en-US" sz="2000" baseline="-25000" dirty="0">
              <a:solidFill>
                <a:schemeClr val="tx1"/>
              </a:solidFill>
              <a:latin typeface="+mj-lt"/>
            </a:endParaRPr>
          </a:p>
        </p:txBody>
      </p:sp>
      <p:cxnSp>
        <p:nvCxnSpPr>
          <p:cNvPr id="17" name="Straight Connector 16">
            <a:extLst>
              <a:ext uri="{FF2B5EF4-FFF2-40B4-BE49-F238E27FC236}">
                <a16:creationId xmlns:a16="http://schemas.microsoft.com/office/drawing/2014/main" xmlns="" id="{1BAEDCD0-A461-4117-BFED-3F630027D82A}"/>
              </a:ext>
            </a:extLst>
          </p:cNvPr>
          <p:cNvCxnSpPr/>
          <p:nvPr/>
        </p:nvCxnSpPr>
        <p:spPr>
          <a:xfrm>
            <a:off x="6529384" y="4424359"/>
            <a:ext cx="0" cy="1524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xmlns="" id="{1C618602-9FEA-41E0-9ED4-44DF06E63405}"/>
              </a:ext>
            </a:extLst>
          </p:cNvPr>
          <p:cNvCxnSpPr/>
          <p:nvPr/>
        </p:nvCxnSpPr>
        <p:spPr>
          <a:xfrm>
            <a:off x="6529384" y="4500559"/>
            <a:ext cx="533400" cy="762000"/>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xmlns="" id="{9CDFFCB5-2B3A-41B0-9D75-21BF9AE34691}"/>
              </a:ext>
            </a:extLst>
          </p:cNvPr>
          <p:cNvSpPr txBox="1">
            <a:spLocks noChangeArrowheads="1"/>
          </p:cNvSpPr>
          <p:nvPr/>
        </p:nvSpPr>
        <p:spPr bwMode="auto">
          <a:xfrm>
            <a:off x="2109784" y="4119559"/>
            <a:ext cx="14478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2"/>
              </a:buBlip>
              <a:defRPr sz="3200">
                <a:solidFill>
                  <a:srgbClr val="808080"/>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2000" dirty="0">
                <a:solidFill>
                  <a:schemeClr val="tx1"/>
                </a:solidFill>
                <a:latin typeface="+mj-lt"/>
              </a:rPr>
              <a:t>VC</a:t>
            </a:r>
            <a:r>
              <a:rPr lang="en-US" altLang="en-US" sz="2000" baseline="-25000" dirty="0">
                <a:solidFill>
                  <a:schemeClr val="tx1"/>
                </a:solidFill>
                <a:latin typeface="+mj-lt"/>
              </a:rPr>
              <a:t>0</a:t>
            </a:r>
            <a:r>
              <a:rPr lang="en-US" altLang="en-US" sz="2000" dirty="0">
                <a:solidFill>
                  <a:schemeClr val="tx1"/>
                </a:solidFill>
                <a:latin typeface="+mj-lt"/>
              </a:rPr>
              <a:t>=(0,0,0)</a:t>
            </a:r>
            <a:endParaRPr lang="en-US" altLang="en-US" sz="2000" baseline="-25000" dirty="0">
              <a:solidFill>
                <a:schemeClr val="tx1"/>
              </a:solidFill>
              <a:latin typeface="+mj-lt"/>
            </a:endParaRPr>
          </a:p>
        </p:txBody>
      </p:sp>
      <p:sp>
        <p:nvSpPr>
          <p:cNvPr id="20" name="TextBox 19">
            <a:extLst>
              <a:ext uri="{FF2B5EF4-FFF2-40B4-BE49-F238E27FC236}">
                <a16:creationId xmlns:a16="http://schemas.microsoft.com/office/drawing/2014/main" xmlns="" id="{1D927167-B365-4C04-917B-583F41A6A466}"/>
              </a:ext>
            </a:extLst>
          </p:cNvPr>
          <p:cNvSpPr txBox="1">
            <a:spLocks noChangeArrowheads="1"/>
          </p:cNvSpPr>
          <p:nvPr/>
        </p:nvSpPr>
        <p:spPr bwMode="auto">
          <a:xfrm>
            <a:off x="2109784" y="4859334"/>
            <a:ext cx="14478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2"/>
              </a:buBlip>
              <a:defRPr sz="3200">
                <a:solidFill>
                  <a:srgbClr val="808080"/>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2000" dirty="0">
                <a:solidFill>
                  <a:schemeClr val="accent6"/>
                </a:solidFill>
                <a:latin typeface="+mj-lt"/>
              </a:rPr>
              <a:t>VC</a:t>
            </a:r>
            <a:r>
              <a:rPr lang="en-US" altLang="en-US" sz="2000" baseline="-25000" dirty="0">
                <a:solidFill>
                  <a:schemeClr val="accent6"/>
                </a:solidFill>
                <a:latin typeface="+mj-lt"/>
              </a:rPr>
              <a:t>1</a:t>
            </a:r>
            <a:r>
              <a:rPr lang="en-US" altLang="en-US" sz="2000" dirty="0">
                <a:solidFill>
                  <a:schemeClr val="accent6"/>
                </a:solidFill>
                <a:latin typeface="+mj-lt"/>
              </a:rPr>
              <a:t>=(0,0,0)</a:t>
            </a:r>
            <a:endParaRPr lang="en-US" altLang="en-US" sz="2000" baseline="-25000" dirty="0">
              <a:solidFill>
                <a:schemeClr val="accent6"/>
              </a:solidFill>
              <a:latin typeface="+mj-lt"/>
            </a:endParaRPr>
          </a:p>
        </p:txBody>
      </p:sp>
      <p:sp>
        <p:nvSpPr>
          <p:cNvPr id="21" name="TextBox 20">
            <a:extLst>
              <a:ext uri="{FF2B5EF4-FFF2-40B4-BE49-F238E27FC236}">
                <a16:creationId xmlns:a16="http://schemas.microsoft.com/office/drawing/2014/main" xmlns="" id="{F8E2AD67-836C-4D8B-8530-98A1F05E3252}"/>
              </a:ext>
            </a:extLst>
          </p:cNvPr>
          <p:cNvSpPr txBox="1">
            <a:spLocks noChangeArrowheads="1"/>
          </p:cNvSpPr>
          <p:nvPr/>
        </p:nvSpPr>
        <p:spPr bwMode="auto">
          <a:xfrm>
            <a:off x="2109784" y="5575298"/>
            <a:ext cx="14478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2"/>
              </a:buBlip>
              <a:defRPr sz="3200">
                <a:solidFill>
                  <a:srgbClr val="808080"/>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2000">
                <a:solidFill>
                  <a:srgbClr val="1D3064"/>
                </a:solidFill>
                <a:latin typeface="+mj-lt"/>
              </a:rPr>
              <a:t>VC</a:t>
            </a:r>
            <a:r>
              <a:rPr lang="en-US" altLang="en-US" sz="2000" baseline="-25000">
                <a:solidFill>
                  <a:srgbClr val="1D3064"/>
                </a:solidFill>
                <a:latin typeface="+mj-lt"/>
              </a:rPr>
              <a:t>2</a:t>
            </a:r>
            <a:r>
              <a:rPr lang="en-US" altLang="en-US" sz="2000">
                <a:solidFill>
                  <a:srgbClr val="1D3064"/>
                </a:solidFill>
                <a:latin typeface="+mj-lt"/>
              </a:rPr>
              <a:t>=(0,0,0)</a:t>
            </a:r>
            <a:endParaRPr lang="en-US" altLang="en-US" sz="2000" baseline="-25000">
              <a:solidFill>
                <a:srgbClr val="1D3064"/>
              </a:solidFill>
              <a:latin typeface="+mj-lt"/>
            </a:endParaRPr>
          </a:p>
        </p:txBody>
      </p:sp>
      <p:cxnSp>
        <p:nvCxnSpPr>
          <p:cNvPr id="22" name="Straight Connector 21">
            <a:extLst>
              <a:ext uri="{FF2B5EF4-FFF2-40B4-BE49-F238E27FC236}">
                <a16:creationId xmlns:a16="http://schemas.microsoft.com/office/drawing/2014/main" xmlns="" id="{F95785E0-90E0-4304-B236-114F099975B8}"/>
              </a:ext>
            </a:extLst>
          </p:cNvPr>
          <p:cNvCxnSpPr/>
          <p:nvPr/>
        </p:nvCxnSpPr>
        <p:spPr>
          <a:xfrm>
            <a:off x="2109784" y="4424359"/>
            <a:ext cx="0" cy="1524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xmlns="" id="{58AF56EC-97B4-45F7-A009-C5BD198C540F}"/>
              </a:ext>
            </a:extLst>
          </p:cNvPr>
          <p:cNvCxnSpPr/>
          <p:nvPr/>
        </p:nvCxnSpPr>
        <p:spPr>
          <a:xfrm>
            <a:off x="2109784" y="5164134"/>
            <a:ext cx="0" cy="15240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xmlns="" id="{9B23ADA0-5D83-4CCC-B17A-16C00634776B}"/>
              </a:ext>
            </a:extLst>
          </p:cNvPr>
          <p:cNvCxnSpPr/>
          <p:nvPr/>
        </p:nvCxnSpPr>
        <p:spPr>
          <a:xfrm>
            <a:off x="2109784" y="5872159"/>
            <a:ext cx="0" cy="152400"/>
          </a:xfrm>
          <a:prstGeom prst="line">
            <a:avLst/>
          </a:prstGeom>
          <a:ln w="28575">
            <a:solidFill>
              <a:srgbClr val="1D3064"/>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xmlns="" id="{119465E8-3E59-4DD8-A223-E30B018067B6}"/>
              </a:ext>
            </a:extLst>
          </p:cNvPr>
          <p:cNvCxnSpPr/>
          <p:nvPr/>
        </p:nvCxnSpPr>
        <p:spPr>
          <a:xfrm>
            <a:off x="7062784" y="5186359"/>
            <a:ext cx="0" cy="15240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xmlns="" id="{B2708366-5714-4CB9-B45F-2611BBD1EDFB}"/>
              </a:ext>
            </a:extLst>
          </p:cNvPr>
          <p:cNvSpPr/>
          <p:nvPr/>
        </p:nvSpPr>
        <p:spPr>
          <a:xfrm>
            <a:off x="5319696" y="4696115"/>
            <a:ext cx="1304928" cy="461665"/>
          </a:xfrm>
          <a:prstGeom prst="rect">
            <a:avLst/>
          </a:prstGeom>
          <a:solidFill>
            <a:srgbClr val="1D3064"/>
          </a:solidFill>
          <a:ln>
            <a:noFill/>
          </a:ln>
        </p:spPr>
        <p:style>
          <a:lnRef idx="2">
            <a:schemeClr val="accent6"/>
          </a:lnRef>
          <a:fillRef idx="1">
            <a:schemeClr val="lt1"/>
          </a:fillRef>
          <a:effectRef idx="0">
            <a:schemeClr val="accent6"/>
          </a:effectRef>
          <a:fontRef idx="minor">
            <a:schemeClr val="dk1"/>
          </a:fontRef>
        </p:style>
        <p:txBody>
          <a:bodyPr wrap="square">
            <a:spAutoFit/>
          </a:bodyPr>
          <a:lstStyle/>
          <a:p>
            <a:pPr eaLnBrk="1" hangingPunct="1">
              <a:defRPr/>
            </a:pPr>
            <a:r>
              <a:rPr lang="en-US" sz="2400" dirty="0">
                <a:solidFill>
                  <a:schemeClr val="bg1"/>
                </a:solidFill>
                <a:latin typeface="+mj-lt"/>
              </a:rPr>
              <a:t>m</a:t>
            </a:r>
            <a:r>
              <a:rPr lang="en-US" sz="2400" dirty="0">
                <a:solidFill>
                  <a:schemeClr val="bg1"/>
                </a:solidFill>
                <a:latin typeface="+mj-lt"/>
                <a:sym typeface="Wingdings" pitchFamily="2" charset="2"/>
              </a:rPr>
              <a:t>:(</a:t>
            </a:r>
            <a:r>
              <a:rPr lang="en-US" sz="2400" dirty="0">
                <a:solidFill>
                  <a:schemeClr val="bg1"/>
                </a:solidFill>
                <a:latin typeface="+mj-lt"/>
              </a:rPr>
              <a:t>2,0,0)</a:t>
            </a:r>
            <a:r>
              <a:rPr lang="en-US" sz="2400" dirty="0">
                <a:solidFill>
                  <a:schemeClr val="bg1"/>
                </a:solidFill>
                <a:latin typeface="+mj-lt"/>
                <a:cs typeface="Courier New" pitchFamily="49" charset="0"/>
              </a:rPr>
              <a:t> </a:t>
            </a:r>
            <a:endParaRPr lang="en-US" sz="2400" dirty="0">
              <a:solidFill>
                <a:schemeClr val="bg1"/>
              </a:solidFill>
              <a:latin typeface="+mj-lt"/>
            </a:endParaRPr>
          </a:p>
        </p:txBody>
      </p:sp>
      <p:sp>
        <p:nvSpPr>
          <p:cNvPr id="27" name="TextBox 26">
            <a:extLst>
              <a:ext uri="{FF2B5EF4-FFF2-40B4-BE49-F238E27FC236}">
                <a16:creationId xmlns:a16="http://schemas.microsoft.com/office/drawing/2014/main" xmlns="" id="{13BF45C3-4A87-49BE-98D9-68916AC7DB61}"/>
              </a:ext>
            </a:extLst>
          </p:cNvPr>
          <p:cNvSpPr txBox="1">
            <a:spLocks noChangeArrowheads="1"/>
          </p:cNvSpPr>
          <p:nvPr/>
        </p:nvSpPr>
        <p:spPr bwMode="auto">
          <a:xfrm>
            <a:off x="6986583" y="4881559"/>
            <a:ext cx="138112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2"/>
              </a:buBlip>
              <a:defRPr sz="3200">
                <a:solidFill>
                  <a:srgbClr val="808080"/>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2000" dirty="0">
                <a:solidFill>
                  <a:schemeClr val="accent6"/>
                </a:solidFill>
                <a:latin typeface="+mj-lt"/>
              </a:rPr>
              <a:t>VC</a:t>
            </a:r>
            <a:r>
              <a:rPr lang="en-US" altLang="en-US" sz="2000" baseline="-25000" dirty="0">
                <a:solidFill>
                  <a:schemeClr val="accent6"/>
                </a:solidFill>
                <a:latin typeface="+mj-lt"/>
              </a:rPr>
              <a:t>1</a:t>
            </a:r>
            <a:r>
              <a:rPr lang="en-US" altLang="en-US" sz="2000" dirty="0">
                <a:solidFill>
                  <a:schemeClr val="accent6"/>
                </a:solidFill>
                <a:latin typeface="+mj-lt"/>
              </a:rPr>
              <a:t>=(2,1,0)</a:t>
            </a:r>
            <a:endParaRPr lang="en-US" altLang="en-US" sz="2000" baseline="-25000" dirty="0">
              <a:solidFill>
                <a:schemeClr val="accent6"/>
              </a:solidFill>
              <a:latin typeface="+mj-lt"/>
            </a:endParaRPr>
          </a:p>
        </p:txBody>
      </p:sp>
    </p:spTree>
    <p:extLst>
      <p:ext uri="{BB962C8B-B14F-4D97-AF65-F5344CB8AC3E}">
        <p14:creationId xmlns:p14="http://schemas.microsoft.com/office/powerpoint/2010/main" val="4467660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7">
                                            <p:txEl>
                                              <p:pRg st="1" end="1"/>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7">
                                            <p:txEl>
                                              <p:pRg st="2" end="2"/>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7"/>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6"/>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7">
                                            <p:txEl>
                                              <p:pRg st="3" end="3"/>
                                            </p:txEl>
                                          </p:spTgt>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6"/>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7">
                                            <p:txEl>
                                              <p:pRg st="4" end="4"/>
                                            </p:txEl>
                                          </p:spTgt>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7">
                                            <p:txEl>
                                              <p:pRg st="5" end="5"/>
                                            </p:txEl>
                                          </p:spTgt>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7">
                                            <p:txEl>
                                              <p:pRg st="6" end="6"/>
                                            </p:txEl>
                                          </p:spTgt>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25"/>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14" grpId="0"/>
      <p:bldP spid="16" grpId="0"/>
      <p:bldP spid="19" grpId="0"/>
      <p:bldP spid="20" grpId="0"/>
      <p:bldP spid="21" grpId="0"/>
      <p:bldP spid="26" grpId="0" animBg="1"/>
      <p:bldP spid="27"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Inferring Events with Vector Clocks</a:t>
            </a:r>
          </a:p>
        </p:txBody>
      </p:sp>
      <p:sp>
        <p:nvSpPr>
          <p:cNvPr id="28" name="Content Placeholder 2">
            <a:extLst>
              <a:ext uri="{FF2B5EF4-FFF2-40B4-BE49-F238E27FC236}">
                <a16:creationId xmlns:a16="http://schemas.microsoft.com/office/drawing/2014/main" xmlns="" id="{05FF24D1-5277-417B-BCE3-776DD62CA93A}"/>
              </a:ext>
            </a:extLst>
          </p:cNvPr>
          <p:cNvSpPr>
            <a:spLocks noGrp="1"/>
          </p:cNvSpPr>
          <p:nvPr>
            <p:ph idx="1"/>
          </p:nvPr>
        </p:nvSpPr>
        <p:spPr>
          <a:xfrm>
            <a:off x="11048" y="719137"/>
            <a:ext cx="12047601" cy="2895600"/>
          </a:xfrm>
        </p:spPr>
        <p:txBody>
          <a:bodyPr>
            <a:normAutofit/>
          </a:bodyPr>
          <a:lstStyle/>
          <a:p>
            <a:pPr>
              <a:lnSpc>
                <a:spcPct val="100000"/>
              </a:lnSpc>
              <a:spcBef>
                <a:spcPts val="300"/>
              </a:spcBef>
              <a:spcAft>
                <a:spcPts val="300"/>
              </a:spcAft>
            </a:pPr>
            <a:r>
              <a:rPr lang="en-US" altLang="en-US" dirty="0">
                <a:latin typeface="+mj-lt"/>
              </a:rPr>
              <a:t>Let a process </a:t>
            </a:r>
            <a:r>
              <a:rPr lang="en-US" altLang="en-US" b="1" dirty="0">
                <a:latin typeface="+mj-lt"/>
                <a:cs typeface="Courier New" panose="02070309020205020404" pitchFamily="49" charset="0"/>
                <a:sym typeface="Wingdings" panose="05000000000000000000" pitchFamily="2" charset="2"/>
              </a:rPr>
              <a:t>P</a:t>
            </a:r>
            <a:r>
              <a:rPr lang="en-US" altLang="en-US" b="1" baseline="-25000" dirty="0">
                <a:latin typeface="+mj-lt"/>
                <a:cs typeface="Courier New" panose="02070309020205020404" pitchFamily="49" charset="0"/>
                <a:sym typeface="Wingdings" panose="05000000000000000000" pitchFamily="2" charset="2"/>
              </a:rPr>
              <a:t>i</a:t>
            </a:r>
            <a:r>
              <a:rPr lang="en-US" altLang="en-US" dirty="0">
                <a:latin typeface="+mj-lt"/>
              </a:rPr>
              <a:t> send a message </a:t>
            </a:r>
            <a:r>
              <a:rPr lang="en-US" altLang="en-US" b="1" dirty="0">
                <a:latin typeface="+mj-lt"/>
                <a:cs typeface="Courier New" panose="02070309020205020404" pitchFamily="49" charset="0"/>
              </a:rPr>
              <a:t>m</a:t>
            </a:r>
            <a:r>
              <a:rPr lang="en-US" altLang="en-US" dirty="0">
                <a:latin typeface="+mj-lt"/>
              </a:rPr>
              <a:t> to </a:t>
            </a:r>
            <a:r>
              <a:rPr lang="en-US" altLang="en-US" b="1" dirty="0">
                <a:latin typeface="+mj-lt"/>
                <a:cs typeface="Courier New" panose="02070309020205020404" pitchFamily="49" charset="0"/>
                <a:sym typeface="Wingdings" panose="05000000000000000000" pitchFamily="2" charset="2"/>
              </a:rPr>
              <a:t>P</a:t>
            </a:r>
            <a:r>
              <a:rPr lang="en-US" altLang="en-US" b="1" baseline="-25000" dirty="0">
                <a:latin typeface="+mj-lt"/>
                <a:cs typeface="Courier New" panose="02070309020205020404" pitchFamily="49" charset="0"/>
                <a:sym typeface="Wingdings" panose="05000000000000000000" pitchFamily="2" charset="2"/>
              </a:rPr>
              <a:t>j</a:t>
            </a:r>
            <a:r>
              <a:rPr lang="en-US" altLang="en-US" dirty="0">
                <a:latin typeface="+mj-lt"/>
                <a:sym typeface="Wingdings" panose="05000000000000000000" pitchFamily="2" charset="2"/>
              </a:rPr>
              <a:t> with timestamp </a:t>
            </a:r>
            <a:r>
              <a:rPr lang="en-US" altLang="en-US" b="1" dirty="0" err="1">
                <a:latin typeface="+mj-lt"/>
                <a:cs typeface="Courier New" panose="02070309020205020404" pitchFamily="49" charset="0"/>
              </a:rPr>
              <a:t>ts</a:t>
            </a:r>
            <a:r>
              <a:rPr lang="en-US" altLang="en-US" b="1" dirty="0">
                <a:latin typeface="+mj-lt"/>
                <a:cs typeface="Courier New" panose="02070309020205020404" pitchFamily="49" charset="0"/>
              </a:rPr>
              <a:t>(m)</a:t>
            </a:r>
            <a:r>
              <a:rPr lang="en-US" altLang="en-US" dirty="0">
                <a:latin typeface="+mj-lt"/>
              </a:rPr>
              <a:t>, then</a:t>
            </a:r>
            <a:r>
              <a:rPr lang="en-US" altLang="en-US" dirty="0" smtClean="0">
                <a:latin typeface="+mj-lt"/>
              </a:rPr>
              <a:t>:</a:t>
            </a:r>
          </a:p>
          <a:p>
            <a:pPr marL="265113" lvl="1" indent="-265113">
              <a:lnSpc>
                <a:spcPct val="100000"/>
              </a:lnSpc>
              <a:spcBef>
                <a:spcPts val="300"/>
              </a:spcBef>
              <a:spcAft>
                <a:spcPts val="300"/>
              </a:spcAft>
              <a:buFont typeface="Webdings" panose="05030102010509060703" pitchFamily="18" charset="2"/>
              <a:buChar char=""/>
            </a:pPr>
            <a:r>
              <a:rPr lang="en-US" altLang="en-US" sz="2400" dirty="0">
                <a:latin typeface="+mj-lt"/>
                <a:sym typeface="Wingdings" panose="05000000000000000000" pitchFamily="2" charset="2"/>
              </a:rPr>
              <a:t>Pj </a:t>
            </a:r>
            <a:r>
              <a:rPr lang="en-US" altLang="en-US" sz="2400" dirty="0">
                <a:latin typeface="+mj-lt"/>
              </a:rPr>
              <a:t>knows the number of events at the sender </a:t>
            </a:r>
            <a:r>
              <a:rPr lang="en-US" altLang="en-US" sz="2400" dirty="0">
                <a:latin typeface="+mj-lt"/>
                <a:sym typeface="Wingdings" panose="05000000000000000000" pitchFamily="2" charset="2"/>
              </a:rPr>
              <a:t>Pi</a:t>
            </a:r>
            <a:r>
              <a:rPr lang="en-US" altLang="en-US" sz="2400" dirty="0">
                <a:latin typeface="+mj-lt"/>
              </a:rPr>
              <a:t> that causally precede m</a:t>
            </a:r>
          </a:p>
          <a:p>
            <a:pPr marL="714375" lvl="2" indent="-271463">
              <a:lnSpc>
                <a:spcPct val="100000"/>
              </a:lnSpc>
              <a:spcBef>
                <a:spcPts val="300"/>
              </a:spcBef>
              <a:spcAft>
                <a:spcPts val="300"/>
              </a:spcAft>
            </a:pPr>
            <a:r>
              <a:rPr lang="en-US" altLang="en-US" sz="2400" b="1" dirty="0">
                <a:latin typeface="+mj-lt"/>
                <a:ea typeface="Arial" panose="020B0604020202020204" pitchFamily="34" charset="0"/>
              </a:rPr>
              <a:t>(</a:t>
            </a:r>
            <a:r>
              <a:rPr lang="en-US" altLang="en-US" sz="2400" b="1" dirty="0" err="1">
                <a:latin typeface="+mj-lt"/>
                <a:ea typeface="MS PGothic" panose="020B0600070205080204" pitchFamily="34" charset="-128"/>
              </a:rPr>
              <a:t>ts</a:t>
            </a:r>
            <a:r>
              <a:rPr lang="en-US" altLang="en-US" sz="2400" b="1" dirty="0">
                <a:latin typeface="+mj-lt"/>
                <a:ea typeface="MS PGothic" panose="020B0600070205080204" pitchFamily="34" charset="-128"/>
              </a:rPr>
              <a:t>(m)[i] – 1)</a:t>
            </a:r>
            <a:r>
              <a:rPr lang="en-US" altLang="en-US" sz="2400" b="1" dirty="0">
                <a:latin typeface="+mj-lt"/>
                <a:ea typeface="Arial" panose="020B0604020202020204" pitchFamily="34" charset="0"/>
              </a:rPr>
              <a:t> </a:t>
            </a:r>
            <a:r>
              <a:rPr lang="en-US" altLang="en-US" sz="2400" dirty="0">
                <a:latin typeface="+mj-lt"/>
                <a:ea typeface="Arial" panose="020B0604020202020204" pitchFamily="34" charset="0"/>
              </a:rPr>
              <a:t>denotes the number of events at </a:t>
            </a:r>
            <a:r>
              <a:rPr lang="en-US" altLang="en-US" sz="2400" b="1" dirty="0">
                <a:latin typeface="+mj-lt"/>
                <a:ea typeface="MS PGothic" panose="020B0600070205080204" pitchFamily="34" charset="-128"/>
                <a:sym typeface="Wingdings" panose="05000000000000000000" pitchFamily="2" charset="2"/>
              </a:rPr>
              <a:t>P</a:t>
            </a:r>
            <a:r>
              <a:rPr lang="en-US" altLang="en-US" sz="2400" b="1" baseline="-25000" dirty="0">
                <a:latin typeface="+mj-lt"/>
                <a:ea typeface="MS PGothic" panose="020B0600070205080204" pitchFamily="34" charset="-128"/>
                <a:sym typeface="Wingdings" panose="05000000000000000000" pitchFamily="2" charset="2"/>
              </a:rPr>
              <a:t>i</a:t>
            </a:r>
            <a:endParaRPr lang="en-US" altLang="en-US" sz="2400" b="1" dirty="0">
              <a:latin typeface="+mj-lt"/>
              <a:ea typeface="MS PGothic" panose="020B0600070205080204" pitchFamily="34" charset="-128"/>
            </a:endParaRPr>
          </a:p>
          <a:p>
            <a:pPr marL="265113" lvl="1" indent="-265113">
              <a:lnSpc>
                <a:spcPct val="100000"/>
              </a:lnSpc>
              <a:spcBef>
                <a:spcPts val="300"/>
              </a:spcBef>
              <a:spcAft>
                <a:spcPts val="300"/>
              </a:spcAft>
              <a:buFont typeface="Webdings" panose="05030102010509060703" pitchFamily="18" charset="2"/>
              <a:buChar char=""/>
            </a:pPr>
            <a:r>
              <a:rPr lang="en-US" altLang="en-US" sz="2400" dirty="0">
                <a:latin typeface="+mj-lt"/>
                <a:sym typeface="Wingdings" panose="05000000000000000000" pitchFamily="2" charset="2"/>
              </a:rPr>
              <a:t>Pj </a:t>
            </a:r>
            <a:r>
              <a:rPr lang="en-US" altLang="en-US" sz="2400" dirty="0">
                <a:latin typeface="+mj-lt"/>
              </a:rPr>
              <a:t>also knows the minimum number of events at other processes </a:t>
            </a:r>
            <a:r>
              <a:rPr lang="en-US" altLang="en-US" sz="2400" dirty="0" err="1">
                <a:latin typeface="+mj-lt"/>
                <a:sym typeface="Wingdings" panose="05000000000000000000" pitchFamily="2" charset="2"/>
              </a:rPr>
              <a:t>Pk</a:t>
            </a:r>
            <a:r>
              <a:rPr lang="en-US" altLang="en-US" sz="2400" dirty="0">
                <a:latin typeface="+mj-lt"/>
              </a:rPr>
              <a:t> that causally precede m</a:t>
            </a:r>
          </a:p>
          <a:p>
            <a:pPr marL="714375" lvl="2" indent="-271463">
              <a:lnSpc>
                <a:spcPct val="100000"/>
              </a:lnSpc>
              <a:spcBef>
                <a:spcPts val="300"/>
              </a:spcBef>
              <a:spcAft>
                <a:spcPts val="300"/>
              </a:spcAft>
            </a:pPr>
            <a:r>
              <a:rPr lang="en-US" altLang="en-US" sz="2400" b="1" dirty="0">
                <a:latin typeface="+mj-lt"/>
                <a:ea typeface="Arial" panose="020B0604020202020204" pitchFamily="34" charset="0"/>
              </a:rPr>
              <a:t>(</a:t>
            </a:r>
            <a:r>
              <a:rPr lang="en-US" altLang="en-US" sz="2400" b="1" dirty="0" err="1">
                <a:latin typeface="+mj-lt"/>
                <a:ea typeface="MS PGothic" panose="020B0600070205080204" pitchFamily="34" charset="-128"/>
              </a:rPr>
              <a:t>ts</a:t>
            </a:r>
            <a:r>
              <a:rPr lang="en-US" altLang="en-US" sz="2400" b="1" dirty="0">
                <a:latin typeface="+mj-lt"/>
                <a:ea typeface="MS PGothic" panose="020B0600070205080204" pitchFamily="34" charset="-128"/>
              </a:rPr>
              <a:t>(m)[k] – 1)</a:t>
            </a:r>
            <a:r>
              <a:rPr lang="en-US" altLang="en-US" sz="2400" b="1" dirty="0">
                <a:latin typeface="+mj-lt"/>
                <a:ea typeface="Arial" panose="020B0604020202020204" pitchFamily="34" charset="0"/>
              </a:rPr>
              <a:t> </a:t>
            </a:r>
            <a:r>
              <a:rPr lang="en-US" altLang="en-US" sz="2400" dirty="0">
                <a:latin typeface="+mj-lt"/>
                <a:ea typeface="Arial" panose="020B0604020202020204" pitchFamily="34" charset="0"/>
              </a:rPr>
              <a:t>denotes the minimum number of events at </a:t>
            </a:r>
            <a:r>
              <a:rPr lang="en-US" altLang="en-US" sz="2400" b="1" dirty="0" err="1">
                <a:latin typeface="+mj-lt"/>
                <a:ea typeface="MS PGothic" panose="020B0600070205080204" pitchFamily="34" charset="-128"/>
                <a:sym typeface="Wingdings" panose="05000000000000000000" pitchFamily="2" charset="2"/>
              </a:rPr>
              <a:t>P</a:t>
            </a:r>
            <a:r>
              <a:rPr lang="en-US" altLang="en-US" sz="2400" b="1" baseline="-25000" dirty="0" err="1">
                <a:latin typeface="+mj-lt"/>
                <a:ea typeface="MS PGothic" panose="020B0600070205080204" pitchFamily="34" charset="-128"/>
                <a:sym typeface="Wingdings" panose="05000000000000000000" pitchFamily="2" charset="2"/>
              </a:rPr>
              <a:t>k</a:t>
            </a:r>
            <a:endParaRPr lang="en-US" altLang="en-US" sz="2400" b="1" dirty="0">
              <a:latin typeface="+mj-lt"/>
              <a:ea typeface="MS PGothic" panose="020B0600070205080204" pitchFamily="34" charset="-128"/>
            </a:endParaRPr>
          </a:p>
        </p:txBody>
      </p:sp>
      <p:cxnSp>
        <p:nvCxnSpPr>
          <p:cNvPr id="29" name="Straight Connector 28">
            <a:extLst>
              <a:ext uri="{FF2B5EF4-FFF2-40B4-BE49-F238E27FC236}">
                <a16:creationId xmlns:a16="http://schemas.microsoft.com/office/drawing/2014/main" xmlns="" id="{E245A3DA-AAD2-4FFB-81F5-2AE5D20D7D1B}"/>
              </a:ext>
            </a:extLst>
          </p:cNvPr>
          <p:cNvCxnSpPr/>
          <p:nvPr/>
        </p:nvCxnSpPr>
        <p:spPr>
          <a:xfrm>
            <a:off x="2509837" y="4019553"/>
            <a:ext cx="5334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xmlns="" id="{43D55175-B21A-42B5-9FFC-D144DC690213}"/>
              </a:ext>
            </a:extLst>
          </p:cNvPr>
          <p:cNvCxnSpPr/>
          <p:nvPr/>
        </p:nvCxnSpPr>
        <p:spPr>
          <a:xfrm>
            <a:off x="2509837" y="4973647"/>
            <a:ext cx="5334000" cy="22225"/>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xmlns="" id="{6CB5E96F-7F2F-4FE8-9B29-ACE0B7C83D6E}"/>
              </a:ext>
            </a:extLst>
          </p:cNvPr>
          <p:cNvCxnSpPr/>
          <p:nvPr/>
        </p:nvCxnSpPr>
        <p:spPr>
          <a:xfrm>
            <a:off x="2509837" y="5767399"/>
            <a:ext cx="5334000" cy="0"/>
          </a:xfrm>
          <a:prstGeom prst="line">
            <a:avLst/>
          </a:prstGeom>
          <a:ln w="28575">
            <a:solidFill>
              <a:srgbClr val="1D3064"/>
            </a:solidFill>
          </a:ln>
        </p:spPr>
        <p:style>
          <a:lnRef idx="1">
            <a:schemeClr val="accent1"/>
          </a:lnRef>
          <a:fillRef idx="0">
            <a:schemeClr val="accent1"/>
          </a:fillRef>
          <a:effectRef idx="0">
            <a:schemeClr val="accent1"/>
          </a:effectRef>
          <a:fontRef idx="minor">
            <a:schemeClr val="tx1"/>
          </a:fontRef>
        </p:style>
      </p:cxnSp>
      <p:sp>
        <p:nvSpPr>
          <p:cNvPr id="32" name="TextBox 6">
            <a:extLst>
              <a:ext uri="{FF2B5EF4-FFF2-40B4-BE49-F238E27FC236}">
                <a16:creationId xmlns:a16="http://schemas.microsoft.com/office/drawing/2014/main" xmlns="" id="{59CFF325-1154-48B3-BCB3-9C2686E2007C}"/>
              </a:ext>
            </a:extLst>
          </p:cNvPr>
          <p:cNvSpPr txBox="1">
            <a:spLocks noChangeArrowheads="1"/>
          </p:cNvSpPr>
          <p:nvPr/>
        </p:nvSpPr>
        <p:spPr bwMode="auto">
          <a:xfrm>
            <a:off x="1900235" y="3830640"/>
            <a:ext cx="533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3200">
                <a:solidFill>
                  <a:srgbClr val="808080"/>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2400" b="1" dirty="0">
                <a:solidFill>
                  <a:schemeClr val="tx1"/>
                </a:solidFill>
                <a:latin typeface="+mj-lt"/>
              </a:rPr>
              <a:t>P</a:t>
            </a:r>
            <a:r>
              <a:rPr lang="en-US" altLang="en-US" sz="2400" b="1" baseline="-25000" dirty="0">
                <a:solidFill>
                  <a:schemeClr val="tx1"/>
                </a:solidFill>
                <a:latin typeface="+mj-lt"/>
              </a:rPr>
              <a:t>0</a:t>
            </a:r>
            <a:endParaRPr lang="en-US" altLang="en-US" sz="2400" b="1" dirty="0">
              <a:solidFill>
                <a:schemeClr val="tx1"/>
              </a:solidFill>
              <a:latin typeface="+mj-lt"/>
            </a:endParaRPr>
          </a:p>
        </p:txBody>
      </p:sp>
      <p:sp>
        <p:nvSpPr>
          <p:cNvPr id="33" name="TextBox 7">
            <a:extLst>
              <a:ext uri="{FF2B5EF4-FFF2-40B4-BE49-F238E27FC236}">
                <a16:creationId xmlns:a16="http://schemas.microsoft.com/office/drawing/2014/main" xmlns="" id="{05D26922-783A-4BAD-B1F4-B6F9C99DBA5C}"/>
              </a:ext>
            </a:extLst>
          </p:cNvPr>
          <p:cNvSpPr txBox="1">
            <a:spLocks noChangeArrowheads="1"/>
          </p:cNvSpPr>
          <p:nvPr/>
        </p:nvSpPr>
        <p:spPr bwMode="auto">
          <a:xfrm>
            <a:off x="1900235" y="4784733"/>
            <a:ext cx="533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3200">
                <a:solidFill>
                  <a:srgbClr val="808080"/>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2400" b="1">
                <a:solidFill>
                  <a:schemeClr val="accent6"/>
                </a:solidFill>
                <a:latin typeface="+mj-lt"/>
              </a:rPr>
              <a:t>P</a:t>
            </a:r>
            <a:r>
              <a:rPr lang="en-US" altLang="en-US" sz="2400" b="1" baseline="-25000">
                <a:solidFill>
                  <a:schemeClr val="accent6"/>
                </a:solidFill>
                <a:latin typeface="+mj-lt"/>
              </a:rPr>
              <a:t>1</a:t>
            </a:r>
            <a:endParaRPr lang="en-US" altLang="en-US" sz="2400" b="1">
              <a:solidFill>
                <a:schemeClr val="accent6"/>
              </a:solidFill>
              <a:latin typeface="+mj-lt"/>
            </a:endParaRPr>
          </a:p>
        </p:txBody>
      </p:sp>
      <p:sp>
        <p:nvSpPr>
          <p:cNvPr id="34" name="TextBox 8">
            <a:extLst>
              <a:ext uri="{FF2B5EF4-FFF2-40B4-BE49-F238E27FC236}">
                <a16:creationId xmlns:a16="http://schemas.microsoft.com/office/drawing/2014/main" xmlns="" id="{8EABDE3D-F01A-4F56-8349-B5798833690D}"/>
              </a:ext>
            </a:extLst>
          </p:cNvPr>
          <p:cNvSpPr txBox="1">
            <a:spLocks noChangeArrowheads="1"/>
          </p:cNvSpPr>
          <p:nvPr/>
        </p:nvSpPr>
        <p:spPr bwMode="auto">
          <a:xfrm>
            <a:off x="1900235" y="5567375"/>
            <a:ext cx="533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3200">
                <a:solidFill>
                  <a:srgbClr val="808080"/>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2400" b="1">
                <a:solidFill>
                  <a:srgbClr val="1D3064"/>
                </a:solidFill>
                <a:latin typeface="+mj-lt"/>
              </a:rPr>
              <a:t>P</a:t>
            </a:r>
            <a:r>
              <a:rPr lang="en-US" altLang="en-US" sz="2400" b="1" baseline="-25000">
                <a:solidFill>
                  <a:srgbClr val="1D3064"/>
                </a:solidFill>
                <a:latin typeface="+mj-lt"/>
              </a:rPr>
              <a:t>2</a:t>
            </a:r>
            <a:endParaRPr lang="en-US" altLang="en-US" sz="2400" b="1">
              <a:solidFill>
                <a:srgbClr val="1D3064"/>
              </a:solidFill>
              <a:latin typeface="+mj-lt"/>
            </a:endParaRPr>
          </a:p>
        </p:txBody>
      </p:sp>
      <p:sp>
        <p:nvSpPr>
          <p:cNvPr id="35" name="TextBox 9">
            <a:extLst>
              <a:ext uri="{FF2B5EF4-FFF2-40B4-BE49-F238E27FC236}">
                <a16:creationId xmlns:a16="http://schemas.microsoft.com/office/drawing/2014/main" xmlns="" id="{85FB0BC3-E012-41B8-9534-1ECED344A00B}"/>
              </a:ext>
            </a:extLst>
          </p:cNvPr>
          <p:cNvSpPr txBox="1">
            <a:spLocks noChangeArrowheads="1"/>
          </p:cNvSpPr>
          <p:nvPr/>
        </p:nvSpPr>
        <p:spPr bwMode="auto">
          <a:xfrm>
            <a:off x="3576637" y="3643313"/>
            <a:ext cx="146812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2"/>
              </a:buBlip>
              <a:defRPr sz="3200">
                <a:solidFill>
                  <a:srgbClr val="808080"/>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800" dirty="0">
                <a:solidFill>
                  <a:schemeClr val="tx1"/>
                </a:solidFill>
                <a:latin typeface="+mj-lt"/>
              </a:rPr>
              <a:t>VC</a:t>
            </a:r>
            <a:r>
              <a:rPr lang="en-US" altLang="en-US" sz="1800" baseline="-25000" dirty="0">
                <a:solidFill>
                  <a:schemeClr val="tx1"/>
                </a:solidFill>
                <a:latin typeface="+mj-lt"/>
              </a:rPr>
              <a:t>0</a:t>
            </a:r>
            <a:r>
              <a:rPr lang="en-US" altLang="en-US" sz="1800" dirty="0">
                <a:solidFill>
                  <a:schemeClr val="tx1"/>
                </a:solidFill>
                <a:latin typeface="+mj-lt"/>
              </a:rPr>
              <a:t>=(1,0,0)</a:t>
            </a:r>
            <a:endParaRPr lang="en-US" altLang="en-US" sz="1800" baseline="-25000" dirty="0">
              <a:solidFill>
                <a:schemeClr val="tx1"/>
              </a:solidFill>
              <a:latin typeface="+mj-lt"/>
            </a:endParaRPr>
          </a:p>
        </p:txBody>
      </p:sp>
      <p:cxnSp>
        <p:nvCxnSpPr>
          <p:cNvPr id="36" name="Straight Connector 35">
            <a:extLst>
              <a:ext uri="{FF2B5EF4-FFF2-40B4-BE49-F238E27FC236}">
                <a16:creationId xmlns:a16="http://schemas.microsoft.com/office/drawing/2014/main" xmlns="" id="{70682B8E-1B93-4F9E-86D7-95AE07D8B559}"/>
              </a:ext>
            </a:extLst>
          </p:cNvPr>
          <p:cNvCxnSpPr/>
          <p:nvPr/>
        </p:nvCxnSpPr>
        <p:spPr>
          <a:xfrm>
            <a:off x="3652837" y="3943353"/>
            <a:ext cx="0" cy="1524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xmlns="" id="{9EAE697B-8A45-41CD-9F9D-CAF58180C3FE}"/>
              </a:ext>
            </a:extLst>
          </p:cNvPr>
          <p:cNvSpPr txBox="1">
            <a:spLocks noChangeArrowheads="1"/>
          </p:cNvSpPr>
          <p:nvPr/>
        </p:nvSpPr>
        <p:spPr bwMode="auto">
          <a:xfrm>
            <a:off x="4948237" y="3643313"/>
            <a:ext cx="146812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2"/>
              </a:buBlip>
              <a:defRPr sz="3200">
                <a:solidFill>
                  <a:srgbClr val="808080"/>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800" dirty="0">
                <a:solidFill>
                  <a:schemeClr val="tx1"/>
                </a:solidFill>
                <a:latin typeface="+mj-lt"/>
              </a:rPr>
              <a:t>VC</a:t>
            </a:r>
            <a:r>
              <a:rPr lang="en-US" altLang="en-US" sz="1800" baseline="-25000" dirty="0">
                <a:solidFill>
                  <a:schemeClr val="tx1"/>
                </a:solidFill>
                <a:latin typeface="+mj-lt"/>
              </a:rPr>
              <a:t>0</a:t>
            </a:r>
            <a:r>
              <a:rPr lang="en-US" altLang="en-US" sz="1800" dirty="0">
                <a:solidFill>
                  <a:schemeClr val="tx1"/>
                </a:solidFill>
                <a:latin typeface="+mj-lt"/>
              </a:rPr>
              <a:t>=(2,0,0)</a:t>
            </a:r>
            <a:endParaRPr lang="en-US" altLang="en-US" sz="1800" baseline="-25000" dirty="0">
              <a:solidFill>
                <a:schemeClr val="tx1"/>
              </a:solidFill>
              <a:latin typeface="+mj-lt"/>
            </a:endParaRPr>
          </a:p>
        </p:txBody>
      </p:sp>
      <p:cxnSp>
        <p:nvCxnSpPr>
          <p:cNvPr id="38" name="Straight Connector 37">
            <a:extLst>
              <a:ext uri="{FF2B5EF4-FFF2-40B4-BE49-F238E27FC236}">
                <a16:creationId xmlns:a16="http://schemas.microsoft.com/office/drawing/2014/main" xmlns="" id="{A98BC3B2-F15E-47F8-BE31-D038B429DB2B}"/>
              </a:ext>
            </a:extLst>
          </p:cNvPr>
          <p:cNvCxnSpPr/>
          <p:nvPr/>
        </p:nvCxnSpPr>
        <p:spPr>
          <a:xfrm>
            <a:off x="5024437" y="3943353"/>
            <a:ext cx="0" cy="1524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xmlns="" id="{930BDFE5-82FB-49EB-99DC-A0037430EA61}"/>
              </a:ext>
            </a:extLst>
          </p:cNvPr>
          <p:cNvCxnSpPr/>
          <p:nvPr/>
        </p:nvCxnSpPr>
        <p:spPr>
          <a:xfrm>
            <a:off x="5024437" y="4019553"/>
            <a:ext cx="508000" cy="877893"/>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40" name="TextBox 14">
            <a:extLst>
              <a:ext uri="{FF2B5EF4-FFF2-40B4-BE49-F238E27FC236}">
                <a16:creationId xmlns:a16="http://schemas.microsoft.com/office/drawing/2014/main" xmlns="" id="{3B3FBB47-2226-411B-B79C-BE546D42728A}"/>
              </a:ext>
            </a:extLst>
          </p:cNvPr>
          <p:cNvSpPr txBox="1">
            <a:spLocks noChangeArrowheads="1"/>
          </p:cNvSpPr>
          <p:nvPr/>
        </p:nvSpPr>
        <p:spPr bwMode="auto">
          <a:xfrm>
            <a:off x="2433637" y="3635376"/>
            <a:ext cx="146812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2"/>
              </a:buBlip>
              <a:defRPr sz="3200">
                <a:solidFill>
                  <a:srgbClr val="808080"/>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800" dirty="0">
                <a:solidFill>
                  <a:schemeClr val="tx1"/>
                </a:solidFill>
                <a:latin typeface="+mj-lt"/>
              </a:rPr>
              <a:t>VC</a:t>
            </a:r>
            <a:r>
              <a:rPr lang="en-US" altLang="en-US" sz="1800" baseline="-25000" dirty="0">
                <a:solidFill>
                  <a:schemeClr val="tx1"/>
                </a:solidFill>
                <a:latin typeface="+mj-lt"/>
              </a:rPr>
              <a:t>0</a:t>
            </a:r>
            <a:r>
              <a:rPr lang="en-US" altLang="en-US" sz="1800" dirty="0">
                <a:solidFill>
                  <a:schemeClr val="tx1"/>
                </a:solidFill>
                <a:latin typeface="+mj-lt"/>
              </a:rPr>
              <a:t>=(0,0,0)</a:t>
            </a:r>
            <a:endParaRPr lang="en-US" altLang="en-US" sz="1800" baseline="-25000" dirty="0">
              <a:solidFill>
                <a:schemeClr val="tx1"/>
              </a:solidFill>
              <a:latin typeface="+mj-lt"/>
            </a:endParaRPr>
          </a:p>
        </p:txBody>
      </p:sp>
      <p:sp>
        <p:nvSpPr>
          <p:cNvPr id="41" name="TextBox 15">
            <a:extLst>
              <a:ext uri="{FF2B5EF4-FFF2-40B4-BE49-F238E27FC236}">
                <a16:creationId xmlns:a16="http://schemas.microsoft.com/office/drawing/2014/main" xmlns="" id="{70E01023-9205-4C0C-B3D7-9DDFC0E4EF56}"/>
              </a:ext>
            </a:extLst>
          </p:cNvPr>
          <p:cNvSpPr txBox="1">
            <a:spLocks noChangeArrowheads="1"/>
          </p:cNvSpPr>
          <p:nvPr/>
        </p:nvSpPr>
        <p:spPr bwMode="auto">
          <a:xfrm>
            <a:off x="2417761" y="4546588"/>
            <a:ext cx="146812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2"/>
              </a:buBlip>
              <a:defRPr sz="3200">
                <a:solidFill>
                  <a:srgbClr val="808080"/>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800" dirty="0">
                <a:solidFill>
                  <a:schemeClr val="accent6"/>
                </a:solidFill>
                <a:latin typeface="+mj-lt"/>
              </a:rPr>
              <a:t>VC</a:t>
            </a:r>
            <a:r>
              <a:rPr lang="en-US" altLang="en-US" sz="1800" baseline="-25000" dirty="0">
                <a:solidFill>
                  <a:schemeClr val="accent6"/>
                </a:solidFill>
                <a:latin typeface="+mj-lt"/>
              </a:rPr>
              <a:t>1</a:t>
            </a:r>
            <a:r>
              <a:rPr lang="en-US" altLang="en-US" sz="1800" dirty="0">
                <a:solidFill>
                  <a:schemeClr val="accent6"/>
                </a:solidFill>
                <a:latin typeface="+mj-lt"/>
              </a:rPr>
              <a:t>=(0,0,0)</a:t>
            </a:r>
            <a:endParaRPr lang="en-US" altLang="en-US" sz="1800" baseline="-25000" dirty="0">
              <a:solidFill>
                <a:schemeClr val="accent6"/>
              </a:solidFill>
              <a:latin typeface="+mj-lt"/>
            </a:endParaRPr>
          </a:p>
        </p:txBody>
      </p:sp>
      <p:sp>
        <p:nvSpPr>
          <p:cNvPr id="42" name="TextBox 16">
            <a:extLst>
              <a:ext uri="{FF2B5EF4-FFF2-40B4-BE49-F238E27FC236}">
                <a16:creationId xmlns:a16="http://schemas.microsoft.com/office/drawing/2014/main" xmlns="" id="{FDB6E233-CB73-49DA-AE42-CE2ADF1462DE}"/>
              </a:ext>
            </a:extLst>
          </p:cNvPr>
          <p:cNvSpPr txBox="1">
            <a:spLocks noChangeArrowheads="1"/>
          </p:cNvSpPr>
          <p:nvPr/>
        </p:nvSpPr>
        <p:spPr bwMode="auto">
          <a:xfrm>
            <a:off x="2433637" y="5362583"/>
            <a:ext cx="146812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2"/>
              </a:buBlip>
              <a:defRPr sz="3200">
                <a:solidFill>
                  <a:srgbClr val="808080"/>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800" dirty="0">
                <a:solidFill>
                  <a:srgbClr val="1D3064"/>
                </a:solidFill>
                <a:latin typeface="+mj-lt"/>
              </a:rPr>
              <a:t>VC</a:t>
            </a:r>
            <a:r>
              <a:rPr lang="en-US" altLang="en-US" sz="1800" baseline="-25000" dirty="0">
                <a:solidFill>
                  <a:srgbClr val="1D3064"/>
                </a:solidFill>
                <a:latin typeface="+mj-lt"/>
              </a:rPr>
              <a:t>2</a:t>
            </a:r>
            <a:r>
              <a:rPr lang="en-US" altLang="en-US" sz="1800" dirty="0">
                <a:solidFill>
                  <a:srgbClr val="1D3064"/>
                </a:solidFill>
                <a:latin typeface="+mj-lt"/>
              </a:rPr>
              <a:t>=(0,0,0)</a:t>
            </a:r>
            <a:endParaRPr lang="en-US" altLang="en-US" sz="1800" baseline="-25000" dirty="0">
              <a:solidFill>
                <a:srgbClr val="1D3064"/>
              </a:solidFill>
              <a:latin typeface="+mj-lt"/>
            </a:endParaRPr>
          </a:p>
        </p:txBody>
      </p:sp>
      <p:cxnSp>
        <p:nvCxnSpPr>
          <p:cNvPr id="43" name="Straight Connector 42">
            <a:extLst>
              <a:ext uri="{FF2B5EF4-FFF2-40B4-BE49-F238E27FC236}">
                <a16:creationId xmlns:a16="http://schemas.microsoft.com/office/drawing/2014/main" xmlns="" id="{B44AFAF5-82DA-43B2-9C7B-59C1DA0A77A7}"/>
              </a:ext>
            </a:extLst>
          </p:cNvPr>
          <p:cNvCxnSpPr/>
          <p:nvPr/>
        </p:nvCxnSpPr>
        <p:spPr>
          <a:xfrm>
            <a:off x="2509837" y="3943353"/>
            <a:ext cx="0" cy="1524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xmlns="" id="{B23CAACE-45BF-472E-9397-E8030D016D15}"/>
              </a:ext>
            </a:extLst>
          </p:cNvPr>
          <p:cNvCxnSpPr/>
          <p:nvPr/>
        </p:nvCxnSpPr>
        <p:spPr>
          <a:xfrm>
            <a:off x="2509837" y="4897446"/>
            <a:ext cx="0" cy="15240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xmlns="" id="{B9325EDA-CE6A-4E48-BD8F-EF3535289411}"/>
              </a:ext>
            </a:extLst>
          </p:cNvPr>
          <p:cNvCxnSpPr/>
          <p:nvPr/>
        </p:nvCxnSpPr>
        <p:spPr>
          <a:xfrm>
            <a:off x="2509837" y="5691199"/>
            <a:ext cx="0" cy="152400"/>
          </a:xfrm>
          <a:prstGeom prst="line">
            <a:avLst/>
          </a:prstGeom>
          <a:ln w="28575">
            <a:solidFill>
              <a:srgbClr val="1D3064"/>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xmlns="" id="{5F6D10E6-B163-4C58-8236-1C193E7442FB}"/>
              </a:ext>
            </a:extLst>
          </p:cNvPr>
          <p:cNvCxnSpPr/>
          <p:nvPr/>
        </p:nvCxnSpPr>
        <p:spPr>
          <a:xfrm>
            <a:off x="5557837" y="4919671"/>
            <a:ext cx="0" cy="15240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7" name="Rectangle 46">
            <a:extLst>
              <a:ext uri="{FF2B5EF4-FFF2-40B4-BE49-F238E27FC236}">
                <a16:creationId xmlns:a16="http://schemas.microsoft.com/office/drawing/2014/main" xmlns="" id="{6D7F34E7-4390-4A9F-9E07-ADFEC5618E94}"/>
              </a:ext>
            </a:extLst>
          </p:cNvPr>
          <p:cNvSpPr/>
          <p:nvPr/>
        </p:nvSpPr>
        <p:spPr>
          <a:xfrm>
            <a:off x="3957637" y="4157691"/>
            <a:ext cx="1112522" cy="400110"/>
          </a:xfrm>
          <a:prstGeom prst="rect">
            <a:avLst/>
          </a:prstGeom>
          <a:solidFill>
            <a:srgbClr val="1D3064"/>
          </a:solidFill>
          <a:ln>
            <a:noFill/>
          </a:ln>
        </p:spPr>
        <p:style>
          <a:lnRef idx="2">
            <a:schemeClr val="accent6"/>
          </a:lnRef>
          <a:fillRef idx="1">
            <a:schemeClr val="lt1"/>
          </a:fillRef>
          <a:effectRef idx="0">
            <a:schemeClr val="accent6"/>
          </a:effectRef>
          <a:fontRef idx="minor">
            <a:schemeClr val="dk1"/>
          </a:fontRef>
        </p:style>
        <p:txBody>
          <a:bodyPr wrap="square">
            <a:spAutoFit/>
          </a:bodyPr>
          <a:lstStyle/>
          <a:p>
            <a:pPr eaLnBrk="1" hangingPunct="1">
              <a:defRPr/>
            </a:pPr>
            <a:r>
              <a:rPr lang="en-US" sz="2000" dirty="0">
                <a:solidFill>
                  <a:schemeClr val="bg1"/>
                </a:solidFill>
                <a:latin typeface="+mj-lt"/>
              </a:rPr>
              <a:t>m</a:t>
            </a:r>
            <a:r>
              <a:rPr lang="en-US" sz="2000" dirty="0">
                <a:solidFill>
                  <a:schemeClr val="bg1"/>
                </a:solidFill>
                <a:latin typeface="+mj-lt"/>
                <a:sym typeface="Wingdings" pitchFamily="2" charset="2"/>
              </a:rPr>
              <a:t>:(</a:t>
            </a:r>
            <a:r>
              <a:rPr lang="en-US" sz="2000" dirty="0">
                <a:solidFill>
                  <a:schemeClr val="bg1"/>
                </a:solidFill>
                <a:latin typeface="+mj-lt"/>
              </a:rPr>
              <a:t>2,0,0)</a:t>
            </a:r>
            <a:r>
              <a:rPr lang="en-US" sz="2000" dirty="0">
                <a:solidFill>
                  <a:schemeClr val="bg1"/>
                </a:solidFill>
                <a:latin typeface="+mj-lt"/>
                <a:cs typeface="Courier New" pitchFamily="49" charset="0"/>
              </a:rPr>
              <a:t> </a:t>
            </a:r>
            <a:endParaRPr lang="en-US" sz="2000" dirty="0">
              <a:solidFill>
                <a:schemeClr val="bg1"/>
              </a:solidFill>
              <a:latin typeface="+mj-lt"/>
            </a:endParaRPr>
          </a:p>
        </p:txBody>
      </p:sp>
      <p:sp>
        <p:nvSpPr>
          <p:cNvPr id="48" name="TextBox 47">
            <a:extLst>
              <a:ext uri="{FF2B5EF4-FFF2-40B4-BE49-F238E27FC236}">
                <a16:creationId xmlns:a16="http://schemas.microsoft.com/office/drawing/2014/main" xmlns="" id="{0EAD83E1-FA7A-4A5F-89D4-3616D55BCE55}"/>
              </a:ext>
            </a:extLst>
          </p:cNvPr>
          <p:cNvSpPr txBox="1">
            <a:spLocks noChangeArrowheads="1"/>
          </p:cNvSpPr>
          <p:nvPr/>
        </p:nvSpPr>
        <p:spPr bwMode="auto">
          <a:xfrm>
            <a:off x="5462589" y="4625982"/>
            <a:ext cx="146812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2"/>
              </a:buBlip>
              <a:defRPr sz="3200">
                <a:solidFill>
                  <a:srgbClr val="808080"/>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800" dirty="0">
                <a:solidFill>
                  <a:schemeClr val="accent6"/>
                </a:solidFill>
                <a:latin typeface="+mj-lt"/>
              </a:rPr>
              <a:t>VC</a:t>
            </a:r>
            <a:r>
              <a:rPr lang="en-US" altLang="en-US" sz="1800" baseline="-25000" dirty="0">
                <a:solidFill>
                  <a:schemeClr val="accent6"/>
                </a:solidFill>
                <a:latin typeface="+mj-lt"/>
              </a:rPr>
              <a:t>1</a:t>
            </a:r>
            <a:r>
              <a:rPr lang="en-US" altLang="en-US" sz="1800" dirty="0">
                <a:solidFill>
                  <a:schemeClr val="accent6"/>
                </a:solidFill>
                <a:latin typeface="+mj-lt"/>
              </a:rPr>
              <a:t>=(2,2,0)</a:t>
            </a:r>
            <a:endParaRPr lang="en-US" altLang="en-US" sz="1800" baseline="-25000" dirty="0">
              <a:solidFill>
                <a:schemeClr val="accent6"/>
              </a:solidFill>
              <a:latin typeface="+mj-lt"/>
            </a:endParaRPr>
          </a:p>
        </p:txBody>
      </p:sp>
      <p:sp>
        <p:nvSpPr>
          <p:cNvPr id="49" name="Rectangle 48">
            <a:extLst>
              <a:ext uri="{FF2B5EF4-FFF2-40B4-BE49-F238E27FC236}">
                <a16:creationId xmlns:a16="http://schemas.microsoft.com/office/drawing/2014/main" xmlns="" id="{62DB7273-5323-471D-B7D4-791B2E7F8A77}"/>
              </a:ext>
            </a:extLst>
          </p:cNvPr>
          <p:cNvSpPr/>
          <p:nvPr/>
        </p:nvSpPr>
        <p:spPr>
          <a:xfrm>
            <a:off x="4369119" y="4137027"/>
            <a:ext cx="152400" cy="401637"/>
          </a:xfrm>
          <a:prstGeom prst="rect">
            <a:avLst/>
          </a:prstGeom>
          <a:solidFill>
            <a:srgbClr val="FFFF00">
              <a:alpha val="30000"/>
            </a:srgbClr>
          </a:solidFill>
          <a:ln>
            <a:noFill/>
          </a:ln>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eaLnBrk="1" hangingPunct="1">
              <a:defRPr/>
            </a:pPr>
            <a:endParaRPr lang="en-US" sz="2000">
              <a:latin typeface="+mj-lt"/>
            </a:endParaRPr>
          </a:p>
        </p:txBody>
      </p:sp>
      <p:cxnSp>
        <p:nvCxnSpPr>
          <p:cNvPr id="50" name="Straight Connector 49">
            <a:extLst>
              <a:ext uri="{FF2B5EF4-FFF2-40B4-BE49-F238E27FC236}">
                <a16:creationId xmlns:a16="http://schemas.microsoft.com/office/drawing/2014/main" xmlns="" id="{042540BF-DA61-4058-B100-31CEE1D63712}"/>
              </a:ext>
            </a:extLst>
          </p:cNvPr>
          <p:cNvCxnSpPr/>
          <p:nvPr/>
        </p:nvCxnSpPr>
        <p:spPr>
          <a:xfrm>
            <a:off x="6777037" y="4995871"/>
            <a:ext cx="509588" cy="701671"/>
          </a:xfrm>
          <a:prstGeom prst="line">
            <a:avLst/>
          </a:prstGeom>
          <a:ln w="28575">
            <a:solidFill>
              <a:schemeClr val="accent6"/>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xmlns="" id="{7F2F3F39-B422-40A7-B275-66AFF88F5F55}"/>
              </a:ext>
            </a:extLst>
          </p:cNvPr>
          <p:cNvCxnSpPr/>
          <p:nvPr/>
        </p:nvCxnSpPr>
        <p:spPr>
          <a:xfrm>
            <a:off x="7310437" y="5691199"/>
            <a:ext cx="0" cy="152400"/>
          </a:xfrm>
          <a:prstGeom prst="line">
            <a:avLst/>
          </a:prstGeom>
          <a:ln w="28575">
            <a:solidFill>
              <a:srgbClr val="1D3064"/>
            </a:solidFill>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xmlns="" id="{10450E7A-42C9-44BD-9136-DF5185DEA1AD}"/>
              </a:ext>
            </a:extLst>
          </p:cNvPr>
          <p:cNvSpPr txBox="1">
            <a:spLocks noChangeArrowheads="1"/>
          </p:cNvSpPr>
          <p:nvPr/>
        </p:nvSpPr>
        <p:spPr bwMode="auto">
          <a:xfrm>
            <a:off x="7310437" y="5334008"/>
            <a:ext cx="146812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2"/>
              </a:buBlip>
              <a:defRPr sz="3200">
                <a:solidFill>
                  <a:srgbClr val="808080"/>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solidFill>
                  <a:srgbClr val="1D3064"/>
                </a:solidFill>
                <a:latin typeface="+mj-lt"/>
              </a:rPr>
              <a:t>VC</a:t>
            </a:r>
            <a:r>
              <a:rPr lang="en-US" altLang="en-US" sz="1800" baseline="-25000">
                <a:solidFill>
                  <a:srgbClr val="1D3064"/>
                </a:solidFill>
                <a:latin typeface="+mj-lt"/>
              </a:rPr>
              <a:t>2</a:t>
            </a:r>
            <a:r>
              <a:rPr lang="en-US" altLang="en-US" sz="1800">
                <a:solidFill>
                  <a:srgbClr val="1D3064"/>
                </a:solidFill>
                <a:latin typeface="+mj-lt"/>
              </a:rPr>
              <a:t>=(2,3,1)</a:t>
            </a:r>
            <a:endParaRPr lang="en-US" altLang="en-US" sz="1800" baseline="-25000">
              <a:solidFill>
                <a:srgbClr val="1D3064"/>
              </a:solidFill>
              <a:latin typeface="+mj-lt"/>
            </a:endParaRPr>
          </a:p>
        </p:txBody>
      </p:sp>
      <p:sp>
        <p:nvSpPr>
          <p:cNvPr id="53" name="Rectangle 52">
            <a:extLst>
              <a:ext uri="{FF2B5EF4-FFF2-40B4-BE49-F238E27FC236}">
                <a16:creationId xmlns:a16="http://schemas.microsoft.com/office/drawing/2014/main" xmlns="" id="{F90C9F10-EC81-4B84-BEEA-21EA6B33189A}"/>
              </a:ext>
            </a:extLst>
          </p:cNvPr>
          <p:cNvSpPr/>
          <p:nvPr/>
        </p:nvSpPr>
        <p:spPr>
          <a:xfrm>
            <a:off x="5772149" y="5251835"/>
            <a:ext cx="1195388" cy="400110"/>
          </a:xfrm>
          <a:prstGeom prst="rect">
            <a:avLst/>
          </a:prstGeom>
          <a:solidFill>
            <a:schemeClr val="accent6"/>
          </a:solidFill>
          <a:ln>
            <a:noFill/>
          </a:ln>
        </p:spPr>
        <p:style>
          <a:lnRef idx="2">
            <a:schemeClr val="accent6"/>
          </a:lnRef>
          <a:fillRef idx="1">
            <a:schemeClr val="lt1"/>
          </a:fillRef>
          <a:effectRef idx="0">
            <a:schemeClr val="accent6"/>
          </a:effectRef>
          <a:fontRef idx="minor">
            <a:schemeClr val="dk1"/>
          </a:fontRef>
        </p:style>
        <p:txBody>
          <a:bodyPr wrap="squar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defRPr/>
            </a:pPr>
            <a:r>
              <a:rPr lang="en-US" altLang="en-US" sz="2000" dirty="0">
                <a:solidFill>
                  <a:schemeClr val="bg1"/>
                </a:solidFill>
                <a:latin typeface="+mj-lt"/>
              </a:rPr>
              <a:t>m</a:t>
            </a:r>
            <a:r>
              <a:rPr lang="ja-JP" altLang="en-US" sz="2000" dirty="0">
                <a:solidFill>
                  <a:schemeClr val="bg1"/>
                </a:solidFill>
                <a:latin typeface="+mj-lt"/>
              </a:rPr>
              <a:t>’</a:t>
            </a:r>
            <a:r>
              <a:rPr lang="en-US" altLang="ja-JP" sz="2000" dirty="0">
                <a:solidFill>
                  <a:schemeClr val="bg1"/>
                </a:solidFill>
                <a:latin typeface="+mj-lt"/>
                <a:sym typeface="Wingdings" panose="05000000000000000000" pitchFamily="2" charset="2"/>
              </a:rPr>
              <a:t>:(</a:t>
            </a:r>
            <a:r>
              <a:rPr lang="en-US" altLang="ja-JP" sz="2000" dirty="0">
                <a:solidFill>
                  <a:schemeClr val="bg1"/>
                </a:solidFill>
                <a:latin typeface="+mj-lt"/>
              </a:rPr>
              <a:t>2,3,0)</a:t>
            </a:r>
            <a:r>
              <a:rPr lang="en-US" altLang="ja-JP" sz="2000" dirty="0">
                <a:solidFill>
                  <a:schemeClr val="bg1"/>
                </a:solidFill>
                <a:latin typeface="+mj-lt"/>
                <a:cs typeface="Courier New" panose="02070309020205020404" pitchFamily="49" charset="0"/>
              </a:rPr>
              <a:t> </a:t>
            </a:r>
            <a:endParaRPr lang="en-US" altLang="en-US" sz="2000" dirty="0">
              <a:solidFill>
                <a:schemeClr val="bg1"/>
              </a:solidFill>
              <a:latin typeface="+mj-lt"/>
            </a:endParaRPr>
          </a:p>
        </p:txBody>
      </p:sp>
      <p:sp>
        <p:nvSpPr>
          <p:cNvPr id="54" name="Rectangle 53">
            <a:extLst>
              <a:ext uri="{FF2B5EF4-FFF2-40B4-BE49-F238E27FC236}">
                <a16:creationId xmlns:a16="http://schemas.microsoft.com/office/drawing/2014/main" xmlns="" id="{4919C3B5-5B01-4DD4-AC02-630C7C259603}"/>
              </a:ext>
            </a:extLst>
          </p:cNvPr>
          <p:cNvSpPr/>
          <p:nvPr/>
        </p:nvSpPr>
        <p:spPr>
          <a:xfrm>
            <a:off x="6330629" y="5264479"/>
            <a:ext cx="152400" cy="401638"/>
          </a:xfrm>
          <a:prstGeom prst="rect">
            <a:avLst/>
          </a:prstGeom>
          <a:solidFill>
            <a:srgbClr val="FFFF00">
              <a:alpha val="30000"/>
            </a:srgbClr>
          </a:solidFill>
          <a:ln>
            <a:noFill/>
          </a:ln>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eaLnBrk="1" hangingPunct="1">
              <a:defRPr/>
            </a:pPr>
            <a:endParaRPr lang="en-US" sz="2000">
              <a:latin typeface="+mj-lt"/>
            </a:endParaRPr>
          </a:p>
        </p:txBody>
      </p:sp>
      <p:sp>
        <p:nvSpPr>
          <p:cNvPr id="55" name="Rectangle 54">
            <a:extLst>
              <a:ext uri="{FF2B5EF4-FFF2-40B4-BE49-F238E27FC236}">
                <a16:creationId xmlns:a16="http://schemas.microsoft.com/office/drawing/2014/main" xmlns="" id="{6A246C63-1B3F-48C6-92C8-340B81E67C40}"/>
              </a:ext>
            </a:extLst>
          </p:cNvPr>
          <p:cNvSpPr/>
          <p:nvPr/>
        </p:nvSpPr>
        <p:spPr>
          <a:xfrm>
            <a:off x="6450325" y="5264479"/>
            <a:ext cx="152400" cy="401638"/>
          </a:xfrm>
          <a:prstGeom prst="rect">
            <a:avLst/>
          </a:prstGeom>
          <a:solidFill>
            <a:srgbClr val="FFFF00">
              <a:alpha val="30000"/>
            </a:srgbClr>
          </a:solidFill>
          <a:ln>
            <a:noFill/>
          </a:ln>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eaLnBrk="1" hangingPunct="1">
              <a:defRPr/>
            </a:pPr>
            <a:endParaRPr lang="en-US" sz="2000">
              <a:latin typeface="+mj-lt"/>
            </a:endParaRPr>
          </a:p>
        </p:txBody>
      </p:sp>
      <p:cxnSp>
        <p:nvCxnSpPr>
          <p:cNvPr id="56" name="Straight Connector 55">
            <a:extLst>
              <a:ext uri="{FF2B5EF4-FFF2-40B4-BE49-F238E27FC236}">
                <a16:creationId xmlns:a16="http://schemas.microsoft.com/office/drawing/2014/main" xmlns="" id="{E02F01AB-8692-43A2-A629-5A961990ED63}"/>
              </a:ext>
            </a:extLst>
          </p:cNvPr>
          <p:cNvCxnSpPr/>
          <p:nvPr/>
        </p:nvCxnSpPr>
        <p:spPr>
          <a:xfrm>
            <a:off x="6777037" y="4919671"/>
            <a:ext cx="0" cy="15240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xmlns="" id="{823094B2-7FF5-49CA-A372-BC468605BBF0}"/>
              </a:ext>
            </a:extLst>
          </p:cNvPr>
          <p:cNvSpPr txBox="1">
            <a:spLocks noChangeArrowheads="1"/>
          </p:cNvSpPr>
          <p:nvPr/>
        </p:nvSpPr>
        <p:spPr bwMode="auto">
          <a:xfrm>
            <a:off x="6681789" y="4625982"/>
            <a:ext cx="146812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2"/>
              </a:buBlip>
              <a:defRPr sz="3200">
                <a:solidFill>
                  <a:srgbClr val="808080"/>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800" dirty="0">
                <a:solidFill>
                  <a:schemeClr val="accent6"/>
                </a:solidFill>
                <a:latin typeface="+mj-lt"/>
              </a:rPr>
              <a:t>VC</a:t>
            </a:r>
            <a:r>
              <a:rPr lang="en-US" altLang="en-US" sz="1800" baseline="-25000" dirty="0">
                <a:solidFill>
                  <a:schemeClr val="accent6"/>
                </a:solidFill>
                <a:latin typeface="+mj-lt"/>
              </a:rPr>
              <a:t>1</a:t>
            </a:r>
            <a:r>
              <a:rPr lang="en-US" altLang="en-US" sz="1800" dirty="0">
                <a:solidFill>
                  <a:schemeClr val="accent6"/>
                </a:solidFill>
                <a:latin typeface="+mj-lt"/>
              </a:rPr>
              <a:t>=(2,3,0)</a:t>
            </a:r>
            <a:endParaRPr lang="en-US" altLang="en-US" sz="1800" baseline="-25000" dirty="0">
              <a:solidFill>
                <a:schemeClr val="accent6"/>
              </a:solidFill>
              <a:latin typeface="+mj-lt"/>
            </a:endParaRPr>
          </a:p>
        </p:txBody>
      </p:sp>
      <p:cxnSp>
        <p:nvCxnSpPr>
          <p:cNvPr id="58" name="Straight Connector 57">
            <a:extLst>
              <a:ext uri="{FF2B5EF4-FFF2-40B4-BE49-F238E27FC236}">
                <a16:creationId xmlns:a16="http://schemas.microsoft.com/office/drawing/2014/main" xmlns="" id="{910F25B1-1E91-456F-92BD-01D048A4B3A8}"/>
              </a:ext>
            </a:extLst>
          </p:cNvPr>
          <p:cNvCxnSpPr/>
          <p:nvPr/>
        </p:nvCxnSpPr>
        <p:spPr>
          <a:xfrm>
            <a:off x="3576637" y="4899034"/>
            <a:ext cx="0" cy="15240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9" name="TextBox 36">
            <a:extLst>
              <a:ext uri="{FF2B5EF4-FFF2-40B4-BE49-F238E27FC236}">
                <a16:creationId xmlns:a16="http://schemas.microsoft.com/office/drawing/2014/main" xmlns="" id="{6DA26510-D186-40BA-8F63-9DC5E46176DD}"/>
              </a:ext>
            </a:extLst>
          </p:cNvPr>
          <p:cNvSpPr txBox="1">
            <a:spLocks noChangeArrowheads="1"/>
          </p:cNvSpPr>
          <p:nvPr/>
        </p:nvSpPr>
        <p:spPr bwMode="auto">
          <a:xfrm>
            <a:off x="3508691" y="4561172"/>
            <a:ext cx="146812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2"/>
              </a:buBlip>
              <a:defRPr sz="3200">
                <a:solidFill>
                  <a:srgbClr val="808080"/>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solidFill>
                  <a:schemeClr val="accent6"/>
                </a:solidFill>
                <a:latin typeface="+mj-lt"/>
              </a:rPr>
              <a:t>VC</a:t>
            </a:r>
            <a:r>
              <a:rPr lang="en-US" altLang="en-US" sz="1800" baseline="-25000">
                <a:solidFill>
                  <a:schemeClr val="accent6"/>
                </a:solidFill>
                <a:latin typeface="+mj-lt"/>
              </a:rPr>
              <a:t>1</a:t>
            </a:r>
            <a:r>
              <a:rPr lang="en-US" altLang="en-US" sz="1800">
                <a:solidFill>
                  <a:schemeClr val="accent6"/>
                </a:solidFill>
                <a:latin typeface="+mj-lt"/>
              </a:rPr>
              <a:t>=(0,1,0)</a:t>
            </a:r>
            <a:endParaRPr lang="en-US" altLang="en-US" sz="1800" baseline="-25000">
              <a:solidFill>
                <a:schemeClr val="accent6"/>
              </a:solidFill>
              <a:latin typeface="+mj-lt"/>
            </a:endParaRPr>
          </a:p>
        </p:txBody>
      </p:sp>
    </p:spTree>
    <p:extLst>
      <p:ext uri="{BB962C8B-B14F-4D97-AF65-F5344CB8AC3E}">
        <p14:creationId xmlns:p14="http://schemas.microsoft.com/office/powerpoint/2010/main" val="13568812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8">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8">
                                            <p:txEl>
                                              <p:pRg st="2" end="2"/>
                                            </p:txEl>
                                          </p:spTgt>
                                        </p:tgtEl>
                                        <p:attrNameLst>
                                          <p:attrName>style.visibility</p:attrName>
                                        </p:attrNameLst>
                                      </p:cBhvr>
                                      <p:to>
                                        <p:strVal val="visible"/>
                                      </p:to>
                                    </p:set>
                                  </p:childTnLst>
                                </p:cTn>
                              </p:par>
                              <p:par>
                                <p:cTn id="25" presetID="1" presetClass="entr" presetSubtype="0" fill="hold" grpId="1" nodeType="withEffect">
                                  <p:stCondLst>
                                    <p:cond delay="0"/>
                                  </p:stCondLst>
                                  <p:childTnLst>
                                    <p:set>
                                      <p:cBhvr>
                                        <p:cTn id="26" dur="1" fill="hold">
                                          <p:stCondLst>
                                            <p:cond delay="0"/>
                                          </p:stCondLst>
                                        </p:cTn>
                                        <p:tgtEl>
                                          <p:spTgt spid="4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7"/>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2"/>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51"/>
                                        </p:tgtEl>
                                        <p:attrNameLst>
                                          <p:attrName>style.visibility</p:attrName>
                                        </p:attrNameLst>
                                      </p:cBhvr>
                                      <p:to>
                                        <p:strVal val="visible"/>
                                      </p:to>
                                    </p:set>
                                  </p:childTnLst>
                                </p:cTn>
                              </p:par>
                              <p:par>
                                <p:cTn id="39" presetID="1" presetClass="exit" presetSubtype="0" fill="hold" grpId="0" nodeType="withEffect">
                                  <p:stCondLst>
                                    <p:cond delay="0"/>
                                  </p:stCondLst>
                                  <p:childTnLst>
                                    <p:set>
                                      <p:cBhvr>
                                        <p:cTn id="40" dur="1" fill="hold">
                                          <p:stCondLst>
                                            <p:cond delay="0"/>
                                          </p:stCondLst>
                                        </p:cTn>
                                        <p:tgtEl>
                                          <p:spTgt spid="49"/>
                                        </p:tgtEl>
                                        <p:attrNameLst>
                                          <p:attrName>style.visibility</p:attrName>
                                        </p:attrNameLst>
                                      </p:cBhvr>
                                      <p:to>
                                        <p:strVal val="hidden"/>
                                      </p:to>
                                    </p:set>
                                  </p:childTnLst>
                                </p:cTn>
                              </p:par>
                              <p:par>
                                <p:cTn id="41" presetID="1" presetClass="entr" presetSubtype="0" fill="hold" grpId="1" nodeType="withEffect">
                                  <p:stCondLst>
                                    <p:cond delay="0"/>
                                  </p:stCondLst>
                                  <p:childTnLst>
                                    <p:set>
                                      <p:cBhvr>
                                        <p:cTn id="42" dur="1" fill="hold">
                                          <p:stCondLst>
                                            <p:cond delay="0"/>
                                          </p:stCondLst>
                                        </p:cTn>
                                        <p:tgtEl>
                                          <p:spTgt spid="55"/>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3"/>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28">
                                            <p:txEl>
                                              <p:pRg st="3" end="3"/>
                                            </p:txEl>
                                          </p:spTgt>
                                        </p:tgtEl>
                                        <p:attrNameLst>
                                          <p:attrName>style.visibility</p:attrName>
                                        </p:attrNameLst>
                                      </p:cBhvr>
                                      <p:to>
                                        <p:strVal val="visible"/>
                                      </p:to>
                                    </p:set>
                                  </p:childTnLst>
                                </p:cTn>
                              </p:par>
                              <p:par>
                                <p:cTn id="49" presetID="1" presetClass="exit" presetSubtype="0" fill="hold" grpId="0" nodeType="withEffect">
                                  <p:stCondLst>
                                    <p:cond delay="0"/>
                                  </p:stCondLst>
                                  <p:childTnLst>
                                    <p:set>
                                      <p:cBhvr>
                                        <p:cTn id="50" dur="1" fill="hold">
                                          <p:stCondLst>
                                            <p:cond delay="0"/>
                                          </p:stCondLst>
                                        </p:cTn>
                                        <p:tgtEl>
                                          <p:spTgt spid="55"/>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8">
                                            <p:txEl>
                                              <p:pRg st="4" end="4"/>
                                            </p:txEl>
                                          </p:spTgt>
                                        </p:tgtEl>
                                        <p:attrNameLst>
                                          <p:attrName>style.visibility</p:attrName>
                                        </p:attrNameLst>
                                      </p:cBhvr>
                                      <p:to>
                                        <p:strVal val="visible"/>
                                      </p:to>
                                    </p:set>
                                  </p:childTnLst>
                                </p:cTn>
                              </p:par>
                              <p:par>
                                <p:cTn id="55" presetID="1" presetClass="entr" presetSubtype="0" fill="hold" grpId="1" nodeType="withEffect">
                                  <p:stCondLst>
                                    <p:cond delay="0"/>
                                  </p:stCondLst>
                                  <p:childTnLst>
                                    <p:set>
                                      <p:cBhvr>
                                        <p:cTn id="56" dur="1" fill="hold">
                                          <p:stCondLst>
                                            <p:cond delay="0"/>
                                          </p:stCondLst>
                                        </p:cTn>
                                        <p:tgtEl>
                                          <p:spTgt spid="54"/>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xit" presetSubtype="0" fill="hold" grpId="0" nodeType="clickEffect">
                                  <p:stCondLst>
                                    <p:cond delay="0"/>
                                  </p:stCondLst>
                                  <p:childTnLst>
                                    <p:set>
                                      <p:cBhvr>
                                        <p:cTn id="60" dur="1" fill="hold">
                                          <p:stCondLst>
                                            <p:cond delay="0"/>
                                          </p:stCondLst>
                                        </p:cTn>
                                        <p:tgtEl>
                                          <p:spTgt spid="5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47" grpId="0" animBg="1"/>
      <p:bldP spid="48" grpId="0"/>
      <p:bldP spid="49" grpId="0" animBg="1"/>
      <p:bldP spid="49" grpId="1" animBg="1"/>
      <p:bldP spid="52" grpId="0"/>
      <p:bldP spid="53" grpId="0" animBg="1"/>
      <p:bldP spid="54" grpId="0" animBg="1"/>
      <p:bldP spid="54" grpId="1" animBg="1"/>
      <p:bldP spid="55" grpId="0" animBg="1"/>
      <p:bldP spid="55" grpId="1" animBg="1"/>
      <p:bldP spid="57"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Enforcing Causal Communication</a:t>
            </a:r>
          </a:p>
        </p:txBody>
      </p:sp>
      <p:sp>
        <p:nvSpPr>
          <p:cNvPr id="28" name="Content Placeholder 2">
            <a:extLst>
              <a:ext uri="{FF2B5EF4-FFF2-40B4-BE49-F238E27FC236}">
                <a16:creationId xmlns:a16="http://schemas.microsoft.com/office/drawing/2014/main" xmlns="" id="{05FF24D1-5277-417B-BCE3-776DD62CA93A}"/>
              </a:ext>
            </a:extLst>
          </p:cNvPr>
          <p:cNvSpPr>
            <a:spLocks noGrp="1"/>
          </p:cNvSpPr>
          <p:nvPr>
            <p:ph idx="1"/>
          </p:nvPr>
        </p:nvSpPr>
        <p:spPr/>
        <p:txBody>
          <a:bodyPr>
            <a:normAutofit/>
          </a:bodyPr>
          <a:lstStyle/>
          <a:p>
            <a:pPr>
              <a:lnSpc>
                <a:spcPct val="110000"/>
              </a:lnSpc>
              <a:spcBef>
                <a:spcPts val="200"/>
              </a:spcBef>
              <a:spcAft>
                <a:spcPts val="200"/>
              </a:spcAft>
            </a:pPr>
            <a:r>
              <a:rPr lang="en-US" altLang="en-US" dirty="0">
                <a:latin typeface="+mj-lt"/>
              </a:rPr>
              <a:t>Assume that messages are </a:t>
            </a:r>
            <a:r>
              <a:rPr lang="en-US" altLang="en-US" i="1" dirty="0">
                <a:latin typeface="+mj-lt"/>
              </a:rPr>
              <a:t>multicast</a:t>
            </a:r>
            <a:r>
              <a:rPr lang="en-US" altLang="en-US" dirty="0">
                <a:latin typeface="+mj-lt"/>
              </a:rPr>
              <a:t> within a group of processes, P</a:t>
            </a:r>
            <a:r>
              <a:rPr lang="en-US" altLang="en-US" baseline="-25000" dirty="0">
                <a:latin typeface="+mj-lt"/>
              </a:rPr>
              <a:t>0</a:t>
            </a:r>
            <a:r>
              <a:rPr lang="en-US" altLang="en-US" dirty="0">
                <a:latin typeface="+mj-lt"/>
              </a:rPr>
              <a:t>, P</a:t>
            </a:r>
            <a:r>
              <a:rPr lang="en-US" altLang="en-US" baseline="-25000" dirty="0">
                <a:latin typeface="+mj-lt"/>
              </a:rPr>
              <a:t>1</a:t>
            </a:r>
            <a:r>
              <a:rPr lang="en-US" altLang="en-US" dirty="0">
                <a:latin typeface="+mj-lt"/>
              </a:rPr>
              <a:t> and P</a:t>
            </a:r>
            <a:r>
              <a:rPr lang="en-US" altLang="en-US" baseline="-25000" dirty="0">
                <a:latin typeface="+mj-lt"/>
              </a:rPr>
              <a:t>2</a:t>
            </a:r>
            <a:endParaRPr lang="en-US" altLang="en-US" dirty="0">
              <a:latin typeface="+mj-lt"/>
            </a:endParaRPr>
          </a:p>
          <a:p>
            <a:pPr>
              <a:lnSpc>
                <a:spcPct val="110000"/>
              </a:lnSpc>
              <a:spcBef>
                <a:spcPts val="200"/>
              </a:spcBef>
              <a:spcAft>
                <a:spcPts val="200"/>
              </a:spcAft>
            </a:pPr>
            <a:r>
              <a:rPr lang="en-US" altLang="en-US" dirty="0" smtClean="0">
                <a:latin typeface="+mj-lt"/>
              </a:rPr>
              <a:t>To </a:t>
            </a:r>
            <a:r>
              <a:rPr lang="en-US" altLang="en-US" dirty="0">
                <a:latin typeface="+mj-lt"/>
              </a:rPr>
              <a:t>enforce </a:t>
            </a:r>
            <a:r>
              <a:rPr lang="en-US" altLang="en-US" dirty="0">
                <a:solidFill>
                  <a:schemeClr val="accent6"/>
                </a:solidFill>
                <a:latin typeface="+mj-lt"/>
              </a:rPr>
              <a:t>causally-ordered multicasting</a:t>
            </a:r>
            <a:r>
              <a:rPr lang="en-US" altLang="en-US" dirty="0">
                <a:latin typeface="+mj-lt"/>
              </a:rPr>
              <a:t>, the delivery of a message </a:t>
            </a:r>
            <a:r>
              <a:rPr lang="en-US" altLang="en-US" b="1" i="1" dirty="0">
                <a:latin typeface="+mj-lt"/>
              </a:rPr>
              <a:t>m</a:t>
            </a:r>
            <a:r>
              <a:rPr lang="en-US" altLang="en-US" dirty="0">
                <a:latin typeface="+mj-lt"/>
              </a:rPr>
              <a:t> sent from P</a:t>
            </a:r>
            <a:r>
              <a:rPr lang="en-US" altLang="en-US" baseline="-25000" dirty="0">
                <a:latin typeface="+mj-lt"/>
              </a:rPr>
              <a:t>i</a:t>
            </a:r>
            <a:r>
              <a:rPr lang="en-US" altLang="en-US" dirty="0">
                <a:latin typeface="+mj-lt"/>
              </a:rPr>
              <a:t> to P</a:t>
            </a:r>
            <a:r>
              <a:rPr lang="en-US" altLang="en-US" baseline="-25000" dirty="0">
                <a:latin typeface="+mj-lt"/>
              </a:rPr>
              <a:t>j</a:t>
            </a:r>
            <a:r>
              <a:rPr lang="en-US" altLang="en-US" dirty="0">
                <a:latin typeface="+mj-lt"/>
              </a:rPr>
              <a:t> can be delayed until the following two conditions are met:</a:t>
            </a:r>
          </a:p>
          <a:p>
            <a:pPr lvl="1">
              <a:lnSpc>
                <a:spcPct val="100000"/>
              </a:lnSpc>
              <a:spcBef>
                <a:spcPts val="200"/>
              </a:spcBef>
              <a:spcAft>
                <a:spcPts val="200"/>
              </a:spcAft>
              <a:buFont typeface="Wingdings" panose="05000000000000000000" pitchFamily="2" charset="2"/>
              <a:buChar char="§"/>
            </a:pPr>
            <a:r>
              <a:rPr lang="en-US" altLang="en-US" sz="2400" dirty="0" err="1">
                <a:latin typeface="+mj-lt"/>
                <a:ea typeface="Arial" panose="020B0604020202020204" pitchFamily="34" charset="0"/>
              </a:rPr>
              <a:t>ts</a:t>
            </a:r>
            <a:r>
              <a:rPr lang="en-US" altLang="en-US" sz="2400" dirty="0">
                <a:latin typeface="+mj-lt"/>
                <a:ea typeface="Arial" panose="020B0604020202020204" pitchFamily="34" charset="0"/>
              </a:rPr>
              <a:t>(m)[</a:t>
            </a:r>
            <a:r>
              <a:rPr lang="en-US" altLang="en-US" sz="2400" dirty="0" err="1">
                <a:latin typeface="+mj-lt"/>
                <a:ea typeface="Arial" panose="020B0604020202020204" pitchFamily="34" charset="0"/>
              </a:rPr>
              <a:t>i</a:t>
            </a:r>
            <a:r>
              <a:rPr lang="en-US" altLang="en-US" sz="2400" dirty="0">
                <a:latin typeface="+mj-lt"/>
                <a:ea typeface="Arial" panose="020B0604020202020204" pitchFamily="34" charset="0"/>
              </a:rPr>
              <a:t>] = </a:t>
            </a:r>
            <a:r>
              <a:rPr lang="en-US" altLang="en-US" sz="2400" dirty="0" err="1">
                <a:latin typeface="+mj-lt"/>
                <a:ea typeface="Arial" panose="020B0604020202020204" pitchFamily="34" charset="0"/>
              </a:rPr>
              <a:t>VCj</a:t>
            </a:r>
            <a:r>
              <a:rPr lang="en-US" altLang="en-US" sz="2400" dirty="0">
                <a:latin typeface="+mj-lt"/>
                <a:ea typeface="Arial" panose="020B0604020202020204" pitchFamily="34" charset="0"/>
              </a:rPr>
              <a:t>[</a:t>
            </a:r>
            <a:r>
              <a:rPr lang="en-US" altLang="en-US" sz="2400" dirty="0" err="1">
                <a:latin typeface="+mj-lt"/>
                <a:ea typeface="Arial" panose="020B0604020202020204" pitchFamily="34" charset="0"/>
              </a:rPr>
              <a:t>i</a:t>
            </a:r>
            <a:r>
              <a:rPr lang="en-US" altLang="en-US" sz="2400" dirty="0">
                <a:latin typeface="+mj-lt"/>
                <a:ea typeface="Arial" panose="020B0604020202020204" pitchFamily="34" charset="0"/>
              </a:rPr>
              <a:t>] + 1 (Condition I)</a:t>
            </a:r>
          </a:p>
          <a:p>
            <a:pPr lvl="1">
              <a:lnSpc>
                <a:spcPct val="100000"/>
              </a:lnSpc>
              <a:spcBef>
                <a:spcPts val="200"/>
              </a:spcBef>
              <a:spcAft>
                <a:spcPts val="200"/>
              </a:spcAft>
              <a:buFont typeface="Wingdings" panose="05000000000000000000" pitchFamily="2" charset="2"/>
              <a:buChar char="§"/>
            </a:pPr>
            <a:r>
              <a:rPr lang="en-US" altLang="en-US" sz="2400" dirty="0" err="1">
                <a:latin typeface="+mj-lt"/>
                <a:ea typeface="Arial" panose="020B0604020202020204" pitchFamily="34" charset="0"/>
              </a:rPr>
              <a:t>ts</a:t>
            </a:r>
            <a:r>
              <a:rPr lang="en-US" altLang="en-US" sz="2400" dirty="0">
                <a:latin typeface="+mj-lt"/>
                <a:ea typeface="Arial" panose="020B0604020202020204" pitchFamily="34" charset="0"/>
              </a:rPr>
              <a:t>(m)[k] &lt;= </a:t>
            </a:r>
            <a:r>
              <a:rPr lang="en-US" altLang="en-US" sz="2400" dirty="0" err="1">
                <a:latin typeface="+mj-lt"/>
                <a:ea typeface="Arial" panose="020B0604020202020204" pitchFamily="34" charset="0"/>
              </a:rPr>
              <a:t>VCj</a:t>
            </a:r>
            <a:r>
              <a:rPr lang="en-US" altLang="en-US" sz="2400" dirty="0">
                <a:latin typeface="+mj-lt"/>
                <a:ea typeface="Arial" panose="020B0604020202020204" pitchFamily="34" charset="0"/>
              </a:rPr>
              <a:t>[k] for all k != </a:t>
            </a:r>
            <a:r>
              <a:rPr lang="en-US" altLang="en-US" sz="2400" dirty="0" err="1">
                <a:latin typeface="+mj-lt"/>
                <a:ea typeface="Arial" panose="020B0604020202020204" pitchFamily="34" charset="0"/>
              </a:rPr>
              <a:t>i</a:t>
            </a:r>
            <a:r>
              <a:rPr lang="en-US" altLang="en-US" sz="2400" dirty="0">
                <a:latin typeface="+mj-lt"/>
                <a:ea typeface="Arial" panose="020B0604020202020204" pitchFamily="34" charset="0"/>
              </a:rPr>
              <a:t> (Condition II)</a:t>
            </a:r>
          </a:p>
          <a:p>
            <a:pPr>
              <a:lnSpc>
                <a:spcPct val="110000"/>
              </a:lnSpc>
              <a:spcBef>
                <a:spcPts val="200"/>
              </a:spcBef>
              <a:spcAft>
                <a:spcPts val="200"/>
              </a:spcAft>
              <a:buFontTx/>
              <a:buNone/>
            </a:pPr>
            <a:r>
              <a:rPr lang="en-US" altLang="en-US" i="1" dirty="0">
                <a:latin typeface="+mj-lt"/>
                <a:cs typeface="Courier New" panose="02070309020205020404" pitchFamily="49" charset="0"/>
              </a:rPr>
              <a:t>	</a:t>
            </a:r>
            <a:r>
              <a:rPr lang="en-US" altLang="en-US" dirty="0">
                <a:solidFill>
                  <a:srgbClr val="1D3064"/>
                </a:solidFill>
                <a:latin typeface="+mj-lt"/>
                <a:cs typeface="Courier New" panose="02070309020205020404" pitchFamily="49" charset="0"/>
              </a:rPr>
              <a:t>Assuming that P</a:t>
            </a:r>
            <a:r>
              <a:rPr lang="en-US" altLang="en-US" baseline="-25000" dirty="0">
                <a:solidFill>
                  <a:srgbClr val="1D3064"/>
                </a:solidFill>
                <a:latin typeface="+mj-lt"/>
                <a:cs typeface="Courier New" panose="02070309020205020404" pitchFamily="49" charset="0"/>
              </a:rPr>
              <a:t>i</a:t>
            </a:r>
            <a:r>
              <a:rPr lang="en-US" altLang="en-US" dirty="0">
                <a:solidFill>
                  <a:srgbClr val="1D3064"/>
                </a:solidFill>
                <a:latin typeface="+mj-lt"/>
                <a:cs typeface="Courier New" panose="02070309020205020404" pitchFamily="49" charset="0"/>
              </a:rPr>
              <a:t> only increments VC</a:t>
            </a:r>
            <a:r>
              <a:rPr lang="en-US" altLang="en-US" baseline="-25000" dirty="0">
                <a:solidFill>
                  <a:srgbClr val="1D3064"/>
                </a:solidFill>
                <a:latin typeface="+mj-lt"/>
                <a:cs typeface="Courier New" panose="02070309020205020404" pitchFamily="49" charset="0"/>
              </a:rPr>
              <a:t>i</a:t>
            </a:r>
            <a:r>
              <a:rPr lang="en-US" altLang="en-US" dirty="0">
                <a:solidFill>
                  <a:srgbClr val="1D3064"/>
                </a:solidFill>
                <a:latin typeface="+mj-lt"/>
                <a:cs typeface="Courier New" panose="02070309020205020404" pitchFamily="49" charset="0"/>
              </a:rPr>
              <a:t>[</a:t>
            </a:r>
            <a:r>
              <a:rPr lang="en-US" altLang="en-US" dirty="0" err="1">
                <a:solidFill>
                  <a:srgbClr val="1D3064"/>
                </a:solidFill>
                <a:latin typeface="+mj-lt"/>
                <a:cs typeface="Courier New" panose="02070309020205020404" pitchFamily="49" charset="0"/>
              </a:rPr>
              <a:t>i</a:t>
            </a:r>
            <a:r>
              <a:rPr lang="en-US" altLang="en-US" dirty="0">
                <a:solidFill>
                  <a:srgbClr val="1D3064"/>
                </a:solidFill>
                <a:latin typeface="+mj-lt"/>
                <a:cs typeface="Courier New" panose="02070309020205020404" pitchFamily="49" charset="0"/>
              </a:rPr>
              <a:t>] upon sending m and adjusts VC</a:t>
            </a:r>
            <a:r>
              <a:rPr lang="en-US" altLang="en-US" baseline="-25000" dirty="0">
                <a:solidFill>
                  <a:srgbClr val="1D3064"/>
                </a:solidFill>
                <a:latin typeface="+mj-lt"/>
                <a:cs typeface="Courier New" panose="02070309020205020404" pitchFamily="49" charset="0"/>
              </a:rPr>
              <a:t>i</a:t>
            </a:r>
            <a:r>
              <a:rPr lang="en-US" altLang="en-US" dirty="0">
                <a:solidFill>
                  <a:srgbClr val="1D3064"/>
                </a:solidFill>
                <a:latin typeface="+mj-lt"/>
                <a:cs typeface="Courier New" panose="02070309020205020404" pitchFamily="49" charset="0"/>
              </a:rPr>
              <a:t>[k] to max{VC</a:t>
            </a:r>
            <a:r>
              <a:rPr lang="en-US" altLang="en-US" baseline="-25000" dirty="0">
                <a:solidFill>
                  <a:srgbClr val="1D3064"/>
                </a:solidFill>
                <a:latin typeface="+mj-lt"/>
                <a:cs typeface="Courier New" panose="02070309020205020404" pitchFamily="49" charset="0"/>
              </a:rPr>
              <a:t>i</a:t>
            </a:r>
            <a:r>
              <a:rPr lang="en-US" altLang="en-US" dirty="0">
                <a:solidFill>
                  <a:srgbClr val="1D3064"/>
                </a:solidFill>
                <a:latin typeface="+mj-lt"/>
                <a:cs typeface="Courier New" panose="02070309020205020404" pitchFamily="49" charset="0"/>
              </a:rPr>
              <a:t>[k], </a:t>
            </a:r>
            <a:r>
              <a:rPr lang="en-US" altLang="en-US" dirty="0" err="1">
                <a:solidFill>
                  <a:srgbClr val="1D3064"/>
                </a:solidFill>
                <a:latin typeface="+mj-lt"/>
                <a:cs typeface="Courier New" panose="02070309020205020404" pitchFamily="49" charset="0"/>
              </a:rPr>
              <a:t>ts</a:t>
            </a:r>
            <a:r>
              <a:rPr lang="en-US" altLang="en-US" dirty="0">
                <a:solidFill>
                  <a:srgbClr val="1D3064"/>
                </a:solidFill>
                <a:latin typeface="+mj-lt"/>
                <a:cs typeface="Courier New" panose="02070309020205020404" pitchFamily="49" charset="0"/>
              </a:rPr>
              <a:t>(m)[k]} for each k upon receiving a message m</a:t>
            </a:r>
            <a:r>
              <a:rPr lang="ja-JP" altLang="en-US" dirty="0">
                <a:solidFill>
                  <a:srgbClr val="1D3064"/>
                </a:solidFill>
                <a:latin typeface="+mj-lt"/>
                <a:cs typeface="Courier New" panose="02070309020205020404" pitchFamily="49" charset="0"/>
              </a:rPr>
              <a:t>’</a:t>
            </a:r>
            <a:endParaRPr lang="en-US" altLang="en-US" dirty="0">
              <a:solidFill>
                <a:srgbClr val="1D3064"/>
              </a:solidFill>
              <a:latin typeface="+mj-lt"/>
              <a:ea typeface="Arial" panose="020B0604020202020204" pitchFamily="34" charset="0"/>
            </a:endParaRPr>
          </a:p>
          <a:p>
            <a:pPr>
              <a:lnSpc>
                <a:spcPct val="100000"/>
              </a:lnSpc>
              <a:spcBef>
                <a:spcPts val="300"/>
              </a:spcBef>
              <a:spcAft>
                <a:spcPts val="300"/>
              </a:spcAft>
            </a:pPr>
            <a:endParaRPr lang="en-US" altLang="en-US" sz="2400" b="1" dirty="0">
              <a:latin typeface="+mj-lt"/>
              <a:ea typeface="MS PGothic" panose="020B0600070205080204" pitchFamily="34" charset="-128"/>
            </a:endParaRPr>
          </a:p>
        </p:txBody>
      </p:sp>
      <p:cxnSp>
        <p:nvCxnSpPr>
          <p:cNvPr id="60" name="Straight Connector 59">
            <a:extLst>
              <a:ext uri="{FF2B5EF4-FFF2-40B4-BE49-F238E27FC236}">
                <a16:creationId xmlns:a16="http://schemas.microsoft.com/office/drawing/2014/main" xmlns="" id="{5E28CA13-9396-4B13-BCAA-94F8D84FFBFE}"/>
              </a:ext>
            </a:extLst>
          </p:cNvPr>
          <p:cNvCxnSpPr/>
          <p:nvPr/>
        </p:nvCxnSpPr>
        <p:spPr>
          <a:xfrm>
            <a:off x="2266950" y="4428040"/>
            <a:ext cx="5334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xmlns="" id="{0EFEC7D7-E2AE-4389-8533-B15F9288F2B3}"/>
              </a:ext>
            </a:extLst>
          </p:cNvPr>
          <p:cNvCxnSpPr/>
          <p:nvPr/>
        </p:nvCxnSpPr>
        <p:spPr>
          <a:xfrm>
            <a:off x="2266950" y="5167816"/>
            <a:ext cx="5334000" cy="22225"/>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xmlns="" id="{800E75DC-7413-46E5-8657-97B56CB89ABC}"/>
              </a:ext>
            </a:extLst>
          </p:cNvPr>
          <p:cNvCxnSpPr/>
          <p:nvPr/>
        </p:nvCxnSpPr>
        <p:spPr>
          <a:xfrm>
            <a:off x="2266950" y="5875840"/>
            <a:ext cx="5334000" cy="0"/>
          </a:xfrm>
          <a:prstGeom prst="line">
            <a:avLst/>
          </a:prstGeom>
          <a:ln w="28575">
            <a:solidFill>
              <a:srgbClr val="1D3064"/>
            </a:solidFill>
          </a:ln>
        </p:spPr>
        <p:style>
          <a:lnRef idx="1">
            <a:schemeClr val="accent1"/>
          </a:lnRef>
          <a:fillRef idx="0">
            <a:schemeClr val="accent1"/>
          </a:fillRef>
          <a:effectRef idx="0">
            <a:schemeClr val="accent1"/>
          </a:effectRef>
          <a:fontRef idx="minor">
            <a:schemeClr val="tx1"/>
          </a:fontRef>
        </p:style>
      </p:cxnSp>
      <p:sp>
        <p:nvSpPr>
          <p:cNvPr id="63" name="TextBox 6">
            <a:extLst>
              <a:ext uri="{FF2B5EF4-FFF2-40B4-BE49-F238E27FC236}">
                <a16:creationId xmlns:a16="http://schemas.microsoft.com/office/drawing/2014/main" xmlns="" id="{2DC60D6D-7409-413D-83F6-E67E1F4ABDFE}"/>
              </a:ext>
            </a:extLst>
          </p:cNvPr>
          <p:cNvSpPr txBox="1">
            <a:spLocks noChangeArrowheads="1"/>
          </p:cNvSpPr>
          <p:nvPr/>
        </p:nvSpPr>
        <p:spPr bwMode="auto">
          <a:xfrm>
            <a:off x="1771648" y="4253415"/>
            <a:ext cx="5334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3200">
                <a:solidFill>
                  <a:srgbClr val="808080"/>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800" b="1" dirty="0">
                <a:solidFill>
                  <a:schemeClr val="tx1"/>
                </a:solidFill>
                <a:latin typeface="+mj-lt"/>
              </a:rPr>
              <a:t>P</a:t>
            </a:r>
            <a:r>
              <a:rPr lang="en-US" altLang="en-US" sz="1800" b="1" baseline="-25000" dirty="0">
                <a:solidFill>
                  <a:schemeClr val="tx1"/>
                </a:solidFill>
                <a:latin typeface="+mj-lt"/>
              </a:rPr>
              <a:t>0</a:t>
            </a:r>
            <a:endParaRPr lang="en-US" altLang="en-US" sz="1800" b="1" dirty="0">
              <a:solidFill>
                <a:schemeClr val="tx1"/>
              </a:solidFill>
              <a:latin typeface="+mj-lt"/>
            </a:endParaRPr>
          </a:p>
        </p:txBody>
      </p:sp>
      <p:sp>
        <p:nvSpPr>
          <p:cNvPr id="64" name="TextBox 7">
            <a:extLst>
              <a:ext uri="{FF2B5EF4-FFF2-40B4-BE49-F238E27FC236}">
                <a16:creationId xmlns:a16="http://schemas.microsoft.com/office/drawing/2014/main" xmlns="" id="{DF864F29-385A-4292-8EA7-D3841ED28445}"/>
              </a:ext>
            </a:extLst>
          </p:cNvPr>
          <p:cNvSpPr txBox="1">
            <a:spLocks noChangeArrowheads="1"/>
          </p:cNvSpPr>
          <p:nvPr/>
        </p:nvSpPr>
        <p:spPr bwMode="auto">
          <a:xfrm>
            <a:off x="1771648" y="4993190"/>
            <a:ext cx="5334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3200">
                <a:solidFill>
                  <a:srgbClr val="808080"/>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800" b="1">
                <a:solidFill>
                  <a:schemeClr val="accent6"/>
                </a:solidFill>
                <a:latin typeface="+mj-lt"/>
              </a:rPr>
              <a:t>P</a:t>
            </a:r>
            <a:r>
              <a:rPr lang="en-US" altLang="en-US" sz="1800" b="1" baseline="-25000">
                <a:solidFill>
                  <a:schemeClr val="accent6"/>
                </a:solidFill>
                <a:latin typeface="+mj-lt"/>
              </a:rPr>
              <a:t>1</a:t>
            </a:r>
            <a:endParaRPr lang="en-US" altLang="en-US" sz="1800" b="1">
              <a:solidFill>
                <a:schemeClr val="accent6"/>
              </a:solidFill>
              <a:latin typeface="+mj-lt"/>
            </a:endParaRPr>
          </a:p>
        </p:txBody>
      </p:sp>
      <p:sp>
        <p:nvSpPr>
          <p:cNvPr id="65" name="TextBox 8">
            <a:extLst>
              <a:ext uri="{FF2B5EF4-FFF2-40B4-BE49-F238E27FC236}">
                <a16:creationId xmlns:a16="http://schemas.microsoft.com/office/drawing/2014/main" xmlns="" id="{41702274-CF39-4FEE-8D0A-FB1C77B64DBC}"/>
              </a:ext>
            </a:extLst>
          </p:cNvPr>
          <p:cNvSpPr txBox="1">
            <a:spLocks noChangeArrowheads="1"/>
          </p:cNvSpPr>
          <p:nvPr/>
        </p:nvSpPr>
        <p:spPr bwMode="auto">
          <a:xfrm>
            <a:off x="1771648" y="5690104"/>
            <a:ext cx="5334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3200">
                <a:solidFill>
                  <a:srgbClr val="808080"/>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800" b="1">
                <a:solidFill>
                  <a:srgbClr val="1D3064"/>
                </a:solidFill>
                <a:latin typeface="+mj-lt"/>
              </a:rPr>
              <a:t>P</a:t>
            </a:r>
            <a:r>
              <a:rPr lang="en-US" altLang="en-US" sz="1800" b="1" baseline="-25000">
                <a:solidFill>
                  <a:srgbClr val="1D3064"/>
                </a:solidFill>
                <a:latin typeface="+mj-lt"/>
              </a:rPr>
              <a:t>2</a:t>
            </a:r>
            <a:endParaRPr lang="en-US" altLang="en-US" sz="1800" b="1">
              <a:solidFill>
                <a:srgbClr val="1D3064"/>
              </a:solidFill>
              <a:latin typeface="+mj-lt"/>
            </a:endParaRPr>
          </a:p>
        </p:txBody>
      </p:sp>
      <p:sp>
        <p:nvSpPr>
          <p:cNvPr id="66" name="TextBox 9">
            <a:extLst>
              <a:ext uri="{FF2B5EF4-FFF2-40B4-BE49-F238E27FC236}">
                <a16:creationId xmlns:a16="http://schemas.microsoft.com/office/drawing/2014/main" xmlns="" id="{C33867B5-7DC0-488F-A659-424CE9C4D6FB}"/>
              </a:ext>
            </a:extLst>
          </p:cNvPr>
          <p:cNvSpPr txBox="1">
            <a:spLocks noChangeArrowheads="1"/>
          </p:cNvSpPr>
          <p:nvPr/>
        </p:nvSpPr>
        <p:spPr bwMode="auto">
          <a:xfrm>
            <a:off x="3333750" y="4151816"/>
            <a:ext cx="138588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2"/>
              </a:buBlip>
              <a:defRPr sz="3200">
                <a:solidFill>
                  <a:srgbClr val="808080"/>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600" dirty="0">
                <a:solidFill>
                  <a:schemeClr val="tx1"/>
                </a:solidFill>
                <a:latin typeface="+mj-lt"/>
              </a:rPr>
              <a:t>VC</a:t>
            </a:r>
            <a:r>
              <a:rPr lang="en-US" altLang="en-US" sz="1600" baseline="-25000" dirty="0">
                <a:solidFill>
                  <a:schemeClr val="tx1"/>
                </a:solidFill>
                <a:latin typeface="+mj-lt"/>
              </a:rPr>
              <a:t>0</a:t>
            </a:r>
            <a:r>
              <a:rPr lang="en-US" altLang="en-US" sz="1600" dirty="0">
                <a:solidFill>
                  <a:schemeClr val="tx1"/>
                </a:solidFill>
                <a:latin typeface="+mj-lt"/>
              </a:rPr>
              <a:t>=(1,0,0)</a:t>
            </a:r>
            <a:endParaRPr lang="en-US" altLang="en-US" sz="1600" baseline="-25000" dirty="0">
              <a:solidFill>
                <a:schemeClr val="tx1"/>
              </a:solidFill>
              <a:latin typeface="+mj-lt"/>
            </a:endParaRPr>
          </a:p>
        </p:txBody>
      </p:sp>
      <p:cxnSp>
        <p:nvCxnSpPr>
          <p:cNvPr id="67" name="Straight Connector 66">
            <a:extLst>
              <a:ext uri="{FF2B5EF4-FFF2-40B4-BE49-F238E27FC236}">
                <a16:creationId xmlns:a16="http://schemas.microsoft.com/office/drawing/2014/main" xmlns="" id="{B6463A65-1E29-4E51-A674-6E7FF18B2683}"/>
              </a:ext>
            </a:extLst>
          </p:cNvPr>
          <p:cNvCxnSpPr/>
          <p:nvPr/>
        </p:nvCxnSpPr>
        <p:spPr>
          <a:xfrm>
            <a:off x="3409950" y="4351840"/>
            <a:ext cx="0" cy="1524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xmlns="" id="{F3A16F37-E0FC-4CFA-93BB-67E8B6B4EA16}"/>
              </a:ext>
            </a:extLst>
          </p:cNvPr>
          <p:cNvSpPr txBox="1">
            <a:spLocks noChangeArrowheads="1"/>
          </p:cNvSpPr>
          <p:nvPr/>
        </p:nvSpPr>
        <p:spPr bwMode="auto">
          <a:xfrm>
            <a:off x="5924550" y="4151816"/>
            <a:ext cx="138588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2"/>
              </a:buBlip>
              <a:defRPr sz="3200">
                <a:solidFill>
                  <a:srgbClr val="808080"/>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600" dirty="0">
                <a:solidFill>
                  <a:schemeClr val="tx1"/>
                </a:solidFill>
                <a:latin typeface="+mj-lt"/>
              </a:rPr>
              <a:t>VC</a:t>
            </a:r>
            <a:r>
              <a:rPr lang="en-US" altLang="en-US" sz="1600" baseline="-25000" dirty="0">
                <a:solidFill>
                  <a:schemeClr val="tx1"/>
                </a:solidFill>
                <a:latin typeface="+mj-lt"/>
              </a:rPr>
              <a:t>0</a:t>
            </a:r>
            <a:r>
              <a:rPr lang="en-US" altLang="en-US" sz="1600" dirty="0">
                <a:solidFill>
                  <a:schemeClr val="tx1"/>
                </a:solidFill>
                <a:latin typeface="+mj-lt"/>
              </a:rPr>
              <a:t>=(1,1,0)</a:t>
            </a:r>
            <a:endParaRPr lang="en-US" altLang="en-US" sz="1600" baseline="-25000" dirty="0">
              <a:solidFill>
                <a:schemeClr val="tx1"/>
              </a:solidFill>
              <a:latin typeface="+mj-lt"/>
            </a:endParaRPr>
          </a:p>
        </p:txBody>
      </p:sp>
      <p:cxnSp>
        <p:nvCxnSpPr>
          <p:cNvPr id="69" name="Straight Connector 68">
            <a:extLst>
              <a:ext uri="{FF2B5EF4-FFF2-40B4-BE49-F238E27FC236}">
                <a16:creationId xmlns:a16="http://schemas.microsoft.com/office/drawing/2014/main" xmlns="" id="{DC6E57A7-BA66-48F1-A29B-283F6457EA68}"/>
              </a:ext>
            </a:extLst>
          </p:cNvPr>
          <p:cNvCxnSpPr/>
          <p:nvPr/>
        </p:nvCxnSpPr>
        <p:spPr>
          <a:xfrm>
            <a:off x="6000750" y="4351840"/>
            <a:ext cx="0" cy="1524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xmlns="" id="{8BC36EF2-79FE-4FEB-A349-EA274B390510}"/>
              </a:ext>
            </a:extLst>
          </p:cNvPr>
          <p:cNvCxnSpPr/>
          <p:nvPr/>
        </p:nvCxnSpPr>
        <p:spPr>
          <a:xfrm>
            <a:off x="3409950" y="4428041"/>
            <a:ext cx="711200" cy="739775"/>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71" name="TextBox 14">
            <a:extLst>
              <a:ext uri="{FF2B5EF4-FFF2-40B4-BE49-F238E27FC236}">
                <a16:creationId xmlns:a16="http://schemas.microsoft.com/office/drawing/2014/main" xmlns="" id="{611F2505-93C4-426E-BEE0-C2B575D105F3}"/>
              </a:ext>
            </a:extLst>
          </p:cNvPr>
          <p:cNvSpPr txBox="1">
            <a:spLocks noChangeArrowheads="1"/>
          </p:cNvSpPr>
          <p:nvPr/>
        </p:nvSpPr>
        <p:spPr bwMode="auto">
          <a:xfrm>
            <a:off x="2190750" y="4143879"/>
            <a:ext cx="138588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2"/>
              </a:buBlip>
              <a:defRPr sz="3200">
                <a:solidFill>
                  <a:srgbClr val="808080"/>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600">
                <a:solidFill>
                  <a:schemeClr val="tx1"/>
                </a:solidFill>
                <a:latin typeface="+mj-lt"/>
              </a:rPr>
              <a:t>VC</a:t>
            </a:r>
            <a:r>
              <a:rPr lang="en-US" altLang="en-US" sz="1600" baseline="-25000">
                <a:solidFill>
                  <a:schemeClr val="tx1"/>
                </a:solidFill>
                <a:latin typeface="+mj-lt"/>
              </a:rPr>
              <a:t>0</a:t>
            </a:r>
            <a:r>
              <a:rPr lang="en-US" altLang="en-US" sz="1600">
                <a:solidFill>
                  <a:schemeClr val="tx1"/>
                </a:solidFill>
                <a:latin typeface="+mj-lt"/>
              </a:rPr>
              <a:t>=(0,0,0)</a:t>
            </a:r>
            <a:endParaRPr lang="en-US" altLang="en-US" sz="1600" baseline="-25000">
              <a:solidFill>
                <a:schemeClr val="tx1"/>
              </a:solidFill>
              <a:latin typeface="+mj-lt"/>
            </a:endParaRPr>
          </a:p>
        </p:txBody>
      </p:sp>
      <p:sp>
        <p:nvSpPr>
          <p:cNvPr id="72" name="TextBox 16">
            <a:extLst>
              <a:ext uri="{FF2B5EF4-FFF2-40B4-BE49-F238E27FC236}">
                <a16:creationId xmlns:a16="http://schemas.microsoft.com/office/drawing/2014/main" xmlns="" id="{608762F7-F158-4548-AE91-F1F07126871F}"/>
              </a:ext>
            </a:extLst>
          </p:cNvPr>
          <p:cNvSpPr txBox="1">
            <a:spLocks noChangeArrowheads="1"/>
          </p:cNvSpPr>
          <p:nvPr/>
        </p:nvSpPr>
        <p:spPr bwMode="auto">
          <a:xfrm>
            <a:off x="2190750" y="5599616"/>
            <a:ext cx="138588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2"/>
              </a:buBlip>
              <a:defRPr sz="3200">
                <a:solidFill>
                  <a:srgbClr val="808080"/>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600">
                <a:solidFill>
                  <a:srgbClr val="1D3064"/>
                </a:solidFill>
                <a:latin typeface="+mj-lt"/>
              </a:rPr>
              <a:t>VC</a:t>
            </a:r>
            <a:r>
              <a:rPr lang="en-US" altLang="en-US" sz="1600" baseline="-25000">
                <a:solidFill>
                  <a:srgbClr val="1D3064"/>
                </a:solidFill>
                <a:latin typeface="+mj-lt"/>
              </a:rPr>
              <a:t>2</a:t>
            </a:r>
            <a:r>
              <a:rPr lang="en-US" altLang="en-US" sz="1600">
                <a:solidFill>
                  <a:srgbClr val="1D3064"/>
                </a:solidFill>
                <a:latin typeface="+mj-lt"/>
              </a:rPr>
              <a:t>=(0,0,0)</a:t>
            </a:r>
            <a:endParaRPr lang="en-US" altLang="en-US" sz="1600" baseline="-25000">
              <a:solidFill>
                <a:srgbClr val="1D3064"/>
              </a:solidFill>
              <a:latin typeface="+mj-lt"/>
            </a:endParaRPr>
          </a:p>
        </p:txBody>
      </p:sp>
      <p:cxnSp>
        <p:nvCxnSpPr>
          <p:cNvPr id="73" name="Straight Connector 72">
            <a:extLst>
              <a:ext uri="{FF2B5EF4-FFF2-40B4-BE49-F238E27FC236}">
                <a16:creationId xmlns:a16="http://schemas.microsoft.com/office/drawing/2014/main" xmlns="" id="{DCBD107C-89E8-4D83-BBA7-AC26714FDE7F}"/>
              </a:ext>
            </a:extLst>
          </p:cNvPr>
          <p:cNvCxnSpPr/>
          <p:nvPr/>
        </p:nvCxnSpPr>
        <p:spPr>
          <a:xfrm>
            <a:off x="2266950" y="4351840"/>
            <a:ext cx="0" cy="1524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xmlns="" id="{2568BB89-8E98-49A0-B2C6-47C6EB64CDC8}"/>
              </a:ext>
            </a:extLst>
          </p:cNvPr>
          <p:cNvCxnSpPr/>
          <p:nvPr/>
        </p:nvCxnSpPr>
        <p:spPr>
          <a:xfrm>
            <a:off x="2266950" y="5091615"/>
            <a:ext cx="0" cy="15240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xmlns="" id="{AEA0EFE6-93B0-4E7B-B621-8F4E5AFEA038}"/>
              </a:ext>
            </a:extLst>
          </p:cNvPr>
          <p:cNvCxnSpPr/>
          <p:nvPr/>
        </p:nvCxnSpPr>
        <p:spPr>
          <a:xfrm>
            <a:off x="2266950" y="5799640"/>
            <a:ext cx="0" cy="152400"/>
          </a:xfrm>
          <a:prstGeom prst="line">
            <a:avLst/>
          </a:prstGeom>
          <a:ln w="28575">
            <a:solidFill>
              <a:srgbClr val="1D3064"/>
            </a:solidFill>
          </a:ln>
        </p:spPr>
        <p:style>
          <a:lnRef idx="1">
            <a:schemeClr val="accent1"/>
          </a:lnRef>
          <a:fillRef idx="0">
            <a:schemeClr val="accent1"/>
          </a:fillRef>
          <a:effectRef idx="0">
            <a:schemeClr val="accent1"/>
          </a:effectRef>
          <a:fontRef idx="minor">
            <a:schemeClr val="tx1"/>
          </a:fontRef>
        </p:style>
      </p:cxnSp>
      <p:sp>
        <p:nvSpPr>
          <p:cNvPr id="76" name="Rectangle 75">
            <a:extLst>
              <a:ext uri="{FF2B5EF4-FFF2-40B4-BE49-F238E27FC236}">
                <a16:creationId xmlns:a16="http://schemas.microsoft.com/office/drawing/2014/main" xmlns="" id="{CB965DA3-2D09-4CE3-923C-8E4CE6C75B5D}"/>
              </a:ext>
            </a:extLst>
          </p:cNvPr>
          <p:cNvSpPr/>
          <p:nvPr/>
        </p:nvSpPr>
        <p:spPr>
          <a:xfrm>
            <a:off x="2686050" y="4591554"/>
            <a:ext cx="889000" cy="307777"/>
          </a:xfrm>
          <a:prstGeom prst="rect">
            <a:avLst/>
          </a:prstGeom>
          <a:solidFill>
            <a:schemeClr val="accent6"/>
          </a:solidFill>
          <a:ln>
            <a:noFill/>
          </a:ln>
        </p:spPr>
        <p:style>
          <a:lnRef idx="2">
            <a:schemeClr val="accent6"/>
          </a:lnRef>
          <a:fillRef idx="1">
            <a:schemeClr val="lt1"/>
          </a:fillRef>
          <a:effectRef idx="0">
            <a:schemeClr val="accent6"/>
          </a:effectRef>
          <a:fontRef idx="minor">
            <a:schemeClr val="dk1"/>
          </a:fontRef>
        </p:style>
        <p:txBody>
          <a:bodyPr wrap="square">
            <a:spAutoFit/>
          </a:bodyPr>
          <a:lstStyle/>
          <a:p>
            <a:pPr eaLnBrk="1" hangingPunct="1">
              <a:defRPr/>
            </a:pPr>
            <a:r>
              <a:rPr lang="en-US" sz="1400" b="1" dirty="0">
                <a:solidFill>
                  <a:schemeClr val="bg1"/>
                </a:solidFill>
                <a:latin typeface="+mj-lt"/>
              </a:rPr>
              <a:t>m</a:t>
            </a:r>
            <a:r>
              <a:rPr lang="en-US" sz="1400" b="1" dirty="0">
                <a:solidFill>
                  <a:schemeClr val="bg1"/>
                </a:solidFill>
                <a:latin typeface="+mj-lt"/>
                <a:sym typeface="Wingdings" pitchFamily="2" charset="2"/>
              </a:rPr>
              <a:t>:(1</a:t>
            </a:r>
            <a:r>
              <a:rPr lang="en-US" sz="1400" b="1" dirty="0">
                <a:solidFill>
                  <a:schemeClr val="bg1"/>
                </a:solidFill>
                <a:latin typeface="+mj-lt"/>
              </a:rPr>
              <a:t>,0,0)</a:t>
            </a:r>
            <a:r>
              <a:rPr lang="en-US" sz="1400" b="1" dirty="0">
                <a:solidFill>
                  <a:schemeClr val="bg1"/>
                </a:solidFill>
                <a:latin typeface="+mj-lt"/>
                <a:cs typeface="Courier New" pitchFamily="49" charset="0"/>
              </a:rPr>
              <a:t> </a:t>
            </a:r>
            <a:endParaRPr lang="en-US" sz="1400" b="1" dirty="0">
              <a:solidFill>
                <a:schemeClr val="bg1"/>
              </a:solidFill>
              <a:latin typeface="+mj-lt"/>
            </a:endParaRPr>
          </a:p>
        </p:txBody>
      </p:sp>
      <p:sp>
        <p:nvSpPr>
          <p:cNvPr id="77" name="TextBox 76">
            <a:extLst>
              <a:ext uri="{FF2B5EF4-FFF2-40B4-BE49-F238E27FC236}">
                <a16:creationId xmlns:a16="http://schemas.microsoft.com/office/drawing/2014/main" xmlns="" id="{C9A768CC-1585-4590-9B3C-135189DA743E}"/>
              </a:ext>
            </a:extLst>
          </p:cNvPr>
          <p:cNvSpPr txBox="1">
            <a:spLocks noChangeArrowheads="1"/>
          </p:cNvSpPr>
          <p:nvPr/>
        </p:nvSpPr>
        <p:spPr bwMode="auto">
          <a:xfrm>
            <a:off x="5659438" y="4891591"/>
            <a:ext cx="138588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2"/>
              </a:buBlip>
              <a:defRPr sz="3200">
                <a:solidFill>
                  <a:srgbClr val="808080"/>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600">
                <a:solidFill>
                  <a:schemeClr val="accent6"/>
                </a:solidFill>
                <a:latin typeface="+mj-lt"/>
              </a:rPr>
              <a:t>VC</a:t>
            </a:r>
            <a:r>
              <a:rPr lang="en-US" altLang="en-US" sz="1600" baseline="-25000">
                <a:solidFill>
                  <a:schemeClr val="accent6"/>
                </a:solidFill>
                <a:latin typeface="+mj-lt"/>
              </a:rPr>
              <a:t>1</a:t>
            </a:r>
            <a:r>
              <a:rPr lang="en-US" altLang="en-US" sz="1600">
                <a:solidFill>
                  <a:schemeClr val="accent6"/>
                </a:solidFill>
                <a:latin typeface="+mj-lt"/>
              </a:rPr>
              <a:t>=(1,1,0)</a:t>
            </a:r>
            <a:endParaRPr lang="en-US" altLang="en-US" sz="1600" baseline="-25000">
              <a:solidFill>
                <a:schemeClr val="accent6"/>
              </a:solidFill>
              <a:latin typeface="+mj-lt"/>
            </a:endParaRPr>
          </a:p>
        </p:txBody>
      </p:sp>
      <p:cxnSp>
        <p:nvCxnSpPr>
          <p:cNvPr id="78" name="Straight Connector 77">
            <a:extLst>
              <a:ext uri="{FF2B5EF4-FFF2-40B4-BE49-F238E27FC236}">
                <a16:creationId xmlns:a16="http://schemas.microsoft.com/office/drawing/2014/main" xmlns="" id="{97B0BE60-A4DA-4F8C-8206-01FFEA402D25}"/>
              </a:ext>
            </a:extLst>
          </p:cNvPr>
          <p:cNvCxnSpPr/>
          <p:nvPr/>
        </p:nvCxnSpPr>
        <p:spPr>
          <a:xfrm flipV="1">
            <a:off x="5430838" y="4428041"/>
            <a:ext cx="569912" cy="771525"/>
          </a:xfrm>
          <a:prstGeom prst="line">
            <a:avLst/>
          </a:prstGeom>
          <a:ln w="28575">
            <a:solidFill>
              <a:schemeClr val="accent6"/>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xmlns="" id="{BA2934E6-5E4C-443D-A0BF-1720A861C817}"/>
              </a:ext>
            </a:extLst>
          </p:cNvPr>
          <p:cNvCxnSpPr/>
          <p:nvPr/>
        </p:nvCxnSpPr>
        <p:spPr>
          <a:xfrm>
            <a:off x="6440488" y="5799640"/>
            <a:ext cx="0" cy="152400"/>
          </a:xfrm>
          <a:prstGeom prst="line">
            <a:avLst/>
          </a:prstGeom>
          <a:ln w="28575">
            <a:solidFill>
              <a:srgbClr val="1D3064"/>
            </a:solidFill>
          </a:ln>
        </p:spPr>
        <p:style>
          <a:lnRef idx="1">
            <a:schemeClr val="accent1"/>
          </a:lnRef>
          <a:fillRef idx="0">
            <a:schemeClr val="accent1"/>
          </a:fillRef>
          <a:effectRef idx="0">
            <a:schemeClr val="accent1"/>
          </a:effectRef>
          <a:fontRef idx="minor">
            <a:schemeClr val="tx1"/>
          </a:fontRef>
        </p:style>
      </p:cxnSp>
      <p:sp>
        <p:nvSpPr>
          <p:cNvPr id="80" name="TextBox 79">
            <a:extLst>
              <a:ext uri="{FF2B5EF4-FFF2-40B4-BE49-F238E27FC236}">
                <a16:creationId xmlns:a16="http://schemas.microsoft.com/office/drawing/2014/main" xmlns="" id="{9DAD376B-4BF2-43D8-89B8-1EDAA795EB4A}"/>
              </a:ext>
            </a:extLst>
          </p:cNvPr>
          <p:cNvSpPr txBox="1">
            <a:spLocks noChangeArrowheads="1"/>
          </p:cNvSpPr>
          <p:nvPr/>
        </p:nvSpPr>
        <p:spPr bwMode="auto">
          <a:xfrm>
            <a:off x="6359525" y="5591679"/>
            <a:ext cx="138588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2"/>
              </a:buBlip>
              <a:defRPr sz="3200">
                <a:solidFill>
                  <a:srgbClr val="808080"/>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600">
                <a:solidFill>
                  <a:srgbClr val="1D3064"/>
                </a:solidFill>
                <a:latin typeface="+mj-lt"/>
              </a:rPr>
              <a:t>VC</a:t>
            </a:r>
            <a:r>
              <a:rPr lang="en-US" altLang="en-US" sz="1600" baseline="-25000">
                <a:solidFill>
                  <a:srgbClr val="1D3064"/>
                </a:solidFill>
                <a:latin typeface="+mj-lt"/>
              </a:rPr>
              <a:t>2</a:t>
            </a:r>
            <a:r>
              <a:rPr lang="en-US" altLang="en-US" sz="1600">
                <a:solidFill>
                  <a:srgbClr val="1D3064"/>
                </a:solidFill>
                <a:latin typeface="+mj-lt"/>
              </a:rPr>
              <a:t>=(1,0,0)</a:t>
            </a:r>
            <a:endParaRPr lang="en-US" altLang="en-US" sz="1600" baseline="-25000">
              <a:solidFill>
                <a:srgbClr val="1D3064"/>
              </a:solidFill>
              <a:latin typeface="+mj-lt"/>
            </a:endParaRPr>
          </a:p>
        </p:txBody>
      </p:sp>
      <p:cxnSp>
        <p:nvCxnSpPr>
          <p:cNvPr id="81" name="Straight Connector 80">
            <a:extLst>
              <a:ext uri="{FF2B5EF4-FFF2-40B4-BE49-F238E27FC236}">
                <a16:creationId xmlns:a16="http://schemas.microsoft.com/office/drawing/2014/main" xmlns="" id="{CC3DBEE5-7030-4C45-A6E2-1F1811E1D4A4}"/>
              </a:ext>
            </a:extLst>
          </p:cNvPr>
          <p:cNvCxnSpPr/>
          <p:nvPr/>
        </p:nvCxnSpPr>
        <p:spPr>
          <a:xfrm>
            <a:off x="5429250" y="5096378"/>
            <a:ext cx="0" cy="15240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xmlns="" id="{9BFE7E55-4ECB-450C-A87E-8A4A29388A0D}"/>
              </a:ext>
            </a:extLst>
          </p:cNvPr>
          <p:cNvCxnSpPr/>
          <p:nvPr/>
        </p:nvCxnSpPr>
        <p:spPr>
          <a:xfrm>
            <a:off x="4121150" y="5113840"/>
            <a:ext cx="0" cy="15240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83" name="TextBox 36">
            <a:extLst>
              <a:ext uri="{FF2B5EF4-FFF2-40B4-BE49-F238E27FC236}">
                <a16:creationId xmlns:a16="http://schemas.microsoft.com/office/drawing/2014/main" xmlns="" id="{680B54EB-F0CF-4DD4-83C0-DC81B54516C5}"/>
              </a:ext>
            </a:extLst>
          </p:cNvPr>
          <p:cNvSpPr txBox="1">
            <a:spLocks noChangeArrowheads="1"/>
          </p:cNvSpPr>
          <p:nvPr/>
        </p:nvSpPr>
        <p:spPr bwMode="auto">
          <a:xfrm>
            <a:off x="4040188" y="4891591"/>
            <a:ext cx="138588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2"/>
              </a:buBlip>
              <a:defRPr sz="3200">
                <a:solidFill>
                  <a:srgbClr val="808080"/>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600">
                <a:solidFill>
                  <a:schemeClr val="accent6"/>
                </a:solidFill>
                <a:latin typeface="+mj-lt"/>
              </a:rPr>
              <a:t>VC</a:t>
            </a:r>
            <a:r>
              <a:rPr lang="en-US" altLang="en-US" sz="1600" baseline="-25000">
                <a:solidFill>
                  <a:schemeClr val="accent6"/>
                </a:solidFill>
                <a:latin typeface="+mj-lt"/>
              </a:rPr>
              <a:t>1</a:t>
            </a:r>
            <a:r>
              <a:rPr lang="en-US" altLang="en-US" sz="1600">
                <a:solidFill>
                  <a:schemeClr val="accent6"/>
                </a:solidFill>
                <a:latin typeface="+mj-lt"/>
              </a:rPr>
              <a:t>=(1,0,0)</a:t>
            </a:r>
            <a:endParaRPr lang="en-US" altLang="en-US" sz="1600" baseline="-25000">
              <a:solidFill>
                <a:schemeClr val="accent6"/>
              </a:solidFill>
              <a:latin typeface="+mj-lt"/>
            </a:endParaRPr>
          </a:p>
        </p:txBody>
      </p:sp>
      <p:sp>
        <p:nvSpPr>
          <p:cNvPr id="84" name="TextBox 83">
            <a:extLst>
              <a:ext uri="{FF2B5EF4-FFF2-40B4-BE49-F238E27FC236}">
                <a16:creationId xmlns:a16="http://schemas.microsoft.com/office/drawing/2014/main" xmlns="" id="{6120412C-29B0-4AF4-9C21-5BEB3D2F2832}"/>
              </a:ext>
            </a:extLst>
          </p:cNvPr>
          <p:cNvSpPr txBox="1">
            <a:spLocks noChangeArrowheads="1"/>
          </p:cNvSpPr>
          <p:nvPr/>
        </p:nvSpPr>
        <p:spPr bwMode="auto">
          <a:xfrm>
            <a:off x="2195513" y="4880479"/>
            <a:ext cx="138588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2"/>
              </a:buBlip>
              <a:defRPr sz="3200">
                <a:solidFill>
                  <a:srgbClr val="808080"/>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600">
                <a:solidFill>
                  <a:schemeClr val="accent6"/>
                </a:solidFill>
                <a:latin typeface="+mj-lt"/>
              </a:rPr>
              <a:t>VC</a:t>
            </a:r>
            <a:r>
              <a:rPr lang="en-US" altLang="en-US" sz="1600" baseline="-25000">
                <a:solidFill>
                  <a:schemeClr val="accent6"/>
                </a:solidFill>
                <a:latin typeface="+mj-lt"/>
              </a:rPr>
              <a:t>1</a:t>
            </a:r>
            <a:r>
              <a:rPr lang="en-US" altLang="en-US" sz="1600">
                <a:solidFill>
                  <a:schemeClr val="accent6"/>
                </a:solidFill>
                <a:latin typeface="+mj-lt"/>
              </a:rPr>
              <a:t>=(0,0,0)</a:t>
            </a:r>
            <a:endParaRPr lang="en-US" altLang="en-US" sz="1600" baseline="-25000">
              <a:solidFill>
                <a:schemeClr val="accent6"/>
              </a:solidFill>
              <a:latin typeface="+mj-lt"/>
            </a:endParaRPr>
          </a:p>
        </p:txBody>
      </p:sp>
      <p:cxnSp>
        <p:nvCxnSpPr>
          <p:cNvPr id="85" name="Straight Connector 84">
            <a:extLst>
              <a:ext uri="{FF2B5EF4-FFF2-40B4-BE49-F238E27FC236}">
                <a16:creationId xmlns:a16="http://schemas.microsoft.com/office/drawing/2014/main" xmlns="" id="{AFEAD782-39EE-4C16-A9AD-A2D9DE9D92EA}"/>
              </a:ext>
            </a:extLst>
          </p:cNvPr>
          <p:cNvCxnSpPr/>
          <p:nvPr/>
        </p:nvCxnSpPr>
        <p:spPr>
          <a:xfrm>
            <a:off x="3427414" y="4432804"/>
            <a:ext cx="3013075" cy="1425575"/>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86" name="Rectangle 85">
            <a:extLst>
              <a:ext uri="{FF2B5EF4-FFF2-40B4-BE49-F238E27FC236}">
                <a16:creationId xmlns:a16="http://schemas.microsoft.com/office/drawing/2014/main" xmlns="" id="{8F55CD89-14BD-455E-A973-C4B793778F6B}"/>
              </a:ext>
            </a:extLst>
          </p:cNvPr>
          <p:cNvSpPr/>
          <p:nvPr/>
        </p:nvSpPr>
        <p:spPr>
          <a:xfrm>
            <a:off x="4787900" y="4591554"/>
            <a:ext cx="866776" cy="307777"/>
          </a:xfrm>
          <a:prstGeom prst="rect">
            <a:avLst/>
          </a:prstGeom>
          <a:solidFill>
            <a:schemeClr val="accent6"/>
          </a:solidFill>
          <a:ln>
            <a:noFill/>
          </a:ln>
        </p:spPr>
        <p:style>
          <a:lnRef idx="2">
            <a:schemeClr val="accent6"/>
          </a:lnRef>
          <a:fillRef idx="1">
            <a:schemeClr val="lt1"/>
          </a:fillRef>
          <a:effectRef idx="0">
            <a:schemeClr val="accent6"/>
          </a:effectRef>
          <a:fontRef idx="minor">
            <a:schemeClr val="dk1"/>
          </a:fontRef>
        </p:style>
        <p:txBody>
          <a:bodyPr wrap="square">
            <a:spAutoFit/>
          </a:bodyPr>
          <a:lstStyle/>
          <a:p>
            <a:pPr eaLnBrk="1" hangingPunct="1">
              <a:defRPr/>
            </a:pPr>
            <a:r>
              <a:rPr lang="en-US" sz="1400" b="1" dirty="0">
                <a:solidFill>
                  <a:schemeClr val="bg1"/>
                </a:solidFill>
                <a:latin typeface="+mj-lt"/>
              </a:rPr>
              <a:t>m</a:t>
            </a:r>
            <a:r>
              <a:rPr lang="en-US" sz="1400" b="1" dirty="0">
                <a:solidFill>
                  <a:schemeClr val="bg1"/>
                </a:solidFill>
                <a:latin typeface="+mj-lt"/>
                <a:sym typeface="Wingdings" pitchFamily="2" charset="2"/>
              </a:rPr>
              <a:t>:(1</a:t>
            </a:r>
            <a:r>
              <a:rPr lang="en-US" sz="1400" b="1" dirty="0">
                <a:solidFill>
                  <a:schemeClr val="bg1"/>
                </a:solidFill>
                <a:latin typeface="+mj-lt"/>
              </a:rPr>
              <a:t>,1,0)</a:t>
            </a:r>
            <a:r>
              <a:rPr lang="en-US" sz="1400" b="1" dirty="0">
                <a:solidFill>
                  <a:schemeClr val="bg1"/>
                </a:solidFill>
                <a:latin typeface="+mj-lt"/>
                <a:cs typeface="Courier New" pitchFamily="49" charset="0"/>
              </a:rPr>
              <a:t> </a:t>
            </a:r>
            <a:endParaRPr lang="en-US" sz="1400" b="1" dirty="0">
              <a:solidFill>
                <a:schemeClr val="bg1"/>
              </a:solidFill>
              <a:latin typeface="+mj-lt"/>
            </a:endParaRPr>
          </a:p>
        </p:txBody>
      </p:sp>
      <p:cxnSp>
        <p:nvCxnSpPr>
          <p:cNvPr id="87" name="Straight Connector 86">
            <a:extLst>
              <a:ext uri="{FF2B5EF4-FFF2-40B4-BE49-F238E27FC236}">
                <a16:creationId xmlns:a16="http://schemas.microsoft.com/office/drawing/2014/main" xmlns="" id="{2ACCB325-18C5-4AAA-A418-8AAC801F1B8A}"/>
              </a:ext>
            </a:extLst>
          </p:cNvPr>
          <p:cNvCxnSpPr/>
          <p:nvPr/>
        </p:nvCxnSpPr>
        <p:spPr>
          <a:xfrm>
            <a:off x="5430838" y="5161465"/>
            <a:ext cx="493712" cy="706438"/>
          </a:xfrm>
          <a:prstGeom prst="line">
            <a:avLst/>
          </a:prstGeom>
          <a:ln w="28575">
            <a:solidFill>
              <a:schemeClr val="accent6"/>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88" name="TextBox 87">
            <a:extLst>
              <a:ext uri="{FF2B5EF4-FFF2-40B4-BE49-F238E27FC236}">
                <a16:creationId xmlns:a16="http://schemas.microsoft.com/office/drawing/2014/main" xmlns="" id="{9690B6C4-0D87-4EC4-9F6F-0786F3FC4B08}"/>
              </a:ext>
            </a:extLst>
          </p:cNvPr>
          <p:cNvSpPr txBox="1">
            <a:spLocks noChangeArrowheads="1"/>
          </p:cNvSpPr>
          <p:nvPr/>
        </p:nvSpPr>
        <p:spPr bwMode="auto">
          <a:xfrm>
            <a:off x="5207000" y="5952041"/>
            <a:ext cx="990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3200">
                <a:solidFill>
                  <a:srgbClr val="808080"/>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400" dirty="0">
                <a:solidFill>
                  <a:srgbClr val="0000FF"/>
                </a:solidFill>
                <a:latin typeface="+mj-lt"/>
              </a:rPr>
              <a:t>VC</a:t>
            </a:r>
            <a:r>
              <a:rPr lang="en-US" altLang="en-US" sz="1400" baseline="-25000" dirty="0">
                <a:solidFill>
                  <a:srgbClr val="0000FF"/>
                </a:solidFill>
                <a:latin typeface="+mj-lt"/>
              </a:rPr>
              <a:t>2</a:t>
            </a:r>
            <a:r>
              <a:rPr lang="en-US" altLang="en-US" sz="1200" dirty="0">
                <a:solidFill>
                  <a:srgbClr val="0000FF"/>
                </a:solidFill>
                <a:latin typeface="+mj-lt"/>
              </a:rPr>
              <a:t>=(1,1,0)</a:t>
            </a:r>
            <a:endParaRPr lang="en-US" altLang="en-US" sz="1200" baseline="-25000" dirty="0">
              <a:solidFill>
                <a:srgbClr val="0000FF"/>
              </a:solidFill>
              <a:latin typeface="+mj-lt"/>
            </a:endParaRPr>
          </a:p>
        </p:txBody>
      </p:sp>
      <p:sp>
        <p:nvSpPr>
          <p:cNvPr id="89" name="Multiply 88">
            <a:extLst>
              <a:ext uri="{FF2B5EF4-FFF2-40B4-BE49-F238E27FC236}">
                <a16:creationId xmlns:a16="http://schemas.microsoft.com/office/drawing/2014/main" xmlns="" id="{DA53B9A7-0B9C-4A00-B35D-41FEB6A72CC5}"/>
              </a:ext>
            </a:extLst>
          </p:cNvPr>
          <p:cNvSpPr/>
          <p:nvPr/>
        </p:nvSpPr>
        <p:spPr>
          <a:xfrm>
            <a:off x="5314950" y="5982203"/>
            <a:ext cx="839788" cy="214312"/>
          </a:xfrm>
          <a:prstGeom prst="mathMultiply">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latin typeface="+mj-lt"/>
            </a:endParaRPr>
          </a:p>
        </p:txBody>
      </p:sp>
      <p:sp>
        <p:nvSpPr>
          <p:cNvPr id="90" name="TextBox 89">
            <a:extLst>
              <a:ext uri="{FF2B5EF4-FFF2-40B4-BE49-F238E27FC236}">
                <a16:creationId xmlns:a16="http://schemas.microsoft.com/office/drawing/2014/main" xmlns="" id="{DBB17E1C-3176-4FD0-AA87-465FEF726C5F}"/>
              </a:ext>
            </a:extLst>
          </p:cNvPr>
          <p:cNvSpPr txBox="1">
            <a:spLocks noChangeArrowheads="1"/>
          </p:cNvSpPr>
          <p:nvPr/>
        </p:nvSpPr>
        <p:spPr bwMode="auto">
          <a:xfrm>
            <a:off x="6148389" y="5961566"/>
            <a:ext cx="274796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buBlip>
                <a:blip r:embed="rId2"/>
              </a:buBlip>
              <a:defRPr sz="3200">
                <a:solidFill>
                  <a:srgbClr val="808080"/>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800" dirty="0">
                <a:solidFill>
                  <a:schemeClr val="tx1"/>
                </a:solidFill>
                <a:latin typeface="+mj-lt"/>
              </a:rPr>
              <a:t>Condition</a:t>
            </a:r>
            <a:r>
              <a:rPr lang="en-US" altLang="en-US" sz="1600" dirty="0">
                <a:solidFill>
                  <a:schemeClr val="tx1"/>
                </a:solidFill>
                <a:latin typeface="+mj-lt"/>
              </a:rPr>
              <a:t> II does not hold </a:t>
            </a:r>
            <a:r>
              <a:rPr lang="en-US" altLang="en-US" sz="1600" dirty="0">
                <a:solidFill>
                  <a:schemeClr val="tx1"/>
                </a:solidFill>
                <a:latin typeface="+mj-lt"/>
                <a:sym typeface="Wingdings" panose="05000000000000000000" pitchFamily="2" charset="2"/>
              </a:rPr>
              <a:t> </a:t>
            </a:r>
            <a:r>
              <a:rPr lang="en-US" altLang="en-US" sz="1600" i="1" dirty="0">
                <a:solidFill>
                  <a:schemeClr val="tx1"/>
                </a:solidFill>
                <a:latin typeface="+mj-lt"/>
                <a:sym typeface="Wingdings" panose="05000000000000000000" pitchFamily="2" charset="2"/>
              </a:rPr>
              <a:t>Delay delivery</a:t>
            </a:r>
            <a:endParaRPr lang="en-US" altLang="en-US" sz="1600" i="1" dirty="0">
              <a:solidFill>
                <a:schemeClr val="tx1"/>
              </a:solidFill>
              <a:latin typeface="+mj-lt"/>
            </a:endParaRPr>
          </a:p>
        </p:txBody>
      </p:sp>
      <p:sp>
        <p:nvSpPr>
          <p:cNvPr id="91" name="Curved Down Arrow 90">
            <a:extLst>
              <a:ext uri="{FF2B5EF4-FFF2-40B4-BE49-F238E27FC236}">
                <a16:creationId xmlns:a16="http://schemas.microsoft.com/office/drawing/2014/main" xmlns="" id="{81E52E81-8B3F-42EF-9895-481DA9BC17EA}"/>
              </a:ext>
            </a:extLst>
          </p:cNvPr>
          <p:cNvSpPr/>
          <p:nvPr/>
        </p:nvSpPr>
        <p:spPr>
          <a:xfrm>
            <a:off x="5924550" y="5331328"/>
            <a:ext cx="1676400" cy="527050"/>
          </a:xfrm>
          <a:prstGeom prst="curvedDownArrow">
            <a:avLst/>
          </a:prstGeom>
          <a:solidFill>
            <a:srgbClr val="1D306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chemeClr val="tx1"/>
              </a:solidFill>
              <a:latin typeface="+mj-lt"/>
            </a:endParaRPr>
          </a:p>
        </p:txBody>
      </p:sp>
      <p:cxnSp>
        <p:nvCxnSpPr>
          <p:cNvPr id="92" name="Straight Connector 91">
            <a:extLst>
              <a:ext uri="{FF2B5EF4-FFF2-40B4-BE49-F238E27FC236}">
                <a16:creationId xmlns:a16="http://schemas.microsoft.com/office/drawing/2014/main" xmlns="" id="{87137A32-8548-4769-B088-6690B46FCFE4}"/>
              </a:ext>
            </a:extLst>
          </p:cNvPr>
          <p:cNvCxnSpPr/>
          <p:nvPr/>
        </p:nvCxnSpPr>
        <p:spPr>
          <a:xfrm>
            <a:off x="7573963" y="5799640"/>
            <a:ext cx="0" cy="152400"/>
          </a:xfrm>
          <a:prstGeom prst="line">
            <a:avLst/>
          </a:prstGeom>
          <a:ln w="28575">
            <a:solidFill>
              <a:srgbClr val="1D3064"/>
            </a:solidFill>
          </a:ln>
        </p:spPr>
        <p:style>
          <a:lnRef idx="1">
            <a:schemeClr val="accent1"/>
          </a:lnRef>
          <a:fillRef idx="0">
            <a:schemeClr val="accent1"/>
          </a:fillRef>
          <a:effectRef idx="0">
            <a:schemeClr val="accent1"/>
          </a:effectRef>
          <a:fontRef idx="minor">
            <a:schemeClr val="tx1"/>
          </a:fontRef>
        </p:style>
      </p:cxnSp>
      <p:sp>
        <p:nvSpPr>
          <p:cNvPr id="93" name="TextBox 92">
            <a:extLst>
              <a:ext uri="{FF2B5EF4-FFF2-40B4-BE49-F238E27FC236}">
                <a16:creationId xmlns:a16="http://schemas.microsoft.com/office/drawing/2014/main" xmlns="" id="{01B71AD1-38F8-453A-A828-C3797C8D56D8}"/>
              </a:ext>
            </a:extLst>
          </p:cNvPr>
          <p:cNvSpPr txBox="1">
            <a:spLocks noChangeArrowheads="1"/>
          </p:cNvSpPr>
          <p:nvPr/>
        </p:nvSpPr>
        <p:spPr bwMode="auto">
          <a:xfrm>
            <a:off x="7524750" y="5588503"/>
            <a:ext cx="138588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2"/>
              </a:buBlip>
              <a:defRPr sz="3200">
                <a:solidFill>
                  <a:srgbClr val="808080"/>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600">
                <a:solidFill>
                  <a:srgbClr val="1D3064"/>
                </a:solidFill>
                <a:latin typeface="+mj-lt"/>
              </a:rPr>
              <a:t>VC</a:t>
            </a:r>
            <a:r>
              <a:rPr lang="en-US" altLang="en-US" sz="1600" baseline="-25000">
                <a:solidFill>
                  <a:srgbClr val="1D3064"/>
                </a:solidFill>
                <a:latin typeface="+mj-lt"/>
              </a:rPr>
              <a:t>2</a:t>
            </a:r>
            <a:r>
              <a:rPr lang="en-US" altLang="en-US" sz="1600">
                <a:solidFill>
                  <a:srgbClr val="1D3064"/>
                </a:solidFill>
                <a:latin typeface="+mj-lt"/>
              </a:rPr>
              <a:t>=(1,1,0)</a:t>
            </a:r>
            <a:endParaRPr lang="en-US" altLang="en-US" sz="1600" baseline="-25000">
              <a:solidFill>
                <a:srgbClr val="1D3064"/>
              </a:solidFill>
              <a:latin typeface="+mj-lt"/>
            </a:endParaRPr>
          </a:p>
        </p:txBody>
      </p:sp>
    </p:spTree>
    <p:extLst>
      <p:ext uri="{BB962C8B-B14F-4D97-AF65-F5344CB8AC3E}">
        <p14:creationId xmlns:p14="http://schemas.microsoft.com/office/powerpoint/2010/main" val="633731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7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84"/>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6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7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65"/>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62"/>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73"/>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74"/>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75"/>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22" presetClass="entr" presetSubtype="1" fill="hold" grpId="0" nodeType="clickEffect">
                                  <p:stCondLst>
                                    <p:cond delay="0"/>
                                  </p:stCondLst>
                                  <p:childTnLst>
                                    <p:set>
                                      <p:cBhvr>
                                        <p:cTn id="52" dur="1" fill="hold">
                                          <p:stCondLst>
                                            <p:cond delay="0"/>
                                          </p:stCondLst>
                                        </p:cTn>
                                        <p:tgtEl>
                                          <p:spTgt spid="66"/>
                                        </p:tgtEl>
                                        <p:attrNameLst>
                                          <p:attrName>style.visibility</p:attrName>
                                        </p:attrNameLst>
                                      </p:cBhvr>
                                      <p:to>
                                        <p:strVal val="visible"/>
                                      </p:to>
                                    </p:set>
                                    <p:animEffect transition="in" filter="wipe(up)">
                                      <p:cBhvr>
                                        <p:cTn id="53" dur="500"/>
                                        <p:tgtEl>
                                          <p:spTgt spid="66"/>
                                        </p:tgtEl>
                                      </p:cBhvr>
                                    </p:animEffect>
                                  </p:childTnLst>
                                </p:cTn>
                              </p:par>
                              <p:par>
                                <p:cTn id="54" presetID="22" presetClass="entr" presetSubtype="1" fill="hold" nodeType="withEffect">
                                  <p:stCondLst>
                                    <p:cond delay="0"/>
                                  </p:stCondLst>
                                  <p:childTnLst>
                                    <p:set>
                                      <p:cBhvr>
                                        <p:cTn id="55" dur="1" fill="hold">
                                          <p:stCondLst>
                                            <p:cond delay="0"/>
                                          </p:stCondLst>
                                        </p:cTn>
                                        <p:tgtEl>
                                          <p:spTgt spid="70"/>
                                        </p:tgtEl>
                                        <p:attrNameLst>
                                          <p:attrName>style.visibility</p:attrName>
                                        </p:attrNameLst>
                                      </p:cBhvr>
                                      <p:to>
                                        <p:strVal val="visible"/>
                                      </p:to>
                                    </p:set>
                                    <p:animEffect transition="in" filter="wipe(up)">
                                      <p:cBhvr>
                                        <p:cTn id="56" dur="500"/>
                                        <p:tgtEl>
                                          <p:spTgt spid="70"/>
                                        </p:tgtEl>
                                      </p:cBhvr>
                                    </p:animEffect>
                                  </p:childTnLst>
                                </p:cTn>
                              </p:par>
                              <p:par>
                                <p:cTn id="57" presetID="22" presetClass="entr" presetSubtype="1" fill="hold" nodeType="withEffect">
                                  <p:stCondLst>
                                    <p:cond delay="0"/>
                                  </p:stCondLst>
                                  <p:childTnLst>
                                    <p:set>
                                      <p:cBhvr>
                                        <p:cTn id="58" dur="1" fill="hold">
                                          <p:stCondLst>
                                            <p:cond delay="0"/>
                                          </p:stCondLst>
                                        </p:cTn>
                                        <p:tgtEl>
                                          <p:spTgt spid="67"/>
                                        </p:tgtEl>
                                        <p:attrNameLst>
                                          <p:attrName>style.visibility</p:attrName>
                                        </p:attrNameLst>
                                      </p:cBhvr>
                                      <p:to>
                                        <p:strVal val="visible"/>
                                      </p:to>
                                    </p:set>
                                    <p:animEffect transition="in" filter="wipe(up)">
                                      <p:cBhvr>
                                        <p:cTn id="59" dur="500"/>
                                        <p:tgtEl>
                                          <p:spTgt spid="67"/>
                                        </p:tgtEl>
                                      </p:cBhvr>
                                    </p:animEffect>
                                  </p:childTnLst>
                                </p:cTn>
                              </p:par>
                              <p:par>
                                <p:cTn id="60" presetID="22" presetClass="entr" presetSubtype="1" fill="hold" nodeType="withEffect">
                                  <p:stCondLst>
                                    <p:cond delay="0"/>
                                  </p:stCondLst>
                                  <p:childTnLst>
                                    <p:set>
                                      <p:cBhvr>
                                        <p:cTn id="61" dur="1" fill="hold">
                                          <p:stCondLst>
                                            <p:cond delay="0"/>
                                          </p:stCondLst>
                                        </p:cTn>
                                        <p:tgtEl>
                                          <p:spTgt spid="85"/>
                                        </p:tgtEl>
                                        <p:attrNameLst>
                                          <p:attrName>style.visibility</p:attrName>
                                        </p:attrNameLst>
                                      </p:cBhvr>
                                      <p:to>
                                        <p:strVal val="visible"/>
                                      </p:to>
                                    </p:set>
                                    <p:animEffect transition="in" filter="wipe(up)">
                                      <p:cBhvr>
                                        <p:cTn id="62" dur="500"/>
                                        <p:tgtEl>
                                          <p:spTgt spid="85"/>
                                        </p:tgtEl>
                                      </p:cBhvr>
                                    </p:animEffect>
                                  </p:childTnLst>
                                </p:cTn>
                              </p:par>
                              <p:par>
                                <p:cTn id="63" presetID="1" presetClass="entr" presetSubtype="0" fill="hold" grpId="0" nodeType="withEffect">
                                  <p:stCondLst>
                                    <p:cond delay="0"/>
                                  </p:stCondLst>
                                  <p:childTnLst>
                                    <p:set>
                                      <p:cBhvr>
                                        <p:cTn id="64" dur="1" fill="hold">
                                          <p:stCondLst>
                                            <p:cond delay="0"/>
                                          </p:stCondLst>
                                        </p:cTn>
                                        <p:tgtEl>
                                          <p:spTgt spid="76"/>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83"/>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80"/>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82"/>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79"/>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22" presetClass="entr" presetSubtype="4" fill="hold" nodeType="clickEffect">
                                  <p:stCondLst>
                                    <p:cond delay="0"/>
                                  </p:stCondLst>
                                  <p:childTnLst>
                                    <p:set>
                                      <p:cBhvr>
                                        <p:cTn id="78" dur="1" fill="hold">
                                          <p:stCondLst>
                                            <p:cond delay="0"/>
                                          </p:stCondLst>
                                        </p:cTn>
                                        <p:tgtEl>
                                          <p:spTgt spid="81"/>
                                        </p:tgtEl>
                                        <p:attrNameLst>
                                          <p:attrName>style.visibility</p:attrName>
                                        </p:attrNameLst>
                                      </p:cBhvr>
                                      <p:to>
                                        <p:strVal val="visible"/>
                                      </p:to>
                                    </p:set>
                                    <p:animEffect transition="in" filter="wipe(down)">
                                      <p:cBhvr>
                                        <p:cTn id="79" dur="500"/>
                                        <p:tgtEl>
                                          <p:spTgt spid="81"/>
                                        </p:tgtEl>
                                      </p:cBhvr>
                                    </p:animEffect>
                                  </p:childTnLst>
                                </p:cTn>
                              </p:par>
                              <p:par>
                                <p:cTn id="80" presetID="22" presetClass="entr" presetSubtype="4" fill="hold" nodeType="withEffect">
                                  <p:stCondLst>
                                    <p:cond delay="0"/>
                                  </p:stCondLst>
                                  <p:childTnLst>
                                    <p:set>
                                      <p:cBhvr>
                                        <p:cTn id="81" dur="1" fill="hold">
                                          <p:stCondLst>
                                            <p:cond delay="0"/>
                                          </p:stCondLst>
                                        </p:cTn>
                                        <p:tgtEl>
                                          <p:spTgt spid="78"/>
                                        </p:tgtEl>
                                        <p:attrNameLst>
                                          <p:attrName>style.visibility</p:attrName>
                                        </p:attrNameLst>
                                      </p:cBhvr>
                                      <p:to>
                                        <p:strVal val="visible"/>
                                      </p:to>
                                    </p:set>
                                    <p:animEffect transition="in" filter="wipe(down)">
                                      <p:cBhvr>
                                        <p:cTn id="82" dur="500"/>
                                        <p:tgtEl>
                                          <p:spTgt spid="78"/>
                                        </p:tgtEl>
                                      </p:cBhvr>
                                    </p:animEffect>
                                  </p:childTnLst>
                                </p:cTn>
                              </p:par>
                              <p:par>
                                <p:cTn id="83" presetID="22" presetClass="entr" presetSubtype="1" fill="hold" nodeType="withEffect">
                                  <p:stCondLst>
                                    <p:cond delay="0"/>
                                  </p:stCondLst>
                                  <p:childTnLst>
                                    <p:set>
                                      <p:cBhvr>
                                        <p:cTn id="84" dur="1" fill="hold">
                                          <p:stCondLst>
                                            <p:cond delay="0"/>
                                          </p:stCondLst>
                                        </p:cTn>
                                        <p:tgtEl>
                                          <p:spTgt spid="87"/>
                                        </p:tgtEl>
                                        <p:attrNameLst>
                                          <p:attrName>style.visibility</p:attrName>
                                        </p:attrNameLst>
                                      </p:cBhvr>
                                      <p:to>
                                        <p:strVal val="visible"/>
                                      </p:to>
                                    </p:set>
                                    <p:animEffect transition="in" filter="wipe(up)">
                                      <p:cBhvr>
                                        <p:cTn id="85" dur="500"/>
                                        <p:tgtEl>
                                          <p:spTgt spid="87"/>
                                        </p:tgtEl>
                                      </p:cBhvr>
                                    </p:animEffect>
                                  </p:childTnLst>
                                </p:cTn>
                              </p:par>
                              <p:par>
                                <p:cTn id="86" presetID="22" presetClass="entr" presetSubtype="4" fill="hold" grpId="0" nodeType="withEffect">
                                  <p:stCondLst>
                                    <p:cond delay="0"/>
                                  </p:stCondLst>
                                  <p:childTnLst>
                                    <p:set>
                                      <p:cBhvr>
                                        <p:cTn id="87" dur="1" fill="hold">
                                          <p:stCondLst>
                                            <p:cond delay="0"/>
                                          </p:stCondLst>
                                        </p:cTn>
                                        <p:tgtEl>
                                          <p:spTgt spid="86"/>
                                        </p:tgtEl>
                                        <p:attrNameLst>
                                          <p:attrName>style.visibility</p:attrName>
                                        </p:attrNameLst>
                                      </p:cBhvr>
                                      <p:to>
                                        <p:strVal val="visible"/>
                                      </p:to>
                                    </p:set>
                                    <p:animEffect transition="in" filter="wipe(down)">
                                      <p:cBhvr>
                                        <p:cTn id="88" dur="500"/>
                                        <p:tgtEl>
                                          <p:spTgt spid="86"/>
                                        </p:tgtEl>
                                      </p:cBhvr>
                                    </p:animEffect>
                                  </p:childTnLst>
                                </p:cTn>
                              </p:par>
                              <p:par>
                                <p:cTn id="89" presetID="22" presetClass="entr" presetSubtype="4" fill="hold" grpId="0" nodeType="withEffect">
                                  <p:stCondLst>
                                    <p:cond delay="0"/>
                                  </p:stCondLst>
                                  <p:childTnLst>
                                    <p:set>
                                      <p:cBhvr>
                                        <p:cTn id="90" dur="1" fill="hold">
                                          <p:stCondLst>
                                            <p:cond delay="0"/>
                                          </p:stCondLst>
                                        </p:cTn>
                                        <p:tgtEl>
                                          <p:spTgt spid="77"/>
                                        </p:tgtEl>
                                        <p:attrNameLst>
                                          <p:attrName>style.visibility</p:attrName>
                                        </p:attrNameLst>
                                      </p:cBhvr>
                                      <p:to>
                                        <p:strVal val="visible"/>
                                      </p:to>
                                    </p:set>
                                    <p:animEffect transition="in" filter="wipe(down)">
                                      <p:cBhvr>
                                        <p:cTn id="91" dur="500"/>
                                        <p:tgtEl>
                                          <p:spTgt spid="77"/>
                                        </p:tgtEl>
                                      </p:cBhvr>
                                    </p:animEffect>
                                  </p:childTnLst>
                                </p:cTn>
                              </p:par>
                            </p:childTnLst>
                          </p:cTn>
                        </p:par>
                      </p:childTnLst>
                    </p:cTn>
                  </p:par>
                  <p:par>
                    <p:cTn id="92" fill="hold">
                      <p:stCondLst>
                        <p:cond delay="indefinite"/>
                      </p:stCondLst>
                      <p:childTnLst>
                        <p:par>
                          <p:cTn id="93" fill="hold">
                            <p:stCondLst>
                              <p:cond delay="0"/>
                            </p:stCondLst>
                            <p:childTnLst>
                              <p:par>
                                <p:cTn id="94" presetID="1" presetClass="entr" presetSubtype="0" fill="hold" nodeType="clickEffect">
                                  <p:stCondLst>
                                    <p:cond delay="0"/>
                                  </p:stCondLst>
                                  <p:childTnLst>
                                    <p:set>
                                      <p:cBhvr>
                                        <p:cTn id="95" dur="1" fill="hold">
                                          <p:stCondLst>
                                            <p:cond delay="0"/>
                                          </p:stCondLst>
                                        </p:cTn>
                                        <p:tgtEl>
                                          <p:spTgt spid="69"/>
                                        </p:tgtEl>
                                        <p:attrNameLst>
                                          <p:attrName>style.visibility</p:attrName>
                                        </p:attrNameLst>
                                      </p:cBhvr>
                                      <p:to>
                                        <p:strVal val="visible"/>
                                      </p:to>
                                    </p:set>
                                  </p:childTnLst>
                                </p:cTn>
                              </p:par>
                              <p:par>
                                <p:cTn id="96" presetID="1" presetClass="entr" presetSubtype="0" fill="hold" grpId="0" nodeType="withEffect">
                                  <p:stCondLst>
                                    <p:cond delay="0"/>
                                  </p:stCondLst>
                                  <p:childTnLst>
                                    <p:set>
                                      <p:cBhvr>
                                        <p:cTn id="97" dur="1" fill="hold">
                                          <p:stCondLst>
                                            <p:cond delay="0"/>
                                          </p:stCondLst>
                                        </p:cTn>
                                        <p:tgtEl>
                                          <p:spTgt spid="68"/>
                                        </p:tgtEl>
                                        <p:attrNameLst>
                                          <p:attrName>style.visibility</p:attrName>
                                        </p:attrNameLst>
                                      </p:cBhvr>
                                      <p:to>
                                        <p:strVal val="visible"/>
                                      </p:to>
                                    </p:set>
                                  </p:childTnLst>
                                </p:cTn>
                              </p:par>
                              <p:par>
                                <p:cTn id="98" presetID="1" presetClass="entr" presetSubtype="0" fill="hold" grpId="0" nodeType="withEffect">
                                  <p:stCondLst>
                                    <p:cond delay="0"/>
                                  </p:stCondLst>
                                  <p:childTnLst>
                                    <p:set>
                                      <p:cBhvr>
                                        <p:cTn id="99" dur="1" fill="hold">
                                          <p:stCondLst>
                                            <p:cond delay="0"/>
                                          </p:stCondLst>
                                        </p:cTn>
                                        <p:tgtEl>
                                          <p:spTgt spid="88"/>
                                        </p:tgtEl>
                                        <p:attrNameLst>
                                          <p:attrName>style.visibility</p:attrName>
                                        </p:attrNameLst>
                                      </p:cBhvr>
                                      <p:to>
                                        <p:strVal val="visible"/>
                                      </p:to>
                                    </p:set>
                                  </p:childTnLst>
                                </p:cTn>
                              </p:par>
                            </p:childTnLst>
                          </p:cTn>
                        </p:par>
                      </p:childTnLst>
                    </p:cTn>
                  </p:par>
                  <p:par>
                    <p:cTn id="100" fill="hold">
                      <p:stCondLst>
                        <p:cond delay="indefinite"/>
                      </p:stCondLst>
                      <p:childTnLst>
                        <p:par>
                          <p:cTn id="101" fill="hold">
                            <p:stCondLst>
                              <p:cond delay="0"/>
                            </p:stCondLst>
                            <p:childTnLst>
                              <p:par>
                                <p:cTn id="102" presetID="10" presetClass="entr" presetSubtype="0" fill="hold" nodeType="clickEffect">
                                  <p:stCondLst>
                                    <p:cond delay="0"/>
                                  </p:stCondLst>
                                  <p:childTnLst>
                                    <p:set>
                                      <p:cBhvr>
                                        <p:cTn id="103" dur="1" fill="hold">
                                          <p:stCondLst>
                                            <p:cond delay="0"/>
                                          </p:stCondLst>
                                        </p:cTn>
                                        <p:tgtEl>
                                          <p:spTgt spid="89"/>
                                        </p:tgtEl>
                                        <p:attrNameLst>
                                          <p:attrName>style.visibility</p:attrName>
                                        </p:attrNameLst>
                                      </p:cBhvr>
                                      <p:to>
                                        <p:strVal val="visible"/>
                                      </p:to>
                                    </p:set>
                                    <p:animEffect transition="in" filter="fade">
                                      <p:cBhvr>
                                        <p:cTn id="104" dur="500"/>
                                        <p:tgtEl>
                                          <p:spTgt spid="89"/>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90"/>
                                        </p:tgtEl>
                                        <p:attrNameLst>
                                          <p:attrName>style.visibility</p:attrName>
                                        </p:attrNameLst>
                                      </p:cBhvr>
                                      <p:to>
                                        <p:strVal val="visible"/>
                                      </p:to>
                                    </p:set>
                                    <p:animEffect transition="in" filter="fade">
                                      <p:cBhvr>
                                        <p:cTn id="107" dur="500"/>
                                        <p:tgtEl>
                                          <p:spTgt spid="90"/>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ntr" presetSubtype="8" fill="hold" grpId="0" nodeType="clickEffect">
                                  <p:stCondLst>
                                    <p:cond delay="0"/>
                                  </p:stCondLst>
                                  <p:childTnLst>
                                    <p:set>
                                      <p:cBhvr>
                                        <p:cTn id="111" dur="1" fill="hold">
                                          <p:stCondLst>
                                            <p:cond delay="0"/>
                                          </p:stCondLst>
                                        </p:cTn>
                                        <p:tgtEl>
                                          <p:spTgt spid="91"/>
                                        </p:tgtEl>
                                        <p:attrNameLst>
                                          <p:attrName>style.visibility</p:attrName>
                                        </p:attrNameLst>
                                      </p:cBhvr>
                                      <p:to>
                                        <p:strVal val="visible"/>
                                      </p:to>
                                    </p:set>
                                    <p:animEffect transition="in" filter="wipe(left)">
                                      <p:cBhvr>
                                        <p:cTn id="112" dur="500"/>
                                        <p:tgtEl>
                                          <p:spTgt spid="91"/>
                                        </p:tgtEl>
                                      </p:cBhvr>
                                    </p:animEffect>
                                  </p:childTnLst>
                                </p:cTn>
                              </p:par>
                              <p:par>
                                <p:cTn id="113" presetID="22" presetClass="entr" presetSubtype="8" fill="hold" nodeType="withEffect">
                                  <p:stCondLst>
                                    <p:cond delay="0"/>
                                  </p:stCondLst>
                                  <p:childTnLst>
                                    <p:set>
                                      <p:cBhvr>
                                        <p:cTn id="114" dur="1" fill="hold">
                                          <p:stCondLst>
                                            <p:cond delay="0"/>
                                          </p:stCondLst>
                                        </p:cTn>
                                        <p:tgtEl>
                                          <p:spTgt spid="92"/>
                                        </p:tgtEl>
                                        <p:attrNameLst>
                                          <p:attrName>style.visibility</p:attrName>
                                        </p:attrNameLst>
                                      </p:cBhvr>
                                      <p:to>
                                        <p:strVal val="visible"/>
                                      </p:to>
                                    </p:set>
                                    <p:animEffect transition="in" filter="wipe(left)">
                                      <p:cBhvr>
                                        <p:cTn id="115" dur="500"/>
                                        <p:tgtEl>
                                          <p:spTgt spid="92"/>
                                        </p:tgtEl>
                                      </p:cBhvr>
                                    </p:animEffect>
                                  </p:childTnLst>
                                </p:cTn>
                              </p:par>
                              <p:par>
                                <p:cTn id="116" presetID="22" presetClass="entr" presetSubtype="8" fill="hold" grpId="0" nodeType="withEffect">
                                  <p:stCondLst>
                                    <p:cond delay="0"/>
                                  </p:stCondLst>
                                  <p:childTnLst>
                                    <p:set>
                                      <p:cBhvr>
                                        <p:cTn id="117" dur="1" fill="hold">
                                          <p:stCondLst>
                                            <p:cond delay="0"/>
                                          </p:stCondLst>
                                        </p:cTn>
                                        <p:tgtEl>
                                          <p:spTgt spid="93"/>
                                        </p:tgtEl>
                                        <p:attrNameLst>
                                          <p:attrName>style.visibility</p:attrName>
                                        </p:attrNameLst>
                                      </p:cBhvr>
                                      <p:to>
                                        <p:strVal val="visible"/>
                                      </p:to>
                                    </p:set>
                                    <p:animEffect transition="in" filter="wipe(left)">
                                      <p:cBhvr>
                                        <p:cTn id="118" dur="500"/>
                                        <p:tgtEl>
                                          <p:spTgt spid="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p:bldP spid="64" grpId="0"/>
      <p:bldP spid="65" grpId="0"/>
      <p:bldP spid="66" grpId="0"/>
      <p:bldP spid="68" grpId="0"/>
      <p:bldP spid="71" grpId="0"/>
      <p:bldP spid="72" grpId="0"/>
      <p:bldP spid="76" grpId="0" animBg="1"/>
      <p:bldP spid="77" grpId="0"/>
      <p:bldP spid="80" grpId="0"/>
      <p:bldP spid="83" grpId="0"/>
      <p:bldP spid="84" grpId="0"/>
      <p:bldP spid="86" grpId="0" animBg="1"/>
      <p:bldP spid="88" grpId="0"/>
      <p:bldP spid="90" grpId="0"/>
      <p:bldP spid="91" grpId="0" animBg="1"/>
      <p:bldP spid="93"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Mutual Exclusion</a:t>
            </a:r>
          </a:p>
        </p:txBody>
      </p:sp>
      <p:sp>
        <p:nvSpPr>
          <p:cNvPr id="28" name="Content Placeholder 2">
            <a:extLst>
              <a:ext uri="{FF2B5EF4-FFF2-40B4-BE49-F238E27FC236}">
                <a16:creationId xmlns:a16="http://schemas.microsoft.com/office/drawing/2014/main" xmlns="" id="{05FF24D1-5277-417B-BCE3-776DD62CA93A}"/>
              </a:ext>
            </a:extLst>
          </p:cNvPr>
          <p:cNvSpPr>
            <a:spLocks noGrp="1"/>
          </p:cNvSpPr>
          <p:nvPr>
            <p:ph idx="1"/>
          </p:nvPr>
        </p:nvSpPr>
        <p:spPr/>
        <p:txBody>
          <a:bodyPr>
            <a:normAutofit/>
          </a:bodyPr>
          <a:lstStyle/>
          <a:p>
            <a:pPr>
              <a:lnSpc>
                <a:spcPct val="110000"/>
              </a:lnSpc>
              <a:spcBef>
                <a:spcPts val="200"/>
              </a:spcBef>
              <a:spcAft>
                <a:spcPts val="200"/>
              </a:spcAft>
            </a:pPr>
            <a:r>
              <a:rPr lang="en-US" altLang="en-US" dirty="0">
                <a:latin typeface="+mj-lt"/>
              </a:rPr>
              <a:t>In single-processor systems, critical regions are protected using semaphores, monitors, and similar constructs. </a:t>
            </a:r>
          </a:p>
          <a:p>
            <a:pPr>
              <a:lnSpc>
                <a:spcPct val="110000"/>
              </a:lnSpc>
              <a:spcBef>
                <a:spcPts val="200"/>
              </a:spcBef>
              <a:spcAft>
                <a:spcPts val="200"/>
              </a:spcAft>
            </a:pPr>
            <a:r>
              <a:rPr lang="en-US" altLang="en-US" dirty="0">
                <a:latin typeface="+mj-lt"/>
              </a:rPr>
              <a:t>In distributed systems, since there is no shared memory, these methods cannot be used</a:t>
            </a:r>
            <a:r>
              <a:rPr lang="en-US" altLang="en-US" dirty="0" smtClean="0">
                <a:latin typeface="+mj-lt"/>
              </a:rPr>
              <a:t>.</a:t>
            </a:r>
          </a:p>
          <a:p>
            <a:pPr>
              <a:lnSpc>
                <a:spcPct val="110000"/>
              </a:lnSpc>
              <a:spcBef>
                <a:spcPts val="200"/>
              </a:spcBef>
              <a:spcAft>
                <a:spcPts val="200"/>
              </a:spcAft>
            </a:pPr>
            <a:r>
              <a:rPr lang="en-US" altLang="en-US" dirty="0">
                <a:latin typeface="+mj-lt"/>
              </a:rPr>
              <a:t>Mutual exclusion: Concurrent access of processes to a shared resource </a:t>
            </a:r>
            <a:r>
              <a:rPr lang="en-US" altLang="en-US" dirty="0" smtClean="0">
                <a:latin typeface="+mj-lt"/>
              </a:rPr>
              <a:t>or data </a:t>
            </a:r>
            <a:r>
              <a:rPr lang="en-US" altLang="en-US" dirty="0">
                <a:latin typeface="+mj-lt"/>
              </a:rPr>
              <a:t>is executed in mutually exclusive manner.</a:t>
            </a:r>
          </a:p>
          <a:p>
            <a:pPr>
              <a:lnSpc>
                <a:spcPct val="110000"/>
              </a:lnSpc>
              <a:spcBef>
                <a:spcPts val="200"/>
              </a:spcBef>
              <a:spcAft>
                <a:spcPts val="200"/>
              </a:spcAft>
            </a:pPr>
            <a:r>
              <a:rPr lang="en-US" altLang="en-US" dirty="0">
                <a:latin typeface="+mj-lt"/>
              </a:rPr>
              <a:t>Only one process is allowed to execute the critical section (CS) at any </a:t>
            </a:r>
            <a:r>
              <a:rPr lang="en-US" altLang="en-US" dirty="0" smtClean="0">
                <a:latin typeface="+mj-lt"/>
              </a:rPr>
              <a:t>given time</a:t>
            </a:r>
            <a:r>
              <a:rPr lang="en-US" altLang="en-US" dirty="0">
                <a:latin typeface="+mj-lt"/>
              </a:rPr>
              <a:t>.</a:t>
            </a:r>
          </a:p>
          <a:p>
            <a:pPr>
              <a:lnSpc>
                <a:spcPct val="110000"/>
              </a:lnSpc>
              <a:spcBef>
                <a:spcPts val="200"/>
              </a:spcBef>
              <a:spcAft>
                <a:spcPts val="200"/>
              </a:spcAft>
            </a:pPr>
            <a:r>
              <a:rPr lang="en-US" altLang="en-US" dirty="0">
                <a:latin typeface="+mj-lt"/>
              </a:rPr>
              <a:t>In a distributed system, shared variables (semaphores) or a local </a:t>
            </a:r>
            <a:r>
              <a:rPr lang="en-US" altLang="en-US" dirty="0" smtClean="0">
                <a:latin typeface="+mj-lt"/>
              </a:rPr>
              <a:t>kernel cannot </a:t>
            </a:r>
            <a:r>
              <a:rPr lang="en-US" altLang="en-US" dirty="0">
                <a:latin typeface="+mj-lt"/>
              </a:rPr>
              <a:t>be used to implement mutual exclusion.</a:t>
            </a:r>
          </a:p>
          <a:p>
            <a:pPr>
              <a:lnSpc>
                <a:spcPct val="110000"/>
              </a:lnSpc>
              <a:spcBef>
                <a:spcPts val="200"/>
              </a:spcBef>
              <a:spcAft>
                <a:spcPts val="200"/>
              </a:spcAft>
            </a:pPr>
            <a:r>
              <a:rPr lang="en-US" altLang="en-US" dirty="0">
                <a:latin typeface="+mj-lt"/>
              </a:rPr>
              <a:t>Message passing is the sole means for implementing distributed </a:t>
            </a:r>
            <a:r>
              <a:rPr lang="en-US" altLang="en-US" dirty="0" smtClean="0">
                <a:latin typeface="+mj-lt"/>
              </a:rPr>
              <a:t>mutual exclusion</a:t>
            </a:r>
            <a:endParaRPr lang="en-US" altLang="en-US" dirty="0">
              <a:latin typeface="+mj-lt"/>
            </a:endParaRPr>
          </a:p>
          <a:p>
            <a:pPr>
              <a:lnSpc>
                <a:spcPct val="110000"/>
              </a:lnSpc>
              <a:spcBef>
                <a:spcPts val="200"/>
              </a:spcBef>
              <a:spcAft>
                <a:spcPts val="200"/>
              </a:spcAft>
            </a:pPr>
            <a:endParaRPr lang="en-US" altLang="en-US" dirty="0">
              <a:latin typeface="+mj-lt"/>
            </a:endParaRPr>
          </a:p>
          <a:p>
            <a:pPr>
              <a:lnSpc>
                <a:spcPct val="100000"/>
              </a:lnSpc>
              <a:spcBef>
                <a:spcPts val="300"/>
              </a:spcBef>
              <a:spcAft>
                <a:spcPts val="300"/>
              </a:spcAft>
            </a:pPr>
            <a:endParaRPr lang="en-US" altLang="en-US" sz="2400" b="1" dirty="0">
              <a:latin typeface="+mj-lt"/>
              <a:ea typeface="MS PGothic" panose="020B0600070205080204" pitchFamily="34" charset="-128"/>
            </a:endParaRPr>
          </a:p>
        </p:txBody>
      </p:sp>
    </p:spTree>
    <p:extLst>
      <p:ext uri="{BB962C8B-B14F-4D97-AF65-F5344CB8AC3E}">
        <p14:creationId xmlns:p14="http://schemas.microsoft.com/office/powerpoint/2010/main" val="835221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smtClean="0"/>
              <a:t>Critical Section </a:t>
            </a:r>
            <a:endParaRPr lang="en-US" dirty="0"/>
          </a:p>
        </p:txBody>
      </p:sp>
      <p:sp>
        <p:nvSpPr>
          <p:cNvPr id="28" name="Content Placeholder 2">
            <a:extLst>
              <a:ext uri="{FF2B5EF4-FFF2-40B4-BE49-F238E27FC236}">
                <a16:creationId xmlns:a16="http://schemas.microsoft.com/office/drawing/2014/main" xmlns="" id="{05FF24D1-5277-417B-BCE3-776DD62CA93A}"/>
              </a:ext>
            </a:extLst>
          </p:cNvPr>
          <p:cNvSpPr>
            <a:spLocks noGrp="1"/>
          </p:cNvSpPr>
          <p:nvPr>
            <p:ph idx="1"/>
          </p:nvPr>
        </p:nvSpPr>
        <p:spPr/>
        <p:txBody>
          <a:bodyPr>
            <a:normAutofit/>
          </a:bodyPr>
          <a:lstStyle/>
          <a:p>
            <a:pPr>
              <a:lnSpc>
                <a:spcPct val="110000"/>
              </a:lnSpc>
              <a:spcBef>
                <a:spcPts val="200"/>
              </a:spcBef>
              <a:spcAft>
                <a:spcPts val="200"/>
              </a:spcAft>
            </a:pPr>
            <a:r>
              <a:rPr lang="en-US" altLang="en-US" dirty="0">
                <a:latin typeface="+mj-lt"/>
              </a:rPr>
              <a:t>The sections of a program that need exclusive access </a:t>
            </a:r>
            <a:r>
              <a:rPr lang="en-US" altLang="en-US" dirty="0" err="1">
                <a:latin typeface="+mj-lt"/>
              </a:rPr>
              <a:t>toshared</a:t>
            </a:r>
            <a:r>
              <a:rPr lang="en-US" altLang="en-US" dirty="0">
                <a:latin typeface="+mj-lt"/>
              </a:rPr>
              <a:t> resources are referred to as critical sections</a:t>
            </a:r>
            <a:r>
              <a:rPr lang="en-US" altLang="en-US" dirty="0" smtClean="0">
                <a:latin typeface="+mj-lt"/>
              </a:rPr>
              <a:t>.</a:t>
            </a:r>
          </a:p>
          <a:p>
            <a:pPr>
              <a:lnSpc>
                <a:spcPct val="110000"/>
              </a:lnSpc>
              <a:spcBef>
                <a:spcPts val="200"/>
              </a:spcBef>
              <a:spcAft>
                <a:spcPts val="200"/>
              </a:spcAft>
            </a:pPr>
            <a:r>
              <a:rPr lang="en-US" altLang="en-US" dirty="0" smtClean="0">
                <a:latin typeface="+mj-lt"/>
              </a:rPr>
              <a:t>Mutual </a:t>
            </a:r>
            <a:r>
              <a:rPr lang="en-US" altLang="en-US" dirty="0">
                <a:latin typeface="+mj-lt"/>
              </a:rPr>
              <a:t>Exclusion : Prevent processes from </a:t>
            </a:r>
            <a:r>
              <a:rPr lang="en-US" altLang="en-US" dirty="0" smtClean="0">
                <a:latin typeface="+mj-lt"/>
              </a:rPr>
              <a:t>executing concurrently </a:t>
            </a:r>
            <a:r>
              <a:rPr lang="en-US" altLang="en-US" dirty="0">
                <a:latin typeface="+mj-lt"/>
              </a:rPr>
              <a:t>with their associated critical </a:t>
            </a:r>
            <a:r>
              <a:rPr lang="en-US" altLang="en-US" dirty="0" smtClean="0">
                <a:latin typeface="+mj-lt"/>
              </a:rPr>
              <a:t>section.</a:t>
            </a:r>
          </a:p>
          <a:p>
            <a:pPr marL="0" indent="0">
              <a:lnSpc>
                <a:spcPct val="110000"/>
              </a:lnSpc>
              <a:spcBef>
                <a:spcPts val="200"/>
              </a:spcBef>
              <a:spcAft>
                <a:spcPts val="200"/>
              </a:spcAft>
              <a:buNone/>
            </a:pPr>
            <a:r>
              <a:rPr lang="en-US" altLang="en-US" b="1" dirty="0" smtClean="0">
                <a:solidFill>
                  <a:srgbClr val="1D3064"/>
                </a:solidFill>
                <a:latin typeface="+mj-lt"/>
              </a:rPr>
              <a:t>Requirement :</a:t>
            </a:r>
          </a:p>
          <a:p>
            <a:pPr>
              <a:lnSpc>
                <a:spcPct val="110000"/>
              </a:lnSpc>
              <a:spcBef>
                <a:spcPts val="200"/>
              </a:spcBef>
              <a:spcAft>
                <a:spcPts val="200"/>
              </a:spcAft>
            </a:pPr>
            <a:r>
              <a:rPr lang="en-US" altLang="en-US" dirty="0" smtClean="0">
                <a:solidFill>
                  <a:schemeClr val="accent6"/>
                </a:solidFill>
                <a:latin typeface="+mj-lt"/>
              </a:rPr>
              <a:t>Mutual </a:t>
            </a:r>
            <a:r>
              <a:rPr lang="en-US" altLang="en-US" dirty="0">
                <a:solidFill>
                  <a:schemeClr val="accent6"/>
                </a:solidFill>
                <a:latin typeface="+mj-lt"/>
              </a:rPr>
              <a:t>exclusion</a:t>
            </a:r>
            <a:r>
              <a:rPr lang="en-US" altLang="en-US" dirty="0">
                <a:latin typeface="+mj-lt"/>
              </a:rPr>
              <a:t>: At anytime only one process </a:t>
            </a:r>
            <a:r>
              <a:rPr lang="en-US" altLang="en-US" dirty="0" smtClean="0">
                <a:latin typeface="+mj-lt"/>
              </a:rPr>
              <a:t>should access </a:t>
            </a:r>
            <a:r>
              <a:rPr lang="en-US" altLang="en-US" dirty="0">
                <a:latin typeface="+mj-lt"/>
              </a:rPr>
              <a:t>the </a:t>
            </a:r>
            <a:r>
              <a:rPr lang="en-US" altLang="en-US" dirty="0" smtClean="0">
                <a:latin typeface="+mj-lt"/>
              </a:rPr>
              <a:t>resource.</a:t>
            </a:r>
          </a:p>
          <a:p>
            <a:pPr lvl="1">
              <a:lnSpc>
                <a:spcPct val="100000"/>
              </a:lnSpc>
              <a:spcBef>
                <a:spcPts val="200"/>
              </a:spcBef>
              <a:spcAft>
                <a:spcPts val="200"/>
              </a:spcAft>
              <a:buFont typeface="Wingdings" panose="05000000000000000000" pitchFamily="2" charset="2"/>
              <a:buChar char="§"/>
            </a:pPr>
            <a:r>
              <a:rPr lang="en-US" altLang="en-US" sz="2400" dirty="0">
                <a:latin typeface="+mj-lt"/>
                <a:ea typeface="Arial" panose="020B0604020202020204" pitchFamily="34" charset="0"/>
              </a:rPr>
              <a:t>A process can get another resource first releasing its own.</a:t>
            </a:r>
          </a:p>
          <a:p>
            <a:pPr>
              <a:lnSpc>
                <a:spcPct val="110000"/>
              </a:lnSpc>
              <a:spcBef>
                <a:spcPts val="200"/>
              </a:spcBef>
              <a:spcAft>
                <a:spcPts val="200"/>
              </a:spcAft>
            </a:pPr>
            <a:r>
              <a:rPr lang="en-US" altLang="en-US" dirty="0" smtClean="0">
                <a:solidFill>
                  <a:schemeClr val="accent6"/>
                </a:solidFill>
                <a:latin typeface="+mj-lt"/>
              </a:rPr>
              <a:t>No </a:t>
            </a:r>
            <a:r>
              <a:rPr lang="en-US" altLang="en-US" dirty="0">
                <a:solidFill>
                  <a:schemeClr val="accent6"/>
                </a:solidFill>
                <a:latin typeface="+mj-lt"/>
              </a:rPr>
              <a:t>starvation</a:t>
            </a:r>
            <a:r>
              <a:rPr lang="en-US" altLang="en-US" dirty="0">
                <a:latin typeface="+mj-lt"/>
              </a:rPr>
              <a:t>: if every process that is granted </a:t>
            </a:r>
            <a:r>
              <a:rPr lang="en-US" altLang="en-US" dirty="0" smtClean="0">
                <a:latin typeface="+mj-lt"/>
              </a:rPr>
              <a:t>the resource </a:t>
            </a:r>
            <a:r>
              <a:rPr lang="en-US" altLang="en-US" dirty="0">
                <a:latin typeface="+mj-lt"/>
              </a:rPr>
              <a:t>eventually release it, every request must </a:t>
            </a:r>
            <a:r>
              <a:rPr lang="en-US" altLang="en-US" dirty="0" smtClean="0">
                <a:latin typeface="+mj-lt"/>
              </a:rPr>
              <a:t>be eventually </a:t>
            </a:r>
            <a:r>
              <a:rPr lang="en-US" altLang="en-US" dirty="0">
                <a:latin typeface="+mj-lt"/>
              </a:rPr>
              <a:t>granted.</a:t>
            </a:r>
          </a:p>
          <a:p>
            <a:pPr>
              <a:lnSpc>
                <a:spcPct val="100000"/>
              </a:lnSpc>
              <a:spcBef>
                <a:spcPts val="300"/>
              </a:spcBef>
              <a:spcAft>
                <a:spcPts val="300"/>
              </a:spcAft>
            </a:pPr>
            <a:endParaRPr lang="en-US" altLang="en-US" sz="2400" b="1" dirty="0">
              <a:latin typeface="+mj-lt"/>
              <a:ea typeface="MS PGothic" panose="020B0600070205080204" pitchFamily="34" charset="-128"/>
            </a:endParaRPr>
          </a:p>
        </p:txBody>
      </p:sp>
    </p:spTree>
    <p:extLst>
      <p:ext uri="{BB962C8B-B14F-4D97-AF65-F5344CB8AC3E}">
        <p14:creationId xmlns:p14="http://schemas.microsoft.com/office/powerpoint/2010/main" val="3557137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Types of Distributed Mutual Exclusion</a:t>
            </a:r>
          </a:p>
        </p:txBody>
      </p:sp>
      <p:sp>
        <p:nvSpPr>
          <p:cNvPr id="28" name="Content Placeholder 2">
            <a:extLst>
              <a:ext uri="{FF2B5EF4-FFF2-40B4-BE49-F238E27FC236}">
                <a16:creationId xmlns:a16="http://schemas.microsoft.com/office/drawing/2014/main" xmlns="" id="{05FF24D1-5277-417B-BCE3-776DD62CA93A}"/>
              </a:ext>
            </a:extLst>
          </p:cNvPr>
          <p:cNvSpPr>
            <a:spLocks noGrp="1"/>
          </p:cNvSpPr>
          <p:nvPr>
            <p:ph idx="1"/>
          </p:nvPr>
        </p:nvSpPr>
        <p:spPr/>
        <p:txBody>
          <a:bodyPr>
            <a:normAutofit/>
          </a:bodyPr>
          <a:lstStyle/>
          <a:p>
            <a:pPr marL="0" indent="0">
              <a:lnSpc>
                <a:spcPct val="100000"/>
              </a:lnSpc>
              <a:spcBef>
                <a:spcPts val="300"/>
              </a:spcBef>
              <a:spcAft>
                <a:spcPts val="300"/>
              </a:spcAft>
              <a:buNone/>
            </a:pPr>
            <a:r>
              <a:rPr lang="en-US" altLang="en-US" b="1" dirty="0">
                <a:solidFill>
                  <a:srgbClr val="1D3064"/>
                </a:solidFill>
                <a:latin typeface="+mj-lt"/>
                <a:ea typeface="MS PGothic" panose="020B0600070205080204" pitchFamily="34" charset="-128"/>
              </a:rPr>
              <a:t>Mutual exclusion algorithms are classified into two categories</a:t>
            </a:r>
          </a:p>
          <a:p>
            <a:pPr>
              <a:lnSpc>
                <a:spcPct val="100000"/>
              </a:lnSpc>
              <a:spcBef>
                <a:spcPts val="300"/>
              </a:spcBef>
              <a:spcAft>
                <a:spcPts val="300"/>
              </a:spcAft>
            </a:pPr>
            <a:endParaRPr lang="en-US" altLang="en-US" sz="2400" b="1" dirty="0">
              <a:latin typeface="+mj-lt"/>
              <a:ea typeface="MS PGothic" panose="020B0600070205080204" pitchFamily="34" charset="-128"/>
            </a:endParaRPr>
          </a:p>
        </p:txBody>
      </p:sp>
      <p:grpSp>
        <p:nvGrpSpPr>
          <p:cNvPr id="49" name="Group 3">
            <a:extLst>
              <a:ext uri="{FF2B5EF4-FFF2-40B4-BE49-F238E27FC236}">
                <a16:creationId xmlns:a16="http://schemas.microsoft.com/office/drawing/2014/main" xmlns="" id="{3200370F-6129-4E3F-974F-CC81492183D5}"/>
              </a:ext>
            </a:extLst>
          </p:cNvPr>
          <p:cNvGrpSpPr>
            <a:grpSpLocks/>
          </p:cNvGrpSpPr>
          <p:nvPr/>
        </p:nvGrpSpPr>
        <p:grpSpPr bwMode="auto">
          <a:xfrm>
            <a:off x="6874954" y="2419129"/>
            <a:ext cx="1190625" cy="724935"/>
            <a:chOff x="5105400" y="3962397"/>
            <a:chExt cx="3276600" cy="1075038"/>
          </a:xfrm>
        </p:grpSpPr>
        <p:sp>
          <p:nvSpPr>
            <p:cNvPr id="50" name="Rectangle 49">
              <a:extLst>
                <a:ext uri="{FF2B5EF4-FFF2-40B4-BE49-F238E27FC236}">
                  <a16:creationId xmlns:a16="http://schemas.microsoft.com/office/drawing/2014/main" xmlns="" id="{B7702100-7410-4423-85A9-5D93343711D3}"/>
                </a:ext>
              </a:extLst>
            </p:cNvPr>
            <p:cNvSpPr/>
            <p:nvPr/>
          </p:nvSpPr>
          <p:spPr>
            <a:xfrm>
              <a:off x="5105400" y="3962397"/>
              <a:ext cx="3276600" cy="1075038"/>
            </a:xfrm>
            <a:prstGeom prst="rect">
              <a:avLst/>
            </a:prstGeom>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endParaRPr lang="en-US" sz="2000">
                <a:latin typeface="+mj-lt"/>
              </a:endParaRPr>
            </a:p>
          </p:txBody>
        </p:sp>
        <p:sp>
          <p:nvSpPr>
            <p:cNvPr id="51" name="Rectangle 50">
              <a:extLst>
                <a:ext uri="{FF2B5EF4-FFF2-40B4-BE49-F238E27FC236}">
                  <a16:creationId xmlns:a16="http://schemas.microsoft.com/office/drawing/2014/main" xmlns="" id="{B446EB35-64B2-4584-AF75-7DF212A7F461}"/>
                </a:ext>
              </a:extLst>
            </p:cNvPr>
            <p:cNvSpPr/>
            <p:nvPr/>
          </p:nvSpPr>
          <p:spPr bwMode="auto">
            <a:xfrm>
              <a:off x="5105400" y="3962397"/>
              <a:ext cx="3276600" cy="486423"/>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2000" dirty="0">
                  <a:solidFill>
                    <a:schemeClr val="bg1"/>
                  </a:solidFill>
                  <a:latin typeface="+mj-lt"/>
                </a:rPr>
                <a:t>Client 1</a:t>
              </a:r>
            </a:p>
          </p:txBody>
        </p:sp>
      </p:grpSp>
      <p:grpSp>
        <p:nvGrpSpPr>
          <p:cNvPr id="52" name="Group 9">
            <a:extLst>
              <a:ext uri="{FF2B5EF4-FFF2-40B4-BE49-F238E27FC236}">
                <a16:creationId xmlns:a16="http://schemas.microsoft.com/office/drawing/2014/main" xmlns="" id="{AA9AC8E2-9E58-4CDC-94D8-7F5007AF7F47}"/>
              </a:ext>
            </a:extLst>
          </p:cNvPr>
          <p:cNvGrpSpPr>
            <a:grpSpLocks/>
          </p:cNvGrpSpPr>
          <p:nvPr/>
        </p:nvGrpSpPr>
        <p:grpSpPr bwMode="auto">
          <a:xfrm>
            <a:off x="9887811" y="2670277"/>
            <a:ext cx="1473200" cy="874696"/>
            <a:chOff x="5105400" y="3962397"/>
            <a:chExt cx="3640667" cy="1271217"/>
          </a:xfrm>
        </p:grpSpPr>
        <p:sp>
          <p:nvSpPr>
            <p:cNvPr id="53" name="Rectangle 52">
              <a:extLst>
                <a:ext uri="{FF2B5EF4-FFF2-40B4-BE49-F238E27FC236}">
                  <a16:creationId xmlns:a16="http://schemas.microsoft.com/office/drawing/2014/main" xmlns="" id="{7D73EA2E-90D6-4BBE-8000-3BDD242CB7EC}"/>
                </a:ext>
              </a:extLst>
            </p:cNvPr>
            <p:cNvSpPr/>
            <p:nvPr/>
          </p:nvSpPr>
          <p:spPr>
            <a:xfrm>
              <a:off x="5105400" y="3962397"/>
              <a:ext cx="3640667" cy="1271217"/>
            </a:xfrm>
            <a:prstGeom prst="rect">
              <a:avLst/>
            </a:prstGeom>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endParaRPr lang="en-US" sz="2000">
                <a:latin typeface="+mj-lt"/>
              </a:endParaRPr>
            </a:p>
          </p:txBody>
        </p:sp>
        <p:sp>
          <p:nvSpPr>
            <p:cNvPr id="54" name="Rectangle 53">
              <a:extLst>
                <a:ext uri="{FF2B5EF4-FFF2-40B4-BE49-F238E27FC236}">
                  <a16:creationId xmlns:a16="http://schemas.microsoft.com/office/drawing/2014/main" xmlns="" id="{FD1D3AD8-25CC-4D51-9F68-1C7A1C9B69CF}"/>
                </a:ext>
              </a:extLst>
            </p:cNvPr>
            <p:cNvSpPr/>
            <p:nvPr/>
          </p:nvSpPr>
          <p:spPr bwMode="auto">
            <a:xfrm>
              <a:off x="5105400" y="3962397"/>
              <a:ext cx="3640667" cy="48641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2000" dirty="0">
                  <a:solidFill>
                    <a:schemeClr val="bg1"/>
                  </a:solidFill>
                  <a:latin typeface="+mj-lt"/>
                </a:rPr>
                <a:t>Server</a:t>
              </a:r>
            </a:p>
          </p:txBody>
        </p:sp>
      </p:grpSp>
      <p:sp>
        <p:nvSpPr>
          <p:cNvPr id="55" name="Rectangle 54">
            <a:extLst>
              <a:ext uri="{FF2B5EF4-FFF2-40B4-BE49-F238E27FC236}">
                <a16:creationId xmlns:a16="http://schemas.microsoft.com/office/drawing/2014/main" xmlns="" id="{6FAE3B14-5C3D-4026-AE75-834AC3B85297}"/>
              </a:ext>
            </a:extLst>
          </p:cNvPr>
          <p:cNvSpPr/>
          <p:nvPr/>
        </p:nvSpPr>
        <p:spPr bwMode="auto">
          <a:xfrm>
            <a:off x="9916389" y="3055354"/>
            <a:ext cx="1429782" cy="449250"/>
          </a:xfrm>
          <a:prstGeom prst="rect">
            <a:avLst/>
          </a:prstGeom>
          <a:solidFill>
            <a:schemeClr val="accent2">
              <a:lumMod val="60000"/>
              <a:lumOff val="40000"/>
            </a:schemeClr>
          </a:solidFill>
        </p:spPr>
        <p:style>
          <a:lnRef idx="0">
            <a:schemeClr val="accent6"/>
          </a:lnRef>
          <a:fillRef idx="3">
            <a:schemeClr val="accent6"/>
          </a:fillRef>
          <a:effectRef idx="3">
            <a:schemeClr val="accent6"/>
          </a:effectRef>
          <a:fontRef idx="minor">
            <a:schemeClr val="lt1"/>
          </a:fontRef>
        </p:style>
        <p:txBody>
          <a:bodyPr/>
          <a:lstStyle/>
          <a:p>
            <a:pPr algn="ctr" eaLnBrk="1" hangingPunct="1">
              <a:defRPr/>
            </a:pPr>
            <a:r>
              <a:rPr lang="en-US" sz="2000" dirty="0">
                <a:solidFill>
                  <a:schemeClr val="tx1"/>
                </a:solidFill>
                <a:latin typeface="+mj-lt"/>
              </a:rPr>
              <a:t>Resource</a:t>
            </a:r>
          </a:p>
        </p:txBody>
      </p:sp>
      <p:sp>
        <p:nvSpPr>
          <p:cNvPr id="56" name="Oval 55">
            <a:extLst>
              <a:ext uri="{FF2B5EF4-FFF2-40B4-BE49-F238E27FC236}">
                <a16:creationId xmlns:a16="http://schemas.microsoft.com/office/drawing/2014/main" xmlns="" id="{954C5286-2C39-4043-B360-49FA3FB9A9BF}"/>
              </a:ext>
            </a:extLst>
          </p:cNvPr>
          <p:cNvSpPr>
            <a:spLocks noChangeArrowheads="1"/>
          </p:cNvSpPr>
          <p:nvPr/>
        </p:nvSpPr>
        <p:spPr bwMode="auto">
          <a:xfrm>
            <a:off x="6986241" y="2802361"/>
            <a:ext cx="900696" cy="228600"/>
          </a:xfrm>
          <a:prstGeom prst="ellipse">
            <a:avLst/>
          </a:prstGeom>
          <a:gradFill rotWithShape="1">
            <a:gsLst>
              <a:gs pos="0">
                <a:srgbClr val="E9E9F7"/>
              </a:gs>
              <a:gs pos="64999">
                <a:srgbClr val="C5C5E9"/>
              </a:gs>
              <a:gs pos="100000">
                <a:srgbClr val="ACACE1"/>
              </a:gs>
            </a:gsLst>
            <a:lin ang="5400000" scaled="1"/>
          </a:gradFill>
          <a:ln w="9525">
            <a:solidFill>
              <a:srgbClr val="292989"/>
            </a:solidFill>
            <a:round/>
            <a:headEnd/>
            <a:tailEnd/>
          </a:ln>
          <a:effectLst>
            <a:outerShdw blurRad="40000" dist="20000" dir="5400000" rotWithShape="0">
              <a:srgbClr val="808080">
                <a:alpha val="37999"/>
              </a:srgbClr>
            </a:outerShdw>
          </a:effectLst>
        </p:spPr>
        <p:txBody>
          <a:bodyPr anchor="ctr"/>
          <a:lstStyle/>
          <a:p>
            <a:pPr algn="ctr" eaLnBrk="1" hangingPunct="1">
              <a:defRPr/>
            </a:pPr>
            <a:r>
              <a:rPr lang="en-US" dirty="0">
                <a:latin typeface="+mj-lt"/>
                <a:ea typeface="+mn-ea"/>
              </a:rPr>
              <a:t>P1</a:t>
            </a:r>
          </a:p>
        </p:txBody>
      </p:sp>
      <p:grpSp>
        <p:nvGrpSpPr>
          <p:cNvPr id="57" name="Group 14">
            <a:extLst>
              <a:ext uri="{FF2B5EF4-FFF2-40B4-BE49-F238E27FC236}">
                <a16:creationId xmlns:a16="http://schemas.microsoft.com/office/drawing/2014/main" xmlns="" id="{DDACDEEE-AA32-4154-9F8F-190D98FAF6F4}"/>
              </a:ext>
            </a:extLst>
          </p:cNvPr>
          <p:cNvGrpSpPr>
            <a:grpSpLocks/>
          </p:cNvGrpSpPr>
          <p:nvPr/>
        </p:nvGrpSpPr>
        <p:grpSpPr bwMode="auto">
          <a:xfrm>
            <a:off x="9838599" y="1773340"/>
            <a:ext cx="1522412" cy="779462"/>
            <a:chOff x="5105400" y="3962397"/>
            <a:chExt cx="4004734" cy="933842"/>
          </a:xfrm>
        </p:grpSpPr>
        <p:sp>
          <p:nvSpPr>
            <p:cNvPr id="58" name="Rectangle 57">
              <a:extLst>
                <a:ext uri="{FF2B5EF4-FFF2-40B4-BE49-F238E27FC236}">
                  <a16:creationId xmlns:a16="http://schemas.microsoft.com/office/drawing/2014/main" xmlns="" id="{1F21C6DD-D7B4-4F60-8D37-93F9D46EE662}"/>
                </a:ext>
              </a:extLst>
            </p:cNvPr>
            <p:cNvSpPr/>
            <p:nvPr/>
          </p:nvSpPr>
          <p:spPr>
            <a:xfrm>
              <a:off x="5105400" y="3962397"/>
              <a:ext cx="4004734" cy="933842"/>
            </a:xfrm>
            <a:prstGeom prst="rect">
              <a:avLst/>
            </a:prstGeom>
          </p:spPr>
          <p:style>
            <a:lnRef idx="2">
              <a:schemeClr val="accent4"/>
            </a:lnRef>
            <a:fillRef idx="1">
              <a:schemeClr val="lt1"/>
            </a:fillRef>
            <a:effectRef idx="0">
              <a:schemeClr val="accent4"/>
            </a:effectRef>
            <a:fontRef idx="minor">
              <a:schemeClr val="dk1"/>
            </a:fontRef>
          </p:style>
          <p:txBody>
            <a:bodyPr anchor="ctr"/>
            <a:lstStyle/>
            <a:p>
              <a:pPr algn="ctr" eaLnBrk="1" hangingPunct="1">
                <a:defRPr/>
              </a:pPr>
              <a:endParaRPr lang="en-US" sz="2000">
                <a:latin typeface="+mj-lt"/>
              </a:endParaRPr>
            </a:p>
          </p:txBody>
        </p:sp>
        <p:sp>
          <p:nvSpPr>
            <p:cNvPr id="59" name="Rectangle 58">
              <a:extLst>
                <a:ext uri="{FF2B5EF4-FFF2-40B4-BE49-F238E27FC236}">
                  <a16:creationId xmlns:a16="http://schemas.microsoft.com/office/drawing/2014/main" xmlns="" id="{DCAA9EB5-29E8-49C3-8EE1-7DF26E64C2C5}"/>
                </a:ext>
              </a:extLst>
            </p:cNvPr>
            <p:cNvSpPr/>
            <p:nvPr/>
          </p:nvSpPr>
          <p:spPr bwMode="auto">
            <a:xfrm>
              <a:off x="5105400" y="3962397"/>
              <a:ext cx="4004734" cy="486303"/>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eaLnBrk="1" hangingPunct="1">
                <a:defRPr/>
              </a:pPr>
              <a:r>
                <a:rPr lang="en-US" sz="2000" dirty="0">
                  <a:solidFill>
                    <a:schemeClr val="bg1"/>
                  </a:solidFill>
                  <a:latin typeface="+mj-lt"/>
                </a:rPr>
                <a:t>Coordinator</a:t>
              </a:r>
            </a:p>
          </p:txBody>
        </p:sp>
      </p:grpSp>
      <p:sp>
        <p:nvSpPr>
          <p:cNvPr id="60" name="Oval 59">
            <a:extLst>
              <a:ext uri="{FF2B5EF4-FFF2-40B4-BE49-F238E27FC236}">
                <a16:creationId xmlns:a16="http://schemas.microsoft.com/office/drawing/2014/main" xmlns="" id="{35C9DF8E-9123-4F45-B2D4-71D111B178AB}"/>
              </a:ext>
            </a:extLst>
          </p:cNvPr>
          <p:cNvSpPr>
            <a:spLocks noChangeArrowheads="1"/>
          </p:cNvSpPr>
          <p:nvPr/>
        </p:nvSpPr>
        <p:spPr bwMode="auto">
          <a:xfrm>
            <a:off x="10269420" y="2215569"/>
            <a:ext cx="672722" cy="297123"/>
          </a:xfrm>
          <a:prstGeom prst="ellipse">
            <a:avLst/>
          </a:prstGeom>
          <a:gradFill rotWithShape="1">
            <a:gsLst>
              <a:gs pos="0">
                <a:srgbClr val="EDEDED"/>
              </a:gs>
              <a:gs pos="64999">
                <a:srgbClr val="D0D0D0"/>
              </a:gs>
              <a:gs pos="100000">
                <a:srgbClr val="BCBCBC"/>
              </a:gs>
            </a:gsLst>
            <a:lin ang="5400000" scaled="1"/>
          </a:gradFill>
          <a:ln w="9525">
            <a:solidFill>
              <a:srgbClr val="000000"/>
            </a:solidFill>
            <a:round/>
            <a:headEnd/>
            <a:tailEnd/>
          </a:ln>
          <a:effectLst>
            <a:outerShdw blurRad="40000" dist="20000" dir="5400000" rotWithShape="0">
              <a:srgbClr val="808080">
                <a:alpha val="37999"/>
              </a:srgbClr>
            </a:outerShdw>
          </a:effectLst>
        </p:spPr>
        <p:txBody>
          <a:bodyPr anchor="ctr"/>
          <a:lstStyle/>
          <a:p>
            <a:pPr algn="ctr" eaLnBrk="1" hangingPunct="1">
              <a:defRPr/>
            </a:pPr>
            <a:r>
              <a:rPr lang="en-US" dirty="0">
                <a:latin typeface="+mj-lt"/>
                <a:ea typeface="+mn-ea"/>
              </a:rPr>
              <a:t>C1</a:t>
            </a:r>
          </a:p>
        </p:txBody>
      </p:sp>
      <p:sp>
        <p:nvSpPr>
          <p:cNvPr id="61" name="Content Placeholder 2">
            <a:extLst>
              <a:ext uri="{FF2B5EF4-FFF2-40B4-BE49-F238E27FC236}">
                <a16:creationId xmlns:a16="http://schemas.microsoft.com/office/drawing/2014/main" xmlns="" id="{135F9C9E-3115-427E-B115-C114FB2AA5AD}"/>
              </a:ext>
            </a:extLst>
          </p:cNvPr>
          <p:cNvSpPr txBox="1">
            <a:spLocks/>
          </p:cNvSpPr>
          <p:nvPr/>
        </p:nvSpPr>
        <p:spPr bwMode="auto">
          <a:xfrm>
            <a:off x="6132" y="1552903"/>
            <a:ext cx="5715000" cy="4525963"/>
          </a:xfrm>
          <a:prstGeom prst="rect">
            <a:avLst/>
          </a:prstGeom>
          <a:noFill/>
          <a:ln>
            <a:noFill/>
          </a:ln>
          <a:extLst/>
        </p:spPr>
        <p:txBody>
          <a:bodyPr/>
          <a:lstStyle>
            <a:lvl1pPr marL="342900" indent="-342900" algn="l" rtl="0" eaLnBrk="0" fontAlgn="base" hangingPunct="0">
              <a:spcBef>
                <a:spcPct val="20000"/>
              </a:spcBef>
              <a:spcAft>
                <a:spcPct val="0"/>
              </a:spcAft>
              <a:buBlip>
                <a:blip r:embed="rId2"/>
              </a:buBlip>
              <a:defRPr sz="3200">
                <a:solidFill>
                  <a:srgbClr val="808080"/>
                </a:solidFill>
                <a:latin typeface="+mn-lt"/>
                <a:ea typeface="+mn-ea"/>
                <a:cs typeface="+mn-cs"/>
              </a:defRPr>
            </a:lvl1pPr>
            <a:lvl2pPr marL="742950" indent="-285750" algn="l" rtl="0" eaLnBrk="0" fontAlgn="base" hangingPunct="0">
              <a:spcBef>
                <a:spcPct val="20000"/>
              </a:spcBef>
              <a:spcAft>
                <a:spcPct val="0"/>
              </a:spcAft>
              <a:buBlip>
                <a:blip r:embed="rId2"/>
              </a:buBlip>
              <a:defRPr sz="2800">
                <a:solidFill>
                  <a:srgbClr val="808080"/>
                </a:solidFill>
                <a:latin typeface="+mn-lt"/>
                <a:cs typeface="+mn-cs"/>
              </a:defRPr>
            </a:lvl2pPr>
            <a:lvl3pPr marL="1143000" indent="-228600" algn="l" rtl="0" eaLnBrk="0" fontAlgn="base" hangingPunct="0">
              <a:spcBef>
                <a:spcPct val="20000"/>
              </a:spcBef>
              <a:spcAft>
                <a:spcPct val="0"/>
              </a:spcAft>
              <a:buBlip>
                <a:blip r:embed="rId2"/>
              </a:buBlip>
              <a:defRPr sz="2400">
                <a:solidFill>
                  <a:srgbClr val="808080"/>
                </a:solidFill>
                <a:latin typeface="+mn-lt"/>
                <a:cs typeface="+mn-cs"/>
              </a:defRPr>
            </a:lvl3pPr>
            <a:lvl4pPr marL="1600200" indent="-228600" algn="l" rtl="0" eaLnBrk="0" fontAlgn="base" hangingPunct="0">
              <a:spcBef>
                <a:spcPct val="20000"/>
              </a:spcBef>
              <a:spcAft>
                <a:spcPct val="0"/>
              </a:spcAft>
              <a:buBlip>
                <a:blip r:embed="rId2"/>
              </a:buBlip>
              <a:defRPr sz="2000">
                <a:solidFill>
                  <a:srgbClr val="808080"/>
                </a:solidFill>
                <a:latin typeface="+mn-lt"/>
                <a:cs typeface="+mn-cs"/>
              </a:defRPr>
            </a:lvl4pPr>
            <a:lvl5pPr marL="2057400" indent="-228600" algn="l" rtl="0" eaLnBrk="0" fontAlgn="base" hangingPunct="0">
              <a:spcBef>
                <a:spcPct val="20000"/>
              </a:spcBef>
              <a:spcAft>
                <a:spcPct val="0"/>
              </a:spcAft>
              <a:buBlip>
                <a:blip r:embed="rId2"/>
              </a:buBlip>
              <a:defRPr sz="2000">
                <a:solidFill>
                  <a:srgbClr val="808080"/>
                </a:solidFill>
                <a:latin typeface="+mn-lt"/>
                <a:cs typeface="+mn-cs"/>
              </a:defRPr>
            </a:lvl5pPr>
            <a:lvl6pPr marL="2514600" indent="-228600" algn="l" rtl="0" fontAlgn="base">
              <a:spcBef>
                <a:spcPct val="20000"/>
              </a:spcBef>
              <a:spcAft>
                <a:spcPct val="0"/>
              </a:spcAft>
              <a:buBlip>
                <a:blip r:embed="rId2"/>
              </a:buBlip>
              <a:defRPr sz="2000">
                <a:solidFill>
                  <a:srgbClr val="808080"/>
                </a:solidFill>
                <a:latin typeface="+mn-lt"/>
                <a:cs typeface="+mn-cs"/>
              </a:defRPr>
            </a:lvl6pPr>
            <a:lvl7pPr marL="2971800" indent="-228600" algn="l" rtl="0" fontAlgn="base">
              <a:spcBef>
                <a:spcPct val="20000"/>
              </a:spcBef>
              <a:spcAft>
                <a:spcPct val="0"/>
              </a:spcAft>
              <a:buBlip>
                <a:blip r:embed="rId2"/>
              </a:buBlip>
              <a:defRPr sz="2000">
                <a:solidFill>
                  <a:srgbClr val="808080"/>
                </a:solidFill>
                <a:latin typeface="+mn-lt"/>
                <a:cs typeface="+mn-cs"/>
              </a:defRPr>
            </a:lvl7pPr>
            <a:lvl8pPr marL="3429000" indent="-228600" algn="l" rtl="0" fontAlgn="base">
              <a:spcBef>
                <a:spcPct val="20000"/>
              </a:spcBef>
              <a:spcAft>
                <a:spcPct val="0"/>
              </a:spcAft>
              <a:buBlip>
                <a:blip r:embed="rId2"/>
              </a:buBlip>
              <a:defRPr sz="2000">
                <a:solidFill>
                  <a:srgbClr val="808080"/>
                </a:solidFill>
                <a:latin typeface="+mn-lt"/>
                <a:cs typeface="+mn-cs"/>
              </a:defRPr>
            </a:lvl8pPr>
            <a:lvl9pPr marL="3886200" indent="-228600" algn="l" rtl="0" fontAlgn="base">
              <a:spcBef>
                <a:spcPct val="20000"/>
              </a:spcBef>
              <a:spcAft>
                <a:spcPct val="0"/>
              </a:spcAft>
              <a:buBlip>
                <a:blip r:embed="rId2"/>
              </a:buBlip>
              <a:defRPr sz="2000">
                <a:solidFill>
                  <a:srgbClr val="808080"/>
                </a:solidFill>
                <a:latin typeface="+mn-lt"/>
                <a:cs typeface="+mn-cs"/>
              </a:defRPr>
            </a:lvl9pPr>
          </a:lstStyle>
          <a:p>
            <a:pPr marL="0" lvl="1" indent="0" algn="just" eaLnBrk="1" hangingPunct="1">
              <a:lnSpc>
                <a:spcPct val="110000"/>
              </a:lnSpc>
              <a:spcBef>
                <a:spcPts val="200"/>
              </a:spcBef>
              <a:spcAft>
                <a:spcPts val="200"/>
              </a:spcAft>
              <a:buClr>
                <a:schemeClr val="accent6"/>
              </a:buClr>
              <a:buNone/>
              <a:defRPr/>
            </a:pPr>
            <a:r>
              <a:rPr lang="en-US" sz="2400" dirty="0" smtClean="0">
                <a:solidFill>
                  <a:schemeClr val="accent6"/>
                </a:solidFill>
                <a:latin typeface="+mj-lt"/>
              </a:rPr>
              <a:t>1. </a:t>
            </a:r>
            <a:r>
              <a:rPr lang="en-US" sz="2400" b="1" dirty="0" smtClean="0">
                <a:solidFill>
                  <a:schemeClr val="accent6"/>
                </a:solidFill>
                <a:latin typeface="+mj-lt"/>
              </a:rPr>
              <a:t>Permission-based </a:t>
            </a:r>
            <a:r>
              <a:rPr lang="en-US" sz="2400" b="1" dirty="0">
                <a:solidFill>
                  <a:schemeClr val="accent6"/>
                </a:solidFill>
                <a:latin typeface="+mj-lt"/>
              </a:rPr>
              <a:t>Approaches</a:t>
            </a:r>
          </a:p>
          <a:p>
            <a:pPr marL="265113" lvl="2" indent="-265113" algn="just" eaLnBrk="1" hangingPunct="1">
              <a:lnSpc>
                <a:spcPct val="110000"/>
              </a:lnSpc>
              <a:spcBef>
                <a:spcPts val="200"/>
              </a:spcBef>
              <a:spcAft>
                <a:spcPts val="200"/>
              </a:spcAft>
              <a:buClr>
                <a:schemeClr val="accent6"/>
              </a:buClr>
              <a:buFont typeface="Webdings" panose="05030102010509060703" pitchFamily="18" charset="2"/>
              <a:buChar char=""/>
              <a:defRPr/>
            </a:pPr>
            <a:r>
              <a:rPr lang="en-US" dirty="0">
                <a:solidFill>
                  <a:schemeClr val="tx1"/>
                </a:solidFill>
                <a:latin typeface="+mj-lt"/>
              </a:rPr>
              <a:t>A process, which wants to access a shared resource, requests the permission from one or more coordinators</a:t>
            </a:r>
          </a:p>
          <a:p>
            <a:pPr marL="0" lvl="1" indent="0" algn="just" eaLnBrk="1" hangingPunct="1">
              <a:lnSpc>
                <a:spcPct val="110000"/>
              </a:lnSpc>
              <a:spcBef>
                <a:spcPts val="200"/>
              </a:spcBef>
              <a:spcAft>
                <a:spcPts val="200"/>
              </a:spcAft>
              <a:buClr>
                <a:schemeClr val="accent6"/>
              </a:buClr>
              <a:buNone/>
              <a:defRPr/>
            </a:pPr>
            <a:endParaRPr lang="en-US" sz="2400" dirty="0">
              <a:solidFill>
                <a:schemeClr val="tx1"/>
              </a:solidFill>
              <a:latin typeface="+mj-lt"/>
            </a:endParaRPr>
          </a:p>
          <a:p>
            <a:pPr marL="0" lvl="1" indent="0" algn="just" eaLnBrk="1" hangingPunct="1">
              <a:lnSpc>
                <a:spcPct val="110000"/>
              </a:lnSpc>
              <a:spcBef>
                <a:spcPts val="200"/>
              </a:spcBef>
              <a:spcAft>
                <a:spcPts val="200"/>
              </a:spcAft>
              <a:buClr>
                <a:schemeClr val="accent6"/>
              </a:buClr>
              <a:buNone/>
              <a:defRPr/>
            </a:pPr>
            <a:r>
              <a:rPr lang="en-US" sz="2400" dirty="0" smtClean="0">
                <a:solidFill>
                  <a:schemeClr val="accent6"/>
                </a:solidFill>
                <a:latin typeface="+mj-lt"/>
              </a:rPr>
              <a:t>2</a:t>
            </a:r>
            <a:r>
              <a:rPr lang="en-US" sz="2400" b="1" dirty="0" smtClean="0">
                <a:solidFill>
                  <a:schemeClr val="accent6"/>
                </a:solidFill>
                <a:latin typeface="+mj-lt"/>
              </a:rPr>
              <a:t>. Token-based </a:t>
            </a:r>
            <a:r>
              <a:rPr lang="en-US" sz="2400" b="1" dirty="0">
                <a:solidFill>
                  <a:schemeClr val="accent6"/>
                </a:solidFill>
                <a:latin typeface="+mj-lt"/>
              </a:rPr>
              <a:t>Approaches</a:t>
            </a:r>
          </a:p>
          <a:p>
            <a:pPr marL="265113" lvl="2" indent="-265113" algn="just" eaLnBrk="1" hangingPunct="1">
              <a:lnSpc>
                <a:spcPct val="110000"/>
              </a:lnSpc>
              <a:spcBef>
                <a:spcPts val="200"/>
              </a:spcBef>
              <a:spcAft>
                <a:spcPts val="200"/>
              </a:spcAft>
              <a:buClr>
                <a:schemeClr val="accent6"/>
              </a:buClr>
              <a:buFont typeface="Webdings" panose="05030102010509060703" pitchFamily="18" charset="2"/>
              <a:buChar char=""/>
              <a:defRPr/>
            </a:pPr>
            <a:r>
              <a:rPr lang="en-US" dirty="0">
                <a:solidFill>
                  <a:schemeClr val="tx1"/>
                </a:solidFill>
                <a:latin typeface="+mj-lt"/>
              </a:rPr>
              <a:t>Each shared resource has a token</a:t>
            </a:r>
          </a:p>
          <a:p>
            <a:pPr marL="265113" lvl="2" indent="-265113" algn="just" eaLnBrk="1" hangingPunct="1">
              <a:lnSpc>
                <a:spcPct val="110000"/>
              </a:lnSpc>
              <a:spcBef>
                <a:spcPts val="200"/>
              </a:spcBef>
              <a:spcAft>
                <a:spcPts val="200"/>
              </a:spcAft>
              <a:buClr>
                <a:schemeClr val="accent6"/>
              </a:buClr>
              <a:buFont typeface="Webdings" panose="05030102010509060703" pitchFamily="18" charset="2"/>
              <a:buChar char=""/>
              <a:defRPr/>
            </a:pPr>
            <a:r>
              <a:rPr lang="en-US" dirty="0">
                <a:solidFill>
                  <a:schemeClr val="tx1"/>
                </a:solidFill>
                <a:latin typeface="+mj-lt"/>
              </a:rPr>
              <a:t>Token is circulated among all the processes</a:t>
            </a:r>
          </a:p>
          <a:p>
            <a:pPr marL="265113" lvl="2" indent="-265113" algn="just" eaLnBrk="1" hangingPunct="1">
              <a:lnSpc>
                <a:spcPct val="110000"/>
              </a:lnSpc>
              <a:spcBef>
                <a:spcPts val="200"/>
              </a:spcBef>
              <a:spcAft>
                <a:spcPts val="200"/>
              </a:spcAft>
              <a:buClr>
                <a:schemeClr val="accent6"/>
              </a:buClr>
              <a:buFont typeface="Webdings" panose="05030102010509060703" pitchFamily="18" charset="2"/>
              <a:buChar char=""/>
              <a:defRPr/>
            </a:pPr>
            <a:r>
              <a:rPr lang="en-US" dirty="0">
                <a:solidFill>
                  <a:schemeClr val="tx1"/>
                </a:solidFill>
                <a:latin typeface="+mj-lt"/>
              </a:rPr>
              <a:t>A process can access the resource if it has the token</a:t>
            </a:r>
          </a:p>
        </p:txBody>
      </p:sp>
      <p:cxnSp>
        <p:nvCxnSpPr>
          <p:cNvPr id="62" name="Straight Arrow Connector 61">
            <a:extLst>
              <a:ext uri="{FF2B5EF4-FFF2-40B4-BE49-F238E27FC236}">
                <a16:creationId xmlns:a16="http://schemas.microsoft.com/office/drawing/2014/main" xmlns="" id="{C0428F35-E5FD-4190-8997-C3026565D876}"/>
              </a:ext>
            </a:extLst>
          </p:cNvPr>
          <p:cNvCxnSpPr>
            <a:endCxn id="59" idx="1"/>
          </p:cNvCxnSpPr>
          <p:nvPr/>
        </p:nvCxnSpPr>
        <p:spPr>
          <a:xfrm flipV="1">
            <a:off x="8038039" y="1976295"/>
            <a:ext cx="1800560" cy="522885"/>
          </a:xfrm>
          <a:prstGeom prst="straightConnector1">
            <a:avLst/>
          </a:prstGeom>
          <a:ln w="19050">
            <a:solidFill>
              <a:srgbClr val="1D9A78"/>
            </a:solidFill>
            <a:tailEnd type="arrow"/>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xmlns="" id="{B64AF1CC-730B-42C2-987F-A4ACBD487113}"/>
              </a:ext>
            </a:extLst>
          </p:cNvPr>
          <p:cNvCxnSpPr>
            <a:stCxn id="58" idx="1"/>
          </p:cNvCxnSpPr>
          <p:nvPr/>
        </p:nvCxnSpPr>
        <p:spPr>
          <a:xfrm flipH="1">
            <a:off x="8024310" y="2163071"/>
            <a:ext cx="1814289" cy="550063"/>
          </a:xfrm>
          <a:prstGeom prst="straightConnector1">
            <a:avLst/>
          </a:prstGeom>
          <a:ln w="19050">
            <a:solidFill>
              <a:srgbClr val="1D9A78"/>
            </a:solidFill>
            <a:tailEnd type="arrow"/>
          </a:ln>
        </p:spPr>
        <p:style>
          <a:lnRef idx="1">
            <a:schemeClr val="accent1"/>
          </a:lnRef>
          <a:fillRef idx="0">
            <a:schemeClr val="accent1"/>
          </a:fillRef>
          <a:effectRef idx="0">
            <a:schemeClr val="accent1"/>
          </a:effectRef>
          <a:fontRef idx="minor">
            <a:schemeClr val="tx1"/>
          </a:fontRef>
        </p:style>
      </p:cxnSp>
      <p:sp>
        <p:nvSpPr>
          <p:cNvPr id="64" name="Rectangle 63">
            <a:extLst>
              <a:ext uri="{FF2B5EF4-FFF2-40B4-BE49-F238E27FC236}">
                <a16:creationId xmlns:a16="http://schemas.microsoft.com/office/drawing/2014/main" xmlns="" id="{4E727B3D-4517-41E8-9FF6-AB95AE2E3451}"/>
              </a:ext>
            </a:extLst>
          </p:cNvPr>
          <p:cNvSpPr/>
          <p:nvPr/>
        </p:nvSpPr>
        <p:spPr>
          <a:xfrm>
            <a:off x="7521396" y="1372291"/>
            <a:ext cx="1800226" cy="545334"/>
          </a:xfrm>
          <a:prstGeom prst="rect">
            <a:avLst/>
          </a:prstGeom>
          <a:solidFill>
            <a:srgbClr val="1D306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2000" dirty="0">
                <a:solidFill>
                  <a:schemeClr val="bg1"/>
                </a:solidFill>
                <a:latin typeface="+mj-lt"/>
              </a:rPr>
              <a:t>Request to access</a:t>
            </a:r>
          </a:p>
        </p:txBody>
      </p:sp>
      <p:sp>
        <p:nvSpPr>
          <p:cNvPr id="65" name="Rectangle 64">
            <a:extLst>
              <a:ext uri="{FF2B5EF4-FFF2-40B4-BE49-F238E27FC236}">
                <a16:creationId xmlns:a16="http://schemas.microsoft.com/office/drawing/2014/main" xmlns="" id="{A09BF246-F4C7-46D7-A427-F59D4206B517}"/>
              </a:ext>
            </a:extLst>
          </p:cNvPr>
          <p:cNvSpPr/>
          <p:nvPr/>
        </p:nvSpPr>
        <p:spPr>
          <a:xfrm>
            <a:off x="8945727" y="2577274"/>
            <a:ext cx="879601" cy="246079"/>
          </a:xfrm>
          <a:prstGeom prst="rect">
            <a:avLst/>
          </a:prstGeom>
          <a:solidFill>
            <a:srgbClr val="1D306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2000" dirty="0">
                <a:solidFill>
                  <a:schemeClr val="bg1"/>
                </a:solidFill>
                <a:latin typeface="+mj-lt"/>
              </a:rPr>
              <a:t>Grant</a:t>
            </a:r>
          </a:p>
        </p:txBody>
      </p:sp>
      <p:cxnSp>
        <p:nvCxnSpPr>
          <p:cNvPr id="66" name="Straight Arrow Connector 65">
            <a:extLst>
              <a:ext uri="{FF2B5EF4-FFF2-40B4-BE49-F238E27FC236}">
                <a16:creationId xmlns:a16="http://schemas.microsoft.com/office/drawing/2014/main" xmlns="" id="{430AB07B-F7E8-4411-A5A7-B9385C8A0956}"/>
              </a:ext>
            </a:extLst>
          </p:cNvPr>
          <p:cNvCxnSpPr>
            <a:endCxn id="55" idx="1"/>
          </p:cNvCxnSpPr>
          <p:nvPr/>
        </p:nvCxnSpPr>
        <p:spPr>
          <a:xfrm>
            <a:off x="8038039" y="3037307"/>
            <a:ext cx="1878350" cy="242672"/>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7" name="Rectangle 66">
            <a:extLst>
              <a:ext uri="{FF2B5EF4-FFF2-40B4-BE49-F238E27FC236}">
                <a16:creationId xmlns:a16="http://schemas.microsoft.com/office/drawing/2014/main" xmlns="" id="{D92A7104-F10A-472D-8A32-44F080700F48}"/>
              </a:ext>
            </a:extLst>
          </p:cNvPr>
          <p:cNvSpPr/>
          <p:nvPr/>
        </p:nvSpPr>
        <p:spPr>
          <a:xfrm>
            <a:off x="8179707" y="3247611"/>
            <a:ext cx="1004336" cy="301467"/>
          </a:xfrm>
          <a:prstGeom prst="rect">
            <a:avLst/>
          </a:prstGeom>
          <a:solidFill>
            <a:srgbClr val="1D306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2000" dirty="0">
                <a:solidFill>
                  <a:schemeClr val="bg1"/>
                </a:solidFill>
                <a:latin typeface="+mj-lt"/>
              </a:rPr>
              <a:t>Access</a:t>
            </a:r>
          </a:p>
        </p:txBody>
      </p:sp>
      <p:grpSp>
        <p:nvGrpSpPr>
          <p:cNvPr id="68" name="Group 39">
            <a:extLst>
              <a:ext uri="{FF2B5EF4-FFF2-40B4-BE49-F238E27FC236}">
                <a16:creationId xmlns:a16="http://schemas.microsoft.com/office/drawing/2014/main" xmlns="" id="{0AB760C4-4A11-47E6-8429-52D874255417}"/>
              </a:ext>
            </a:extLst>
          </p:cNvPr>
          <p:cNvGrpSpPr>
            <a:grpSpLocks/>
          </p:cNvGrpSpPr>
          <p:nvPr/>
        </p:nvGrpSpPr>
        <p:grpSpPr bwMode="auto">
          <a:xfrm>
            <a:off x="8024310" y="3815885"/>
            <a:ext cx="1258887" cy="843804"/>
            <a:chOff x="5105400" y="3962397"/>
            <a:chExt cx="3640667" cy="1271217"/>
          </a:xfrm>
        </p:grpSpPr>
        <p:sp>
          <p:nvSpPr>
            <p:cNvPr id="69" name="Rectangle 68">
              <a:extLst>
                <a:ext uri="{FF2B5EF4-FFF2-40B4-BE49-F238E27FC236}">
                  <a16:creationId xmlns:a16="http://schemas.microsoft.com/office/drawing/2014/main" xmlns="" id="{FEFBBB96-D5CC-46D1-ABB5-A0AF273B4E6F}"/>
                </a:ext>
              </a:extLst>
            </p:cNvPr>
            <p:cNvSpPr/>
            <p:nvPr/>
          </p:nvSpPr>
          <p:spPr>
            <a:xfrm>
              <a:off x="5105400" y="3962397"/>
              <a:ext cx="3640667" cy="1271217"/>
            </a:xfrm>
            <a:prstGeom prst="rect">
              <a:avLst/>
            </a:prstGeom>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endParaRPr lang="en-US" sz="2000">
                <a:latin typeface="+mj-lt"/>
              </a:endParaRPr>
            </a:p>
          </p:txBody>
        </p:sp>
        <p:sp>
          <p:nvSpPr>
            <p:cNvPr id="70" name="Rectangle 69">
              <a:extLst>
                <a:ext uri="{FF2B5EF4-FFF2-40B4-BE49-F238E27FC236}">
                  <a16:creationId xmlns:a16="http://schemas.microsoft.com/office/drawing/2014/main" xmlns="" id="{E59AFD63-04F6-47EE-8B4E-C054C5843D23}"/>
                </a:ext>
              </a:extLst>
            </p:cNvPr>
            <p:cNvSpPr/>
            <p:nvPr/>
          </p:nvSpPr>
          <p:spPr bwMode="auto">
            <a:xfrm>
              <a:off x="5105400" y="3962397"/>
              <a:ext cx="3640667" cy="48641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2000" dirty="0">
                  <a:solidFill>
                    <a:schemeClr val="bg1"/>
                  </a:solidFill>
                  <a:latin typeface="+mj-lt"/>
                </a:rPr>
                <a:t>Server</a:t>
              </a:r>
            </a:p>
          </p:txBody>
        </p:sp>
      </p:grpSp>
      <p:sp>
        <p:nvSpPr>
          <p:cNvPr id="71" name="Rectangle 70">
            <a:extLst>
              <a:ext uri="{FF2B5EF4-FFF2-40B4-BE49-F238E27FC236}">
                <a16:creationId xmlns:a16="http://schemas.microsoft.com/office/drawing/2014/main" xmlns="" id="{3F5DCE32-3415-4EC5-B9F8-8DBBD5A45DB9}"/>
              </a:ext>
            </a:extLst>
          </p:cNvPr>
          <p:cNvSpPr/>
          <p:nvPr/>
        </p:nvSpPr>
        <p:spPr bwMode="auto">
          <a:xfrm>
            <a:off x="8065579" y="4196277"/>
            <a:ext cx="1214442" cy="409039"/>
          </a:xfrm>
          <a:prstGeom prst="rect">
            <a:avLst/>
          </a:prstGeom>
          <a:solidFill>
            <a:schemeClr val="accent2">
              <a:lumMod val="60000"/>
              <a:lumOff val="40000"/>
            </a:schemeClr>
          </a:solidFill>
        </p:spPr>
        <p:style>
          <a:lnRef idx="0">
            <a:schemeClr val="accent6"/>
          </a:lnRef>
          <a:fillRef idx="3">
            <a:schemeClr val="accent6"/>
          </a:fillRef>
          <a:effectRef idx="3">
            <a:schemeClr val="accent6"/>
          </a:effectRef>
          <a:fontRef idx="minor">
            <a:schemeClr val="lt1"/>
          </a:fontRef>
        </p:style>
        <p:txBody>
          <a:bodyPr/>
          <a:lstStyle/>
          <a:p>
            <a:pPr algn="ctr" eaLnBrk="1" hangingPunct="1">
              <a:defRPr/>
            </a:pPr>
            <a:r>
              <a:rPr lang="en-US" sz="2000" dirty="0">
                <a:solidFill>
                  <a:schemeClr val="tx1"/>
                </a:solidFill>
                <a:latin typeface="+mj-lt"/>
              </a:rPr>
              <a:t>Resource</a:t>
            </a:r>
          </a:p>
        </p:txBody>
      </p:sp>
      <p:grpSp>
        <p:nvGrpSpPr>
          <p:cNvPr id="72" name="Group 43">
            <a:extLst>
              <a:ext uri="{FF2B5EF4-FFF2-40B4-BE49-F238E27FC236}">
                <a16:creationId xmlns:a16="http://schemas.microsoft.com/office/drawing/2014/main" xmlns="" id="{5E098632-6FE9-423C-B416-847F8FF3B9B2}"/>
              </a:ext>
            </a:extLst>
          </p:cNvPr>
          <p:cNvGrpSpPr>
            <a:grpSpLocks/>
          </p:cNvGrpSpPr>
          <p:nvPr/>
        </p:nvGrpSpPr>
        <p:grpSpPr bwMode="auto">
          <a:xfrm>
            <a:off x="6948484" y="5298896"/>
            <a:ext cx="1223962" cy="701734"/>
            <a:chOff x="5105400" y="3962397"/>
            <a:chExt cx="3276600" cy="1075038"/>
          </a:xfrm>
        </p:grpSpPr>
        <p:sp>
          <p:nvSpPr>
            <p:cNvPr id="73" name="Rectangle 72">
              <a:extLst>
                <a:ext uri="{FF2B5EF4-FFF2-40B4-BE49-F238E27FC236}">
                  <a16:creationId xmlns:a16="http://schemas.microsoft.com/office/drawing/2014/main" xmlns="" id="{BA25EF5F-B929-4E80-A753-FBA8B4C11BC9}"/>
                </a:ext>
              </a:extLst>
            </p:cNvPr>
            <p:cNvSpPr/>
            <p:nvPr/>
          </p:nvSpPr>
          <p:spPr>
            <a:xfrm>
              <a:off x="5105400" y="3962397"/>
              <a:ext cx="3276600" cy="1075038"/>
            </a:xfrm>
            <a:prstGeom prst="rect">
              <a:avLst/>
            </a:prstGeom>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endParaRPr lang="en-US" sz="2000">
                <a:latin typeface="+mj-lt"/>
              </a:endParaRPr>
            </a:p>
          </p:txBody>
        </p:sp>
        <p:sp>
          <p:nvSpPr>
            <p:cNvPr id="74" name="Rectangle 73">
              <a:extLst>
                <a:ext uri="{FF2B5EF4-FFF2-40B4-BE49-F238E27FC236}">
                  <a16:creationId xmlns:a16="http://schemas.microsoft.com/office/drawing/2014/main" xmlns="" id="{1D37D6F5-4CAB-421A-824E-B013C47FAB99}"/>
                </a:ext>
              </a:extLst>
            </p:cNvPr>
            <p:cNvSpPr/>
            <p:nvPr/>
          </p:nvSpPr>
          <p:spPr bwMode="auto">
            <a:xfrm>
              <a:off x="5105400" y="3962397"/>
              <a:ext cx="3276600" cy="486423"/>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2000" dirty="0">
                  <a:solidFill>
                    <a:schemeClr val="bg1"/>
                  </a:solidFill>
                  <a:latin typeface="+mj-lt"/>
                </a:rPr>
                <a:t>Client 1</a:t>
              </a:r>
            </a:p>
          </p:txBody>
        </p:sp>
      </p:grpSp>
      <p:sp>
        <p:nvSpPr>
          <p:cNvPr id="75" name="Oval 74">
            <a:extLst>
              <a:ext uri="{FF2B5EF4-FFF2-40B4-BE49-F238E27FC236}">
                <a16:creationId xmlns:a16="http://schemas.microsoft.com/office/drawing/2014/main" xmlns="" id="{3D8AA146-CB15-423D-8B41-D9B26358D87F}"/>
              </a:ext>
            </a:extLst>
          </p:cNvPr>
          <p:cNvSpPr>
            <a:spLocks noChangeArrowheads="1"/>
          </p:cNvSpPr>
          <p:nvPr/>
        </p:nvSpPr>
        <p:spPr bwMode="auto">
          <a:xfrm>
            <a:off x="7214392" y="5675116"/>
            <a:ext cx="717549" cy="201611"/>
          </a:xfrm>
          <a:prstGeom prst="ellipse">
            <a:avLst/>
          </a:prstGeom>
          <a:gradFill rotWithShape="1">
            <a:gsLst>
              <a:gs pos="0">
                <a:srgbClr val="E9E9F7"/>
              </a:gs>
              <a:gs pos="64999">
                <a:srgbClr val="C5C5E9"/>
              </a:gs>
              <a:gs pos="100000">
                <a:srgbClr val="ACACE1"/>
              </a:gs>
            </a:gsLst>
            <a:lin ang="5400000" scaled="1"/>
          </a:gradFill>
          <a:ln w="9525">
            <a:solidFill>
              <a:srgbClr val="292989"/>
            </a:solidFill>
            <a:round/>
            <a:headEnd/>
            <a:tailEnd/>
          </a:ln>
          <a:effectLst>
            <a:outerShdw blurRad="40000" dist="20000" dir="5400000" rotWithShape="0">
              <a:srgbClr val="808080">
                <a:alpha val="37999"/>
              </a:srgbClr>
            </a:outerShdw>
          </a:effectLst>
        </p:spPr>
        <p:txBody>
          <a:bodyPr anchor="ctr"/>
          <a:lstStyle/>
          <a:p>
            <a:pPr algn="ctr" eaLnBrk="1" hangingPunct="1">
              <a:defRPr/>
            </a:pPr>
            <a:r>
              <a:rPr lang="en-US" dirty="0">
                <a:latin typeface="+mj-lt"/>
                <a:ea typeface="+mn-ea"/>
              </a:rPr>
              <a:t>P1</a:t>
            </a:r>
          </a:p>
        </p:txBody>
      </p:sp>
      <p:grpSp>
        <p:nvGrpSpPr>
          <p:cNvPr id="76" name="Group 47">
            <a:extLst>
              <a:ext uri="{FF2B5EF4-FFF2-40B4-BE49-F238E27FC236}">
                <a16:creationId xmlns:a16="http://schemas.microsoft.com/office/drawing/2014/main" xmlns="" id="{B039B648-499A-4729-B7B6-BE5BF3C70164}"/>
              </a:ext>
            </a:extLst>
          </p:cNvPr>
          <p:cNvGrpSpPr>
            <a:grpSpLocks/>
          </p:cNvGrpSpPr>
          <p:nvPr/>
        </p:nvGrpSpPr>
        <p:grpSpPr bwMode="auto">
          <a:xfrm>
            <a:off x="8251030" y="5318514"/>
            <a:ext cx="1223962" cy="698851"/>
            <a:chOff x="5105400" y="3962397"/>
            <a:chExt cx="3276600" cy="1075038"/>
          </a:xfrm>
        </p:grpSpPr>
        <p:sp>
          <p:nvSpPr>
            <p:cNvPr id="77" name="Rectangle 76">
              <a:extLst>
                <a:ext uri="{FF2B5EF4-FFF2-40B4-BE49-F238E27FC236}">
                  <a16:creationId xmlns:a16="http://schemas.microsoft.com/office/drawing/2014/main" xmlns="" id="{C41FC44F-8454-47D6-A062-7FE91B8C531A}"/>
                </a:ext>
              </a:extLst>
            </p:cNvPr>
            <p:cNvSpPr/>
            <p:nvPr/>
          </p:nvSpPr>
          <p:spPr>
            <a:xfrm>
              <a:off x="5105400" y="3962397"/>
              <a:ext cx="3276600" cy="1075038"/>
            </a:xfrm>
            <a:prstGeom prst="rect">
              <a:avLst/>
            </a:prstGeom>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endParaRPr lang="en-US" sz="2000">
                <a:latin typeface="+mj-lt"/>
              </a:endParaRPr>
            </a:p>
          </p:txBody>
        </p:sp>
        <p:sp>
          <p:nvSpPr>
            <p:cNvPr id="78" name="Rectangle 77">
              <a:extLst>
                <a:ext uri="{FF2B5EF4-FFF2-40B4-BE49-F238E27FC236}">
                  <a16:creationId xmlns:a16="http://schemas.microsoft.com/office/drawing/2014/main" xmlns="" id="{52802392-AF05-4C19-B8EF-B1B53F701C4E}"/>
                </a:ext>
              </a:extLst>
            </p:cNvPr>
            <p:cNvSpPr/>
            <p:nvPr/>
          </p:nvSpPr>
          <p:spPr bwMode="auto">
            <a:xfrm>
              <a:off x="5105400" y="3962397"/>
              <a:ext cx="3276600" cy="486423"/>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2000" dirty="0">
                  <a:solidFill>
                    <a:schemeClr val="bg1"/>
                  </a:solidFill>
                  <a:latin typeface="+mj-lt"/>
                </a:rPr>
                <a:t>Client 2</a:t>
              </a:r>
            </a:p>
          </p:txBody>
        </p:sp>
      </p:grpSp>
      <p:sp>
        <p:nvSpPr>
          <p:cNvPr id="79" name="Oval 78">
            <a:extLst>
              <a:ext uri="{FF2B5EF4-FFF2-40B4-BE49-F238E27FC236}">
                <a16:creationId xmlns:a16="http://schemas.microsoft.com/office/drawing/2014/main" xmlns="" id="{5C84BE56-613D-41B2-A191-B931EE42A7ED}"/>
              </a:ext>
            </a:extLst>
          </p:cNvPr>
          <p:cNvSpPr>
            <a:spLocks noChangeArrowheads="1"/>
          </p:cNvSpPr>
          <p:nvPr/>
        </p:nvSpPr>
        <p:spPr bwMode="auto">
          <a:xfrm>
            <a:off x="8509613" y="5677990"/>
            <a:ext cx="687386" cy="241299"/>
          </a:xfrm>
          <a:prstGeom prst="ellipse">
            <a:avLst/>
          </a:prstGeom>
          <a:gradFill rotWithShape="1">
            <a:gsLst>
              <a:gs pos="0">
                <a:srgbClr val="E9E9F7"/>
              </a:gs>
              <a:gs pos="64999">
                <a:srgbClr val="C5C5E9"/>
              </a:gs>
              <a:gs pos="100000">
                <a:srgbClr val="ACACE1"/>
              </a:gs>
            </a:gsLst>
            <a:lin ang="5400000" scaled="1"/>
          </a:gradFill>
          <a:ln w="9525">
            <a:solidFill>
              <a:srgbClr val="292989"/>
            </a:solidFill>
            <a:round/>
            <a:headEnd/>
            <a:tailEnd/>
          </a:ln>
          <a:effectLst>
            <a:outerShdw blurRad="40000" dist="20000" dir="5400000" rotWithShape="0">
              <a:srgbClr val="808080">
                <a:alpha val="37999"/>
              </a:srgbClr>
            </a:outerShdw>
          </a:effectLst>
        </p:spPr>
        <p:txBody>
          <a:bodyPr anchor="ctr"/>
          <a:lstStyle/>
          <a:p>
            <a:pPr algn="ctr" eaLnBrk="1" hangingPunct="1">
              <a:defRPr/>
            </a:pPr>
            <a:r>
              <a:rPr lang="en-US" dirty="0">
                <a:latin typeface="+mj-lt"/>
                <a:ea typeface="+mn-ea"/>
              </a:rPr>
              <a:t>P2</a:t>
            </a:r>
          </a:p>
        </p:txBody>
      </p:sp>
      <p:grpSp>
        <p:nvGrpSpPr>
          <p:cNvPr id="80" name="Group 51">
            <a:extLst>
              <a:ext uri="{FF2B5EF4-FFF2-40B4-BE49-F238E27FC236}">
                <a16:creationId xmlns:a16="http://schemas.microsoft.com/office/drawing/2014/main" xmlns="" id="{F9AE8B70-CDC7-452F-8E2A-A456D383CC34}"/>
              </a:ext>
            </a:extLst>
          </p:cNvPr>
          <p:cNvGrpSpPr>
            <a:grpSpLocks/>
          </p:cNvGrpSpPr>
          <p:nvPr/>
        </p:nvGrpSpPr>
        <p:grpSpPr bwMode="auto">
          <a:xfrm>
            <a:off x="9546203" y="5298897"/>
            <a:ext cx="1223962" cy="701734"/>
            <a:chOff x="5105400" y="3962397"/>
            <a:chExt cx="3276600" cy="1075038"/>
          </a:xfrm>
        </p:grpSpPr>
        <p:sp>
          <p:nvSpPr>
            <p:cNvPr id="81" name="Rectangle 80">
              <a:extLst>
                <a:ext uri="{FF2B5EF4-FFF2-40B4-BE49-F238E27FC236}">
                  <a16:creationId xmlns:a16="http://schemas.microsoft.com/office/drawing/2014/main" xmlns="" id="{ABE3E55B-E15A-480C-AD1C-307308BAF055}"/>
                </a:ext>
              </a:extLst>
            </p:cNvPr>
            <p:cNvSpPr/>
            <p:nvPr/>
          </p:nvSpPr>
          <p:spPr>
            <a:xfrm>
              <a:off x="5105400" y="3962397"/>
              <a:ext cx="3276600" cy="1075038"/>
            </a:xfrm>
            <a:prstGeom prst="rect">
              <a:avLst/>
            </a:prstGeom>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endParaRPr lang="en-US" sz="2000">
                <a:latin typeface="+mj-lt"/>
              </a:endParaRPr>
            </a:p>
          </p:txBody>
        </p:sp>
        <p:sp>
          <p:nvSpPr>
            <p:cNvPr id="82" name="Rectangle 81">
              <a:extLst>
                <a:ext uri="{FF2B5EF4-FFF2-40B4-BE49-F238E27FC236}">
                  <a16:creationId xmlns:a16="http://schemas.microsoft.com/office/drawing/2014/main" xmlns="" id="{5F89A3C9-CBD5-4D38-9045-953EC5620057}"/>
                </a:ext>
              </a:extLst>
            </p:cNvPr>
            <p:cNvSpPr/>
            <p:nvPr/>
          </p:nvSpPr>
          <p:spPr bwMode="auto">
            <a:xfrm>
              <a:off x="5105400" y="3962397"/>
              <a:ext cx="3276600" cy="486423"/>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2000" dirty="0">
                  <a:solidFill>
                    <a:schemeClr val="bg1"/>
                  </a:solidFill>
                  <a:latin typeface="+mj-lt"/>
                </a:rPr>
                <a:t>Client 3</a:t>
              </a:r>
            </a:p>
          </p:txBody>
        </p:sp>
      </p:grpSp>
      <p:sp>
        <p:nvSpPr>
          <p:cNvPr id="83" name="Oval 82">
            <a:extLst>
              <a:ext uri="{FF2B5EF4-FFF2-40B4-BE49-F238E27FC236}">
                <a16:creationId xmlns:a16="http://schemas.microsoft.com/office/drawing/2014/main" xmlns="" id="{B366878A-AF71-4BB9-8C48-F2FA447BF06D}"/>
              </a:ext>
            </a:extLst>
          </p:cNvPr>
          <p:cNvSpPr>
            <a:spLocks noChangeArrowheads="1"/>
          </p:cNvSpPr>
          <p:nvPr/>
        </p:nvSpPr>
        <p:spPr bwMode="auto">
          <a:xfrm>
            <a:off x="9781153" y="5664927"/>
            <a:ext cx="754061" cy="241299"/>
          </a:xfrm>
          <a:prstGeom prst="ellipse">
            <a:avLst/>
          </a:prstGeom>
          <a:gradFill rotWithShape="1">
            <a:gsLst>
              <a:gs pos="0">
                <a:srgbClr val="E9E9F7"/>
              </a:gs>
              <a:gs pos="64999">
                <a:srgbClr val="C5C5E9"/>
              </a:gs>
              <a:gs pos="100000">
                <a:srgbClr val="ACACE1"/>
              </a:gs>
            </a:gsLst>
            <a:lin ang="5400000" scaled="1"/>
          </a:gradFill>
          <a:ln w="9525">
            <a:solidFill>
              <a:srgbClr val="292989"/>
            </a:solidFill>
            <a:round/>
            <a:headEnd/>
            <a:tailEnd/>
          </a:ln>
          <a:effectLst>
            <a:outerShdw blurRad="40000" dist="20000" dir="5400000" rotWithShape="0">
              <a:srgbClr val="808080">
                <a:alpha val="37999"/>
              </a:srgbClr>
            </a:outerShdw>
          </a:effectLst>
        </p:spPr>
        <p:txBody>
          <a:bodyPr anchor="ctr"/>
          <a:lstStyle/>
          <a:p>
            <a:pPr algn="ctr" eaLnBrk="1" hangingPunct="1">
              <a:defRPr/>
            </a:pPr>
            <a:r>
              <a:rPr lang="en-US" dirty="0">
                <a:latin typeface="+mj-lt"/>
                <a:ea typeface="+mn-ea"/>
              </a:rPr>
              <a:t>P3</a:t>
            </a:r>
          </a:p>
        </p:txBody>
      </p:sp>
      <p:sp>
        <p:nvSpPr>
          <p:cNvPr id="84" name="Rectangle 83">
            <a:extLst>
              <a:ext uri="{FF2B5EF4-FFF2-40B4-BE49-F238E27FC236}">
                <a16:creationId xmlns:a16="http://schemas.microsoft.com/office/drawing/2014/main" xmlns="" id="{A75FC5BD-5304-417E-BB89-D5F1D0B68EB2}"/>
              </a:ext>
            </a:extLst>
          </p:cNvPr>
          <p:cNvSpPr/>
          <p:nvPr/>
        </p:nvSpPr>
        <p:spPr>
          <a:xfrm>
            <a:off x="7048241" y="6105282"/>
            <a:ext cx="962022" cy="286795"/>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eaLnBrk="1" hangingPunct="1">
              <a:defRPr/>
            </a:pPr>
            <a:r>
              <a:rPr lang="en-US" sz="2000" dirty="0">
                <a:solidFill>
                  <a:schemeClr val="bg1"/>
                </a:solidFill>
                <a:latin typeface="+mj-lt"/>
              </a:rPr>
              <a:t>Token</a:t>
            </a:r>
          </a:p>
        </p:txBody>
      </p:sp>
      <p:cxnSp>
        <p:nvCxnSpPr>
          <p:cNvPr id="85" name="Straight Arrow Connector 84">
            <a:extLst>
              <a:ext uri="{FF2B5EF4-FFF2-40B4-BE49-F238E27FC236}">
                <a16:creationId xmlns:a16="http://schemas.microsoft.com/office/drawing/2014/main" xmlns="" id="{62831D60-DE8D-470D-A78B-8822ABDC1BC6}"/>
              </a:ext>
            </a:extLst>
          </p:cNvPr>
          <p:cNvCxnSpPr>
            <a:stCxn id="74" idx="0"/>
            <a:endCxn id="69" idx="2"/>
          </p:cNvCxnSpPr>
          <p:nvPr/>
        </p:nvCxnSpPr>
        <p:spPr>
          <a:xfrm flipV="1">
            <a:off x="7560465" y="4659689"/>
            <a:ext cx="1093289" cy="639207"/>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86" name="Rectangle 85">
            <a:extLst>
              <a:ext uri="{FF2B5EF4-FFF2-40B4-BE49-F238E27FC236}">
                <a16:creationId xmlns:a16="http://schemas.microsoft.com/office/drawing/2014/main" xmlns="" id="{3DD92A99-D3CA-4005-91E0-20842AEBD7C6}"/>
              </a:ext>
            </a:extLst>
          </p:cNvPr>
          <p:cNvSpPr/>
          <p:nvPr/>
        </p:nvSpPr>
        <p:spPr>
          <a:xfrm>
            <a:off x="6793705" y="4837138"/>
            <a:ext cx="1073148" cy="287337"/>
          </a:xfrm>
          <a:prstGeom prst="rect">
            <a:avLst/>
          </a:prstGeom>
          <a:solidFill>
            <a:srgbClr val="1D306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2000" dirty="0">
                <a:solidFill>
                  <a:schemeClr val="bg1"/>
                </a:solidFill>
                <a:latin typeface="+mj-lt"/>
              </a:rPr>
              <a:t>Access</a:t>
            </a:r>
          </a:p>
        </p:txBody>
      </p:sp>
      <p:sp>
        <p:nvSpPr>
          <p:cNvPr id="87" name="Rectangle 86">
            <a:extLst>
              <a:ext uri="{FF2B5EF4-FFF2-40B4-BE49-F238E27FC236}">
                <a16:creationId xmlns:a16="http://schemas.microsoft.com/office/drawing/2014/main" xmlns="" id="{A77D2885-4FA6-4D28-B58B-1427DBB21AFC}"/>
              </a:ext>
            </a:extLst>
          </p:cNvPr>
          <p:cNvSpPr/>
          <p:nvPr/>
        </p:nvSpPr>
        <p:spPr>
          <a:xfrm>
            <a:off x="8303540" y="6133252"/>
            <a:ext cx="962024" cy="286795"/>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eaLnBrk="1" hangingPunct="1">
              <a:defRPr/>
            </a:pPr>
            <a:r>
              <a:rPr lang="en-US" sz="2000" dirty="0">
                <a:solidFill>
                  <a:schemeClr val="bg1"/>
                </a:solidFill>
                <a:latin typeface="+mj-lt"/>
              </a:rPr>
              <a:t>Token</a:t>
            </a:r>
          </a:p>
        </p:txBody>
      </p:sp>
      <p:cxnSp>
        <p:nvCxnSpPr>
          <p:cNvPr id="88" name="Straight Arrow Connector 87">
            <a:extLst>
              <a:ext uri="{FF2B5EF4-FFF2-40B4-BE49-F238E27FC236}">
                <a16:creationId xmlns:a16="http://schemas.microsoft.com/office/drawing/2014/main" xmlns="" id="{F1F869E2-B3EF-4E11-A74F-1CE4C0AA6DD1}"/>
              </a:ext>
            </a:extLst>
          </p:cNvPr>
          <p:cNvCxnSpPr>
            <a:stCxn id="77" idx="0"/>
            <a:endCxn id="69" idx="2"/>
          </p:cNvCxnSpPr>
          <p:nvPr/>
        </p:nvCxnSpPr>
        <p:spPr>
          <a:xfrm flipH="1" flipV="1">
            <a:off x="8653754" y="4659689"/>
            <a:ext cx="209257" cy="658825"/>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0" name="Rectangle 89">
            <a:extLst>
              <a:ext uri="{FF2B5EF4-FFF2-40B4-BE49-F238E27FC236}">
                <a16:creationId xmlns:a16="http://schemas.microsoft.com/office/drawing/2014/main" xmlns="" id="{06329E56-21C5-4176-BC07-299A9A4DA174}"/>
              </a:ext>
            </a:extLst>
          </p:cNvPr>
          <p:cNvSpPr/>
          <p:nvPr/>
        </p:nvSpPr>
        <p:spPr>
          <a:xfrm>
            <a:off x="9687161" y="6107913"/>
            <a:ext cx="962024" cy="286795"/>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eaLnBrk="1" hangingPunct="1">
              <a:defRPr/>
            </a:pPr>
            <a:r>
              <a:rPr lang="en-US" sz="2000" dirty="0">
                <a:solidFill>
                  <a:schemeClr val="bg1"/>
                </a:solidFill>
                <a:latin typeface="+mj-lt"/>
              </a:rPr>
              <a:t>Token</a:t>
            </a:r>
          </a:p>
        </p:txBody>
      </p:sp>
      <p:cxnSp>
        <p:nvCxnSpPr>
          <p:cNvPr id="91" name="Straight Arrow Connector 90">
            <a:extLst>
              <a:ext uri="{FF2B5EF4-FFF2-40B4-BE49-F238E27FC236}">
                <a16:creationId xmlns:a16="http://schemas.microsoft.com/office/drawing/2014/main" xmlns="" id="{8C7F9276-0AA6-4D0D-AE3A-D8132F159B35}"/>
              </a:ext>
            </a:extLst>
          </p:cNvPr>
          <p:cNvCxnSpPr>
            <a:stCxn id="81" idx="0"/>
            <a:endCxn id="69" idx="2"/>
          </p:cNvCxnSpPr>
          <p:nvPr/>
        </p:nvCxnSpPr>
        <p:spPr>
          <a:xfrm flipH="1" flipV="1">
            <a:off x="8653754" y="4659689"/>
            <a:ext cx="1504430" cy="639208"/>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2" name="Rectangle 91">
            <a:extLst>
              <a:ext uri="{FF2B5EF4-FFF2-40B4-BE49-F238E27FC236}">
                <a16:creationId xmlns:a16="http://schemas.microsoft.com/office/drawing/2014/main" xmlns="" id="{C0770138-0926-415C-B5C4-DA7A8E90E1EE}"/>
              </a:ext>
            </a:extLst>
          </p:cNvPr>
          <p:cNvSpPr/>
          <p:nvPr/>
        </p:nvSpPr>
        <p:spPr>
          <a:xfrm>
            <a:off x="9497576" y="4506516"/>
            <a:ext cx="1071561" cy="252964"/>
          </a:xfrm>
          <a:prstGeom prst="rect">
            <a:avLst/>
          </a:prstGeom>
          <a:solidFill>
            <a:srgbClr val="1D306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2000" dirty="0">
                <a:solidFill>
                  <a:schemeClr val="bg1"/>
                </a:solidFill>
                <a:latin typeface="+mj-lt"/>
              </a:rPr>
              <a:t>Access</a:t>
            </a:r>
          </a:p>
        </p:txBody>
      </p:sp>
      <p:sp>
        <p:nvSpPr>
          <p:cNvPr id="89" name="Rectangle 88">
            <a:extLst>
              <a:ext uri="{FF2B5EF4-FFF2-40B4-BE49-F238E27FC236}">
                <a16:creationId xmlns:a16="http://schemas.microsoft.com/office/drawing/2014/main" xmlns="" id="{B8FFEFC5-2FFA-4945-9E7A-14DF13E3421E}"/>
              </a:ext>
            </a:extLst>
          </p:cNvPr>
          <p:cNvSpPr/>
          <p:nvPr/>
        </p:nvSpPr>
        <p:spPr>
          <a:xfrm>
            <a:off x="8820147" y="4888978"/>
            <a:ext cx="1025524" cy="300038"/>
          </a:xfrm>
          <a:prstGeom prst="rect">
            <a:avLst/>
          </a:prstGeom>
          <a:solidFill>
            <a:srgbClr val="1D306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2000" dirty="0">
                <a:solidFill>
                  <a:schemeClr val="bg1"/>
                </a:solidFill>
                <a:latin typeface="+mj-lt"/>
              </a:rPr>
              <a:t>Access</a:t>
            </a:r>
          </a:p>
        </p:txBody>
      </p:sp>
      <p:cxnSp>
        <p:nvCxnSpPr>
          <p:cNvPr id="106" name="Straight Connector 105"/>
          <p:cNvCxnSpPr/>
          <p:nvPr/>
        </p:nvCxnSpPr>
        <p:spPr>
          <a:xfrm>
            <a:off x="542925" y="3656085"/>
            <a:ext cx="11517896" cy="2642"/>
          </a:xfrm>
          <a:prstGeom prst="line">
            <a:avLst/>
          </a:prstGeom>
          <a:ln w="12700">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846570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1">
                                            <p:txEl>
                                              <p:pRg st="0" end="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1">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6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6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106"/>
                                        </p:tgtEl>
                                        <p:attrNameLst>
                                          <p:attrName>style.visibility</p:attrName>
                                        </p:attrNameLst>
                                      </p:cBhvr>
                                      <p:to>
                                        <p:strVal val="visible"/>
                                      </p:to>
                                    </p:set>
                                    <p:animEffect transition="in" filter="wipe(left)">
                                      <p:cBhvr>
                                        <p:cTn id="43" dur="500"/>
                                        <p:tgtEl>
                                          <p:spTgt spid="106"/>
                                        </p:tgtEl>
                                      </p:cBhvr>
                                    </p:animEffec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nodeType="clickEffect">
                                  <p:stCondLst>
                                    <p:cond delay="0"/>
                                  </p:stCondLst>
                                  <p:childTnLst>
                                    <p:set>
                                      <p:cBhvr>
                                        <p:cTn id="47" dur="1" fill="hold">
                                          <p:stCondLst>
                                            <p:cond delay="0"/>
                                          </p:stCondLst>
                                        </p:cTn>
                                        <p:tgtEl>
                                          <p:spTgt spid="61">
                                            <p:txEl>
                                              <p:pRg st="3" end="3"/>
                                            </p:txEl>
                                          </p:spTgt>
                                        </p:tgtEl>
                                        <p:attrNameLst>
                                          <p:attrName>style.visibility</p:attrName>
                                        </p:attrNameLst>
                                      </p:cBhvr>
                                      <p:to>
                                        <p:strVal val="visible"/>
                                      </p:to>
                                    </p:set>
                                  </p:childTnLst>
                                </p:cTn>
                              </p:par>
                              <p:par>
                                <p:cTn id="48" presetID="1" presetClass="entr" presetSubtype="0" fill="hold" nodeType="withEffect">
                                  <p:stCondLst>
                                    <p:cond delay="0"/>
                                  </p:stCondLst>
                                  <p:childTnLst>
                                    <p:set>
                                      <p:cBhvr>
                                        <p:cTn id="49" dur="1" fill="hold">
                                          <p:stCondLst>
                                            <p:cond delay="0"/>
                                          </p:stCondLst>
                                        </p:cTn>
                                        <p:tgtEl>
                                          <p:spTgt spid="61">
                                            <p:txEl>
                                              <p:pRg st="4" end="4"/>
                                            </p:txEl>
                                          </p:spTgt>
                                        </p:tgtEl>
                                        <p:attrNameLst>
                                          <p:attrName>style.visibility</p:attrName>
                                        </p:attrNameLst>
                                      </p:cBhvr>
                                      <p:to>
                                        <p:strVal val="visible"/>
                                      </p:to>
                                    </p:set>
                                  </p:childTnLst>
                                </p:cTn>
                              </p:par>
                              <p:par>
                                <p:cTn id="50" presetID="1" presetClass="entr" presetSubtype="0" fill="hold" nodeType="withEffect">
                                  <p:stCondLst>
                                    <p:cond delay="0"/>
                                  </p:stCondLst>
                                  <p:childTnLst>
                                    <p:set>
                                      <p:cBhvr>
                                        <p:cTn id="51" dur="1" fill="hold">
                                          <p:stCondLst>
                                            <p:cond delay="0"/>
                                          </p:stCondLst>
                                        </p:cTn>
                                        <p:tgtEl>
                                          <p:spTgt spid="61">
                                            <p:txEl>
                                              <p:pRg st="5" end="5"/>
                                            </p:txEl>
                                          </p:spTgt>
                                        </p:tgtEl>
                                        <p:attrNameLst>
                                          <p:attrName>style.visibility</p:attrName>
                                        </p:attrNameLst>
                                      </p:cBhvr>
                                      <p:to>
                                        <p:strVal val="visible"/>
                                      </p:to>
                                    </p:set>
                                  </p:childTnLst>
                                </p:cTn>
                              </p:par>
                              <p:par>
                                <p:cTn id="52" presetID="1" presetClass="entr" presetSubtype="0" fill="hold" nodeType="withEffect">
                                  <p:stCondLst>
                                    <p:cond delay="0"/>
                                  </p:stCondLst>
                                  <p:childTnLst>
                                    <p:set>
                                      <p:cBhvr>
                                        <p:cTn id="53" dur="1" fill="hold">
                                          <p:stCondLst>
                                            <p:cond delay="0"/>
                                          </p:stCondLst>
                                        </p:cTn>
                                        <p:tgtEl>
                                          <p:spTgt spid="61">
                                            <p:txEl>
                                              <p:pRg st="6" end="6"/>
                                            </p:txEl>
                                          </p:spTgt>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nodeType="clickEffect">
                                  <p:stCondLst>
                                    <p:cond delay="0"/>
                                  </p:stCondLst>
                                  <p:childTnLst>
                                    <p:set>
                                      <p:cBhvr>
                                        <p:cTn id="57" dur="1" fill="hold">
                                          <p:stCondLst>
                                            <p:cond delay="0"/>
                                          </p:stCondLst>
                                        </p:cTn>
                                        <p:tgtEl>
                                          <p:spTgt spid="71"/>
                                        </p:tgtEl>
                                        <p:attrNameLst>
                                          <p:attrName>style.visibility</p:attrName>
                                        </p:attrNameLst>
                                      </p:cBhvr>
                                      <p:to>
                                        <p:strVal val="visible"/>
                                      </p:to>
                                    </p:set>
                                  </p:childTnLst>
                                </p:cTn>
                              </p:par>
                              <p:par>
                                <p:cTn id="58" presetID="1" presetClass="entr" presetSubtype="0" fill="hold" nodeType="withEffect">
                                  <p:stCondLst>
                                    <p:cond delay="0"/>
                                  </p:stCondLst>
                                  <p:childTnLst>
                                    <p:set>
                                      <p:cBhvr>
                                        <p:cTn id="59" dur="1" fill="hold">
                                          <p:stCondLst>
                                            <p:cond delay="0"/>
                                          </p:stCondLst>
                                        </p:cTn>
                                        <p:tgtEl>
                                          <p:spTgt spid="68"/>
                                        </p:tgtEl>
                                        <p:attrNameLst>
                                          <p:attrName>style.visibility</p:attrName>
                                        </p:attrNameLst>
                                      </p:cBhvr>
                                      <p:to>
                                        <p:strVal val="visible"/>
                                      </p:to>
                                    </p:set>
                                  </p:childTnLst>
                                </p:cTn>
                              </p:par>
                              <p:par>
                                <p:cTn id="60" presetID="1" presetClass="entr" presetSubtype="0" fill="hold" nodeType="withEffect">
                                  <p:stCondLst>
                                    <p:cond delay="0"/>
                                  </p:stCondLst>
                                  <p:childTnLst>
                                    <p:set>
                                      <p:cBhvr>
                                        <p:cTn id="61" dur="1" fill="hold">
                                          <p:stCondLst>
                                            <p:cond delay="0"/>
                                          </p:stCondLst>
                                        </p:cTn>
                                        <p:tgtEl>
                                          <p:spTgt spid="72"/>
                                        </p:tgtEl>
                                        <p:attrNameLst>
                                          <p:attrName>style.visibility</p:attrName>
                                        </p:attrNameLst>
                                      </p:cBhvr>
                                      <p:to>
                                        <p:strVal val="visible"/>
                                      </p:to>
                                    </p:set>
                                  </p:childTnLst>
                                </p:cTn>
                              </p:par>
                              <p:par>
                                <p:cTn id="62" presetID="1" presetClass="entr" presetSubtype="0" fill="hold" grpId="0" nodeType="withEffect">
                                  <p:stCondLst>
                                    <p:cond delay="0"/>
                                  </p:stCondLst>
                                  <p:childTnLst>
                                    <p:set>
                                      <p:cBhvr>
                                        <p:cTn id="63" dur="1" fill="hold">
                                          <p:stCondLst>
                                            <p:cond delay="0"/>
                                          </p:stCondLst>
                                        </p:cTn>
                                        <p:tgtEl>
                                          <p:spTgt spid="75"/>
                                        </p:tgtEl>
                                        <p:attrNameLst>
                                          <p:attrName>style.visibility</p:attrName>
                                        </p:attrNameLst>
                                      </p:cBhvr>
                                      <p:to>
                                        <p:strVal val="visible"/>
                                      </p:to>
                                    </p:set>
                                  </p:childTnLst>
                                </p:cTn>
                              </p:par>
                              <p:par>
                                <p:cTn id="64" presetID="1" presetClass="entr" presetSubtype="0" fill="hold" nodeType="withEffect">
                                  <p:stCondLst>
                                    <p:cond delay="0"/>
                                  </p:stCondLst>
                                  <p:childTnLst>
                                    <p:set>
                                      <p:cBhvr>
                                        <p:cTn id="65" dur="1" fill="hold">
                                          <p:stCondLst>
                                            <p:cond delay="0"/>
                                          </p:stCondLst>
                                        </p:cTn>
                                        <p:tgtEl>
                                          <p:spTgt spid="76"/>
                                        </p:tgtEl>
                                        <p:attrNameLst>
                                          <p:attrName>style.visibility</p:attrName>
                                        </p:attrNameLst>
                                      </p:cBhvr>
                                      <p:to>
                                        <p:strVal val="visible"/>
                                      </p:to>
                                    </p:set>
                                  </p:childTnLst>
                                </p:cTn>
                              </p:par>
                              <p:par>
                                <p:cTn id="66" presetID="1" presetClass="entr" presetSubtype="0" fill="hold" grpId="0" nodeType="withEffect">
                                  <p:stCondLst>
                                    <p:cond delay="0"/>
                                  </p:stCondLst>
                                  <p:childTnLst>
                                    <p:set>
                                      <p:cBhvr>
                                        <p:cTn id="67" dur="1" fill="hold">
                                          <p:stCondLst>
                                            <p:cond delay="0"/>
                                          </p:stCondLst>
                                        </p:cTn>
                                        <p:tgtEl>
                                          <p:spTgt spid="79"/>
                                        </p:tgtEl>
                                        <p:attrNameLst>
                                          <p:attrName>style.visibility</p:attrName>
                                        </p:attrNameLst>
                                      </p:cBhvr>
                                      <p:to>
                                        <p:strVal val="visible"/>
                                      </p:to>
                                    </p:set>
                                  </p:childTnLst>
                                </p:cTn>
                              </p:par>
                              <p:par>
                                <p:cTn id="68" presetID="1" presetClass="entr" presetSubtype="0" fill="hold" nodeType="withEffect">
                                  <p:stCondLst>
                                    <p:cond delay="0"/>
                                  </p:stCondLst>
                                  <p:childTnLst>
                                    <p:set>
                                      <p:cBhvr>
                                        <p:cTn id="69" dur="1" fill="hold">
                                          <p:stCondLst>
                                            <p:cond delay="0"/>
                                          </p:stCondLst>
                                        </p:cTn>
                                        <p:tgtEl>
                                          <p:spTgt spid="80"/>
                                        </p:tgtEl>
                                        <p:attrNameLst>
                                          <p:attrName>style.visibility</p:attrName>
                                        </p:attrNameLst>
                                      </p:cBhvr>
                                      <p:to>
                                        <p:strVal val="visible"/>
                                      </p:to>
                                    </p:set>
                                  </p:childTnLst>
                                </p:cTn>
                              </p:par>
                              <p:par>
                                <p:cTn id="70" presetID="1" presetClass="entr" presetSubtype="0" fill="hold" grpId="0" nodeType="withEffect">
                                  <p:stCondLst>
                                    <p:cond delay="0"/>
                                  </p:stCondLst>
                                  <p:childTnLst>
                                    <p:set>
                                      <p:cBhvr>
                                        <p:cTn id="71" dur="1" fill="hold">
                                          <p:stCondLst>
                                            <p:cond delay="0"/>
                                          </p:stCondLst>
                                        </p:cTn>
                                        <p:tgtEl>
                                          <p:spTgt spid="83"/>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grpId="0" nodeType="clickEffect">
                                  <p:stCondLst>
                                    <p:cond delay="0"/>
                                  </p:stCondLst>
                                  <p:childTnLst>
                                    <p:set>
                                      <p:cBhvr>
                                        <p:cTn id="75" dur="1" fill="hold">
                                          <p:stCondLst>
                                            <p:cond delay="0"/>
                                          </p:stCondLst>
                                        </p:cTn>
                                        <p:tgtEl>
                                          <p:spTgt spid="84"/>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nodeType="clickEffect">
                                  <p:stCondLst>
                                    <p:cond delay="0"/>
                                  </p:stCondLst>
                                  <p:childTnLst>
                                    <p:set>
                                      <p:cBhvr>
                                        <p:cTn id="79" dur="1" fill="hold">
                                          <p:stCondLst>
                                            <p:cond delay="0"/>
                                          </p:stCondLst>
                                        </p:cTn>
                                        <p:tgtEl>
                                          <p:spTgt spid="85"/>
                                        </p:tgtEl>
                                        <p:attrNameLst>
                                          <p:attrName>style.visibility</p:attrName>
                                        </p:attrNameLst>
                                      </p:cBhvr>
                                      <p:to>
                                        <p:strVal val="visible"/>
                                      </p:to>
                                    </p:set>
                                  </p:childTnLst>
                                </p:cTn>
                              </p:par>
                              <p:par>
                                <p:cTn id="80" presetID="1" presetClass="entr" presetSubtype="0" fill="hold" grpId="0" nodeType="withEffect">
                                  <p:stCondLst>
                                    <p:cond delay="0"/>
                                  </p:stCondLst>
                                  <p:childTnLst>
                                    <p:set>
                                      <p:cBhvr>
                                        <p:cTn id="81" dur="1" fill="hold">
                                          <p:stCondLst>
                                            <p:cond delay="0"/>
                                          </p:stCondLst>
                                        </p:cTn>
                                        <p:tgtEl>
                                          <p:spTgt spid="86"/>
                                        </p:tgtEl>
                                        <p:attrNameLst>
                                          <p:attrName>style.visibility</p:attrName>
                                        </p:attrNameLst>
                                      </p:cBhvr>
                                      <p:to>
                                        <p:strVal val="visible"/>
                                      </p:to>
                                    </p:set>
                                  </p:childTnLst>
                                </p:cTn>
                              </p:par>
                            </p:childTnLst>
                          </p:cTn>
                        </p:par>
                      </p:childTnLst>
                    </p:cTn>
                  </p:par>
                  <p:par>
                    <p:cTn id="82" fill="hold">
                      <p:stCondLst>
                        <p:cond delay="indefinite"/>
                      </p:stCondLst>
                      <p:childTnLst>
                        <p:par>
                          <p:cTn id="83" fill="hold">
                            <p:stCondLst>
                              <p:cond delay="0"/>
                            </p:stCondLst>
                            <p:childTnLst>
                              <p:par>
                                <p:cTn id="84" presetID="1" presetClass="exit" presetSubtype="0" fill="hold" nodeType="clickEffect">
                                  <p:stCondLst>
                                    <p:cond delay="0"/>
                                  </p:stCondLst>
                                  <p:childTnLst>
                                    <p:set>
                                      <p:cBhvr>
                                        <p:cTn id="85" dur="1" fill="hold">
                                          <p:stCondLst>
                                            <p:cond delay="0"/>
                                          </p:stCondLst>
                                        </p:cTn>
                                        <p:tgtEl>
                                          <p:spTgt spid="85"/>
                                        </p:tgtEl>
                                        <p:attrNameLst>
                                          <p:attrName>style.visibility</p:attrName>
                                        </p:attrNameLst>
                                      </p:cBhvr>
                                      <p:to>
                                        <p:strVal val="hidden"/>
                                      </p:to>
                                    </p:set>
                                  </p:childTnLst>
                                </p:cTn>
                              </p:par>
                              <p:par>
                                <p:cTn id="86" presetID="1" presetClass="exit" presetSubtype="0" fill="hold" grpId="1" nodeType="withEffect">
                                  <p:stCondLst>
                                    <p:cond delay="0"/>
                                  </p:stCondLst>
                                  <p:childTnLst>
                                    <p:set>
                                      <p:cBhvr>
                                        <p:cTn id="87" dur="1" fill="hold">
                                          <p:stCondLst>
                                            <p:cond delay="0"/>
                                          </p:stCondLst>
                                        </p:cTn>
                                        <p:tgtEl>
                                          <p:spTgt spid="86"/>
                                        </p:tgtEl>
                                        <p:attrNameLst>
                                          <p:attrName>style.visibility</p:attrName>
                                        </p:attrNameLst>
                                      </p:cBhvr>
                                      <p:to>
                                        <p:strVal val="hidden"/>
                                      </p:to>
                                    </p:set>
                                  </p:childTnLst>
                                </p:cTn>
                              </p:par>
                              <p:par>
                                <p:cTn id="88" presetID="1" presetClass="exit" presetSubtype="0" fill="hold" grpId="1" nodeType="withEffect">
                                  <p:stCondLst>
                                    <p:cond delay="0"/>
                                  </p:stCondLst>
                                  <p:childTnLst>
                                    <p:set>
                                      <p:cBhvr>
                                        <p:cTn id="89" dur="1" fill="hold">
                                          <p:stCondLst>
                                            <p:cond delay="0"/>
                                          </p:stCondLst>
                                        </p:cTn>
                                        <p:tgtEl>
                                          <p:spTgt spid="84"/>
                                        </p:tgtEl>
                                        <p:attrNameLst>
                                          <p:attrName>style.visibility</p:attrName>
                                        </p:attrNameLst>
                                      </p:cBhvr>
                                      <p:to>
                                        <p:strVal val="hidden"/>
                                      </p:to>
                                    </p:se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grpId="0" nodeType="clickEffect">
                                  <p:stCondLst>
                                    <p:cond delay="0"/>
                                  </p:stCondLst>
                                  <p:childTnLst>
                                    <p:set>
                                      <p:cBhvr>
                                        <p:cTn id="93" dur="1" fill="hold">
                                          <p:stCondLst>
                                            <p:cond delay="0"/>
                                          </p:stCondLst>
                                        </p:cTn>
                                        <p:tgtEl>
                                          <p:spTgt spid="87"/>
                                        </p:tgtEl>
                                        <p:attrNameLst>
                                          <p:attrName>style.visibility</p:attrName>
                                        </p:attrNameLst>
                                      </p:cBhvr>
                                      <p:to>
                                        <p:strVal val="visible"/>
                                      </p:to>
                                    </p:set>
                                  </p:childTnLst>
                                </p:cTn>
                              </p:par>
                            </p:childTnLst>
                          </p:cTn>
                        </p:par>
                      </p:childTnLst>
                    </p:cTn>
                  </p:par>
                  <p:par>
                    <p:cTn id="94" fill="hold">
                      <p:stCondLst>
                        <p:cond delay="indefinite"/>
                      </p:stCondLst>
                      <p:childTnLst>
                        <p:par>
                          <p:cTn id="95" fill="hold">
                            <p:stCondLst>
                              <p:cond delay="0"/>
                            </p:stCondLst>
                            <p:childTnLst>
                              <p:par>
                                <p:cTn id="96" presetID="1" presetClass="entr" presetSubtype="0" fill="hold" nodeType="clickEffect">
                                  <p:stCondLst>
                                    <p:cond delay="0"/>
                                  </p:stCondLst>
                                  <p:childTnLst>
                                    <p:set>
                                      <p:cBhvr>
                                        <p:cTn id="97" dur="1" fill="hold">
                                          <p:stCondLst>
                                            <p:cond delay="0"/>
                                          </p:stCondLst>
                                        </p:cTn>
                                        <p:tgtEl>
                                          <p:spTgt spid="88"/>
                                        </p:tgtEl>
                                        <p:attrNameLst>
                                          <p:attrName>style.visibility</p:attrName>
                                        </p:attrNameLst>
                                      </p:cBhvr>
                                      <p:to>
                                        <p:strVal val="visible"/>
                                      </p:to>
                                    </p:set>
                                  </p:childTnLst>
                                </p:cTn>
                              </p:par>
                              <p:par>
                                <p:cTn id="98" presetID="1" presetClass="entr" presetSubtype="0" fill="hold" grpId="0" nodeType="withEffect">
                                  <p:stCondLst>
                                    <p:cond delay="0"/>
                                  </p:stCondLst>
                                  <p:childTnLst>
                                    <p:set>
                                      <p:cBhvr>
                                        <p:cTn id="99" dur="1" fill="hold">
                                          <p:stCondLst>
                                            <p:cond delay="0"/>
                                          </p:stCondLst>
                                        </p:cTn>
                                        <p:tgtEl>
                                          <p:spTgt spid="89"/>
                                        </p:tgtEl>
                                        <p:attrNameLst>
                                          <p:attrName>style.visibility</p:attrName>
                                        </p:attrNameLst>
                                      </p:cBhvr>
                                      <p:to>
                                        <p:strVal val="visible"/>
                                      </p:to>
                                    </p:set>
                                  </p:childTnLst>
                                </p:cTn>
                              </p:par>
                            </p:childTnLst>
                          </p:cTn>
                        </p:par>
                      </p:childTnLst>
                    </p:cTn>
                  </p:par>
                  <p:par>
                    <p:cTn id="100" fill="hold">
                      <p:stCondLst>
                        <p:cond delay="indefinite"/>
                      </p:stCondLst>
                      <p:childTnLst>
                        <p:par>
                          <p:cTn id="101" fill="hold">
                            <p:stCondLst>
                              <p:cond delay="0"/>
                            </p:stCondLst>
                            <p:childTnLst>
                              <p:par>
                                <p:cTn id="102" presetID="1" presetClass="exit" presetSubtype="0" fill="hold" nodeType="clickEffect">
                                  <p:stCondLst>
                                    <p:cond delay="0"/>
                                  </p:stCondLst>
                                  <p:childTnLst>
                                    <p:set>
                                      <p:cBhvr>
                                        <p:cTn id="103" dur="1" fill="hold">
                                          <p:stCondLst>
                                            <p:cond delay="0"/>
                                          </p:stCondLst>
                                        </p:cTn>
                                        <p:tgtEl>
                                          <p:spTgt spid="88"/>
                                        </p:tgtEl>
                                        <p:attrNameLst>
                                          <p:attrName>style.visibility</p:attrName>
                                        </p:attrNameLst>
                                      </p:cBhvr>
                                      <p:to>
                                        <p:strVal val="hidden"/>
                                      </p:to>
                                    </p:set>
                                  </p:childTnLst>
                                </p:cTn>
                              </p:par>
                              <p:par>
                                <p:cTn id="104" presetID="1" presetClass="exit" presetSubtype="0" fill="hold" grpId="1" nodeType="withEffect">
                                  <p:stCondLst>
                                    <p:cond delay="0"/>
                                  </p:stCondLst>
                                  <p:childTnLst>
                                    <p:set>
                                      <p:cBhvr>
                                        <p:cTn id="105" dur="1" fill="hold">
                                          <p:stCondLst>
                                            <p:cond delay="0"/>
                                          </p:stCondLst>
                                        </p:cTn>
                                        <p:tgtEl>
                                          <p:spTgt spid="89"/>
                                        </p:tgtEl>
                                        <p:attrNameLst>
                                          <p:attrName>style.visibility</p:attrName>
                                        </p:attrNameLst>
                                      </p:cBhvr>
                                      <p:to>
                                        <p:strVal val="hidden"/>
                                      </p:to>
                                    </p:set>
                                  </p:childTnLst>
                                </p:cTn>
                              </p:par>
                              <p:par>
                                <p:cTn id="106" presetID="1" presetClass="exit" presetSubtype="0" fill="hold" grpId="1" nodeType="withEffect">
                                  <p:stCondLst>
                                    <p:cond delay="0"/>
                                  </p:stCondLst>
                                  <p:childTnLst>
                                    <p:set>
                                      <p:cBhvr>
                                        <p:cTn id="107" dur="1" fill="hold">
                                          <p:stCondLst>
                                            <p:cond delay="0"/>
                                          </p:stCondLst>
                                        </p:cTn>
                                        <p:tgtEl>
                                          <p:spTgt spid="87"/>
                                        </p:tgtEl>
                                        <p:attrNameLst>
                                          <p:attrName>style.visibility</p:attrName>
                                        </p:attrNameLst>
                                      </p:cBhvr>
                                      <p:to>
                                        <p:strVal val="hidden"/>
                                      </p:to>
                                    </p:set>
                                  </p:childTnLst>
                                </p:cTn>
                              </p:par>
                            </p:childTnLst>
                          </p:cTn>
                        </p:par>
                      </p:childTnLst>
                    </p:cTn>
                  </p:par>
                  <p:par>
                    <p:cTn id="108" fill="hold">
                      <p:stCondLst>
                        <p:cond delay="indefinite"/>
                      </p:stCondLst>
                      <p:childTnLst>
                        <p:par>
                          <p:cTn id="109" fill="hold">
                            <p:stCondLst>
                              <p:cond delay="0"/>
                            </p:stCondLst>
                            <p:childTnLst>
                              <p:par>
                                <p:cTn id="110" presetID="1" presetClass="entr" presetSubtype="0" fill="hold" grpId="0" nodeType="clickEffect">
                                  <p:stCondLst>
                                    <p:cond delay="0"/>
                                  </p:stCondLst>
                                  <p:childTnLst>
                                    <p:set>
                                      <p:cBhvr>
                                        <p:cTn id="111" dur="1" fill="hold">
                                          <p:stCondLst>
                                            <p:cond delay="0"/>
                                          </p:stCondLst>
                                        </p:cTn>
                                        <p:tgtEl>
                                          <p:spTgt spid="90"/>
                                        </p:tgtEl>
                                        <p:attrNameLst>
                                          <p:attrName>style.visibility</p:attrName>
                                        </p:attrNameLst>
                                      </p:cBhvr>
                                      <p:to>
                                        <p:strVal val="visible"/>
                                      </p:to>
                                    </p:set>
                                  </p:childTnLst>
                                </p:cTn>
                              </p:par>
                            </p:childTnLst>
                          </p:cTn>
                        </p:par>
                      </p:childTnLst>
                    </p:cTn>
                  </p:par>
                  <p:par>
                    <p:cTn id="112" fill="hold">
                      <p:stCondLst>
                        <p:cond delay="indefinite"/>
                      </p:stCondLst>
                      <p:childTnLst>
                        <p:par>
                          <p:cTn id="113" fill="hold">
                            <p:stCondLst>
                              <p:cond delay="0"/>
                            </p:stCondLst>
                            <p:childTnLst>
                              <p:par>
                                <p:cTn id="114" presetID="1" presetClass="entr" presetSubtype="0" fill="hold" nodeType="clickEffect">
                                  <p:stCondLst>
                                    <p:cond delay="0"/>
                                  </p:stCondLst>
                                  <p:childTnLst>
                                    <p:set>
                                      <p:cBhvr>
                                        <p:cTn id="115" dur="1" fill="hold">
                                          <p:stCondLst>
                                            <p:cond delay="0"/>
                                          </p:stCondLst>
                                        </p:cTn>
                                        <p:tgtEl>
                                          <p:spTgt spid="91"/>
                                        </p:tgtEl>
                                        <p:attrNameLst>
                                          <p:attrName>style.visibility</p:attrName>
                                        </p:attrNameLst>
                                      </p:cBhvr>
                                      <p:to>
                                        <p:strVal val="visible"/>
                                      </p:to>
                                    </p:set>
                                  </p:childTnLst>
                                </p:cTn>
                              </p:par>
                              <p:par>
                                <p:cTn id="116" presetID="1" presetClass="entr" presetSubtype="0" fill="hold" grpId="0" nodeType="withEffect">
                                  <p:stCondLst>
                                    <p:cond delay="0"/>
                                  </p:stCondLst>
                                  <p:childTnLst>
                                    <p:set>
                                      <p:cBhvr>
                                        <p:cTn id="117" dur="1" fill="hold">
                                          <p:stCondLst>
                                            <p:cond delay="0"/>
                                          </p:stCondLst>
                                        </p:cTn>
                                        <p:tgtEl>
                                          <p:spTgt spid="92"/>
                                        </p:tgtEl>
                                        <p:attrNameLst>
                                          <p:attrName>style.visibility</p:attrName>
                                        </p:attrNameLst>
                                      </p:cBhvr>
                                      <p:to>
                                        <p:strVal val="visible"/>
                                      </p:to>
                                    </p:set>
                                  </p:childTnLst>
                                </p:cTn>
                              </p:par>
                            </p:childTnLst>
                          </p:cTn>
                        </p:par>
                      </p:childTnLst>
                    </p:cTn>
                  </p:par>
                  <p:par>
                    <p:cTn id="118" fill="hold">
                      <p:stCondLst>
                        <p:cond delay="indefinite"/>
                      </p:stCondLst>
                      <p:childTnLst>
                        <p:par>
                          <p:cTn id="119" fill="hold">
                            <p:stCondLst>
                              <p:cond delay="0"/>
                            </p:stCondLst>
                            <p:childTnLst>
                              <p:par>
                                <p:cTn id="120" presetID="1" presetClass="exit" presetSubtype="0" fill="hold" nodeType="clickEffect">
                                  <p:stCondLst>
                                    <p:cond delay="0"/>
                                  </p:stCondLst>
                                  <p:childTnLst>
                                    <p:set>
                                      <p:cBhvr>
                                        <p:cTn id="121" dur="1" fill="hold">
                                          <p:stCondLst>
                                            <p:cond delay="0"/>
                                          </p:stCondLst>
                                        </p:cTn>
                                        <p:tgtEl>
                                          <p:spTgt spid="91"/>
                                        </p:tgtEl>
                                        <p:attrNameLst>
                                          <p:attrName>style.visibility</p:attrName>
                                        </p:attrNameLst>
                                      </p:cBhvr>
                                      <p:to>
                                        <p:strVal val="hidden"/>
                                      </p:to>
                                    </p:set>
                                  </p:childTnLst>
                                </p:cTn>
                              </p:par>
                              <p:par>
                                <p:cTn id="122" presetID="1" presetClass="exit" presetSubtype="0" fill="hold" grpId="1" nodeType="withEffect">
                                  <p:stCondLst>
                                    <p:cond delay="0"/>
                                  </p:stCondLst>
                                  <p:childTnLst>
                                    <p:set>
                                      <p:cBhvr>
                                        <p:cTn id="123" dur="1" fill="hold">
                                          <p:stCondLst>
                                            <p:cond delay="0"/>
                                          </p:stCondLst>
                                        </p:cTn>
                                        <p:tgtEl>
                                          <p:spTgt spid="92"/>
                                        </p:tgtEl>
                                        <p:attrNameLst>
                                          <p:attrName>style.visibility</p:attrName>
                                        </p:attrNameLst>
                                      </p:cBhvr>
                                      <p:to>
                                        <p:strVal val="hidden"/>
                                      </p:to>
                                    </p:set>
                                  </p:childTnLst>
                                </p:cTn>
                              </p:par>
                              <p:par>
                                <p:cTn id="124" presetID="1" presetClass="exit" presetSubtype="0" fill="hold" grpId="1" nodeType="withEffect">
                                  <p:stCondLst>
                                    <p:cond delay="0"/>
                                  </p:stCondLst>
                                  <p:childTnLst>
                                    <p:set>
                                      <p:cBhvr>
                                        <p:cTn id="125" dur="1" fill="hold">
                                          <p:stCondLst>
                                            <p:cond delay="0"/>
                                          </p:stCondLst>
                                        </p:cTn>
                                        <p:tgtEl>
                                          <p:spTgt spid="9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animBg="1"/>
      <p:bldP spid="60" grpId="0" animBg="1"/>
      <p:bldP spid="64" grpId="0" animBg="1"/>
      <p:bldP spid="65" grpId="0" animBg="1"/>
      <p:bldP spid="67" grpId="0" animBg="1"/>
      <p:bldP spid="75" grpId="0" animBg="1"/>
      <p:bldP spid="79" grpId="0" animBg="1"/>
      <p:bldP spid="83" grpId="0" animBg="1"/>
      <p:bldP spid="84" grpId="0" animBg="1"/>
      <p:bldP spid="84" grpId="1" animBg="1"/>
      <p:bldP spid="86" grpId="0" animBg="1"/>
      <p:bldP spid="86" grpId="1" animBg="1"/>
      <p:bldP spid="87" grpId="0" animBg="1"/>
      <p:bldP spid="87" grpId="1" animBg="1"/>
      <p:bldP spid="90" grpId="0" animBg="1"/>
      <p:bldP spid="90" grpId="1" animBg="1"/>
      <p:bldP spid="92" grpId="0" animBg="1"/>
      <p:bldP spid="92" grpId="1" animBg="1"/>
      <p:bldP spid="89" grpId="0" animBg="1"/>
      <p:bldP spid="89" grpId="1"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Permission-based Approaches</a:t>
            </a:r>
          </a:p>
        </p:txBody>
      </p:sp>
      <p:sp>
        <p:nvSpPr>
          <p:cNvPr id="28" name="Content Placeholder 2">
            <a:extLst>
              <a:ext uri="{FF2B5EF4-FFF2-40B4-BE49-F238E27FC236}">
                <a16:creationId xmlns:a16="http://schemas.microsoft.com/office/drawing/2014/main" xmlns="" id="{05FF24D1-5277-417B-BCE3-776DD62CA93A}"/>
              </a:ext>
            </a:extLst>
          </p:cNvPr>
          <p:cNvSpPr>
            <a:spLocks noGrp="1"/>
          </p:cNvSpPr>
          <p:nvPr>
            <p:ph idx="1"/>
          </p:nvPr>
        </p:nvSpPr>
        <p:spPr/>
        <p:txBody>
          <a:bodyPr>
            <a:normAutofit/>
          </a:bodyPr>
          <a:lstStyle/>
          <a:p>
            <a:pPr>
              <a:lnSpc>
                <a:spcPct val="100000"/>
              </a:lnSpc>
              <a:spcBef>
                <a:spcPts val="600"/>
              </a:spcBef>
              <a:spcAft>
                <a:spcPts val="600"/>
              </a:spcAft>
              <a:defRPr/>
            </a:pPr>
            <a:r>
              <a:rPr lang="en-US" dirty="0"/>
              <a:t>There are two types of permission-based mutual exclusion algorithms</a:t>
            </a:r>
          </a:p>
          <a:p>
            <a:pPr marL="971550" lvl="1" indent="-514350">
              <a:lnSpc>
                <a:spcPct val="100000"/>
              </a:lnSpc>
              <a:spcBef>
                <a:spcPts val="600"/>
              </a:spcBef>
              <a:spcAft>
                <a:spcPts val="600"/>
              </a:spcAft>
              <a:buFont typeface="+mj-lt"/>
              <a:buAutoNum type="arabicPeriod"/>
              <a:defRPr/>
            </a:pPr>
            <a:r>
              <a:rPr lang="en-US" sz="2400" b="1" dirty="0">
                <a:solidFill>
                  <a:srgbClr val="1D3064"/>
                </a:solidFill>
              </a:rPr>
              <a:t>Centralized Algorithms</a:t>
            </a:r>
          </a:p>
          <a:p>
            <a:pPr marL="971550" lvl="1" indent="-514350">
              <a:lnSpc>
                <a:spcPct val="100000"/>
              </a:lnSpc>
              <a:spcBef>
                <a:spcPts val="600"/>
              </a:spcBef>
              <a:spcAft>
                <a:spcPts val="600"/>
              </a:spcAft>
              <a:buFont typeface="+mj-lt"/>
              <a:buAutoNum type="arabicPeriod"/>
              <a:defRPr/>
            </a:pPr>
            <a:r>
              <a:rPr lang="en-US" sz="2400" b="1" dirty="0">
                <a:solidFill>
                  <a:srgbClr val="1D3064"/>
                </a:solidFill>
              </a:rPr>
              <a:t>Decentralized </a:t>
            </a:r>
            <a:r>
              <a:rPr lang="en-US" sz="2400" b="1" dirty="0" smtClean="0">
                <a:solidFill>
                  <a:srgbClr val="1D3064"/>
                </a:solidFill>
              </a:rPr>
              <a:t>Algorithms</a:t>
            </a:r>
            <a:endParaRPr lang="en-US" sz="2400" b="1" dirty="0">
              <a:solidFill>
                <a:srgbClr val="1D3064"/>
              </a:solidFill>
            </a:endParaRPr>
          </a:p>
        </p:txBody>
      </p:sp>
    </p:spTree>
    <p:extLst>
      <p:ext uri="{BB962C8B-B14F-4D97-AF65-F5344CB8AC3E}">
        <p14:creationId xmlns:p14="http://schemas.microsoft.com/office/powerpoint/2010/main" val="1887080325"/>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Centralized Mutual Exclusion Algorithm</a:t>
            </a:r>
          </a:p>
        </p:txBody>
      </p:sp>
      <p:sp>
        <p:nvSpPr>
          <p:cNvPr id="5" name="Content Placeholder 2">
            <a:extLst>
              <a:ext uri="{FF2B5EF4-FFF2-40B4-BE49-F238E27FC236}">
                <a16:creationId xmlns:a16="http://schemas.microsoft.com/office/drawing/2014/main" xmlns="" id="{04DDB06E-7E3E-4BC9-9DC5-6EB9578B79C3}"/>
              </a:ext>
            </a:extLst>
          </p:cNvPr>
          <p:cNvSpPr>
            <a:spLocks noGrp="1"/>
          </p:cNvSpPr>
          <p:nvPr>
            <p:ph idx="1"/>
          </p:nvPr>
        </p:nvSpPr>
        <p:spPr>
          <a:xfrm>
            <a:off x="-1" y="711200"/>
            <a:ext cx="8993316" cy="5932487"/>
          </a:xfrm>
        </p:spPr>
        <p:txBody>
          <a:bodyPr>
            <a:noAutofit/>
          </a:bodyPr>
          <a:lstStyle/>
          <a:p>
            <a:pPr>
              <a:lnSpc>
                <a:spcPct val="100000"/>
              </a:lnSpc>
              <a:spcBef>
                <a:spcPts val="100"/>
              </a:spcBef>
              <a:spcAft>
                <a:spcPts val="100"/>
              </a:spcAft>
            </a:pPr>
            <a:r>
              <a:rPr lang="en-US" altLang="en-US" dirty="0">
                <a:latin typeface="+mj-lt"/>
              </a:rPr>
              <a:t>One process is </a:t>
            </a:r>
            <a:r>
              <a:rPr lang="en-US" altLang="en-US" i="1" u="sng" dirty="0">
                <a:solidFill>
                  <a:schemeClr val="accent6"/>
                </a:solidFill>
                <a:latin typeface="+mj-lt"/>
              </a:rPr>
              <a:t>elected</a:t>
            </a:r>
            <a:r>
              <a:rPr lang="en-US" altLang="en-US" dirty="0">
                <a:solidFill>
                  <a:schemeClr val="accent6"/>
                </a:solidFill>
                <a:latin typeface="+mj-lt"/>
              </a:rPr>
              <a:t> as a coordinator (</a:t>
            </a:r>
            <a:r>
              <a:rPr lang="en-US" altLang="en-US" b="1" dirty="0">
                <a:solidFill>
                  <a:schemeClr val="accent6"/>
                </a:solidFill>
                <a:latin typeface="+mj-lt"/>
                <a:cs typeface="Courier New" panose="02070309020205020404" pitchFamily="49" charset="0"/>
              </a:rPr>
              <a:t>C</a:t>
            </a:r>
            <a:r>
              <a:rPr lang="en-US" altLang="en-US" dirty="0">
                <a:solidFill>
                  <a:schemeClr val="accent6"/>
                </a:solidFill>
                <a:latin typeface="+mj-lt"/>
              </a:rPr>
              <a:t>)</a:t>
            </a:r>
            <a:r>
              <a:rPr lang="en-US" altLang="en-US" dirty="0">
                <a:latin typeface="+mj-lt"/>
              </a:rPr>
              <a:t>  for a shared </a:t>
            </a:r>
            <a:r>
              <a:rPr lang="en-US" altLang="en-US" dirty="0" smtClean="0">
                <a:latin typeface="+mj-lt"/>
              </a:rPr>
              <a:t>resource</a:t>
            </a:r>
            <a:endParaRPr lang="en-US" altLang="en-US" sz="2400" dirty="0">
              <a:latin typeface="+mj-lt"/>
              <a:ea typeface="Arial" panose="020B0604020202020204" pitchFamily="34" charset="0"/>
            </a:endParaRPr>
          </a:p>
          <a:p>
            <a:pPr>
              <a:lnSpc>
                <a:spcPct val="100000"/>
              </a:lnSpc>
              <a:spcBef>
                <a:spcPts val="100"/>
              </a:spcBef>
              <a:spcAft>
                <a:spcPts val="100"/>
              </a:spcAft>
            </a:pPr>
            <a:r>
              <a:rPr lang="en-US" altLang="en-US" dirty="0">
                <a:latin typeface="+mj-lt"/>
              </a:rPr>
              <a:t>Coordinator maintains a </a:t>
            </a:r>
            <a:r>
              <a:rPr lang="en-US" altLang="en-US" b="1" dirty="0">
                <a:latin typeface="+mj-lt"/>
                <a:cs typeface="Courier New" panose="02070309020205020404" pitchFamily="49" charset="0"/>
              </a:rPr>
              <a:t>Queue</a:t>
            </a:r>
            <a:r>
              <a:rPr lang="en-US" altLang="en-US" dirty="0">
                <a:latin typeface="+mj-lt"/>
              </a:rPr>
              <a:t> of access requests</a:t>
            </a:r>
          </a:p>
          <a:p>
            <a:pPr>
              <a:lnSpc>
                <a:spcPct val="100000"/>
              </a:lnSpc>
              <a:spcBef>
                <a:spcPts val="100"/>
              </a:spcBef>
              <a:spcAft>
                <a:spcPts val="100"/>
              </a:spcAft>
            </a:pPr>
            <a:r>
              <a:rPr lang="en-US" altLang="en-US" dirty="0" smtClean="0">
                <a:latin typeface="+mj-lt"/>
              </a:rPr>
              <a:t>Whenever </a:t>
            </a:r>
            <a:r>
              <a:rPr lang="en-US" altLang="en-US" dirty="0">
                <a:latin typeface="+mj-lt"/>
              </a:rPr>
              <a:t>a process wants to access the resource, it </a:t>
            </a:r>
            <a:r>
              <a:rPr lang="en-US" altLang="en-US" dirty="0">
                <a:solidFill>
                  <a:srgbClr val="1D3064"/>
                </a:solidFill>
                <a:latin typeface="+mj-lt"/>
              </a:rPr>
              <a:t>sends a request message </a:t>
            </a:r>
            <a:r>
              <a:rPr lang="en-US" altLang="en-US" dirty="0">
                <a:latin typeface="+mj-lt"/>
              </a:rPr>
              <a:t>to the coordinator to access the </a:t>
            </a:r>
            <a:r>
              <a:rPr lang="en-US" altLang="en-US" dirty="0" smtClean="0">
                <a:latin typeface="+mj-lt"/>
              </a:rPr>
              <a:t>resource</a:t>
            </a:r>
            <a:endParaRPr lang="en-US" altLang="en-US" sz="2400" dirty="0">
              <a:latin typeface="+mj-lt"/>
              <a:ea typeface="Arial" panose="020B0604020202020204" pitchFamily="34" charset="0"/>
            </a:endParaRPr>
          </a:p>
          <a:p>
            <a:pPr>
              <a:lnSpc>
                <a:spcPct val="100000"/>
              </a:lnSpc>
              <a:spcBef>
                <a:spcPts val="100"/>
              </a:spcBef>
              <a:spcAft>
                <a:spcPts val="100"/>
              </a:spcAft>
            </a:pPr>
            <a:r>
              <a:rPr lang="en-US" altLang="en-US" dirty="0">
                <a:latin typeface="+mj-lt"/>
              </a:rPr>
              <a:t>When the coordinator receives the request:</a:t>
            </a:r>
          </a:p>
          <a:p>
            <a:pPr lvl="1">
              <a:lnSpc>
                <a:spcPct val="100000"/>
              </a:lnSpc>
              <a:spcBef>
                <a:spcPts val="200"/>
              </a:spcBef>
              <a:spcAft>
                <a:spcPts val="200"/>
              </a:spcAft>
              <a:buFont typeface="Wingdings" panose="05000000000000000000" pitchFamily="2" charset="2"/>
              <a:buChar char="§"/>
            </a:pPr>
            <a:r>
              <a:rPr lang="en-US" altLang="en-US" sz="2400" dirty="0">
                <a:latin typeface="+mj-lt"/>
                <a:ea typeface="Arial" panose="020B0604020202020204" pitchFamily="34" charset="0"/>
              </a:rPr>
              <a:t>If no other process is currently accessing the resource, it grants the permission to the process by sending a “grant” message</a:t>
            </a:r>
          </a:p>
          <a:p>
            <a:pPr lvl="1">
              <a:lnSpc>
                <a:spcPct val="100000"/>
              </a:lnSpc>
              <a:spcBef>
                <a:spcPts val="200"/>
              </a:spcBef>
              <a:spcAft>
                <a:spcPts val="200"/>
              </a:spcAft>
              <a:buFont typeface="Wingdings" panose="05000000000000000000" pitchFamily="2" charset="2"/>
              <a:buChar char="§"/>
            </a:pPr>
            <a:r>
              <a:rPr lang="en-US" altLang="en-US" sz="2400" dirty="0">
                <a:latin typeface="+mj-lt"/>
                <a:ea typeface="Arial" panose="020B0604020202020204" pitchFamily="34" charset="0"/>
              </a:rPr>
              <a:t>If another process is accessing the resource, the coordinator queues the request, and does not reply to the </a:t>
            </a:r>
            <a:r>
              <a:rPr lang="en-US" altLang="en-US" sz="2400" dirty="0" smtClean="0">
                <a:latin typeface="+mj-lt"/>
                <a:ea typeface="Arial" panose="020B0604020202020204" pitchFamily="34" charset="0"/>
              </a:rPr>
              <a:t>request</a:t>
            </a:r>
            <a:endParaRPr lang="en-US" altLang="en-US" sz="2400" dirty="0">
              <a:latin typeface="+mj-lt"/>
              <a:ea typeface="Arial" panose="020B0604020202020204" pitchFamily="34" charset="0"/>
            </a:endParaRPr>
          </a:p>
          <a:p>
            <a:pPr>
              <a:lnSpc>
                <a:spcPct val="100000"/>
              </a:lnSpc>
              <a:spcBef>
                <a:spcPts val="100"/>
              </a:spcBef>
              <a:spcAft>
                <a:spcPts val="100"/>
              </a:spcAft>
            </a:pPr>
            <a:r>
              <a:rPr lang="en-US" altLang="en-US" dirty="0">
                <a:latin typeface="+mj-lt"/>
              </a:rPr>
              <a:t>The process </a:t>
            </a:r>
            <a:r>
              <a:rPr lang="en-US" altLang="en-US" dirty="0" smtClean="0">
                <a:latin typeface="+mj-lt"/>
              </a:rPr>
              <a:t>in action releases </a:t>
            </a:r>
            <a:r>
              <a:rPr lang="en-US" altLang="en-US" dirty="0">
                <a:latin typeface="+mj-lt"/>
              </a:rPr>
              <a:t>the exclusive access after accessing the </a:t>
            </a:r>
            <a:r>
              <a:rPr lang="en-US" altLang="en-US" dirty="0" smtClean="0">
                <a:latin typeface="+mj-lt"/>
              </a:rPr>
              <a:t>resource</a:t>
            </a:r>
            <a:endParaRPr lang="en-US" altLang="en-US" sz="2400" dirty="0">
              <a:latin typeface="+mj-lt"/>
              <a:ea typeface="Arial" panose="020B0604020202020204" pitchFamily="34" charset="0"/>
            </a:endParaRPr>
          </a:p>
          <a:p>
            <a:pPr>
              <a:lnSpc>
                <a:spcPct val="100000"/>
              </a:lnSpc>
              <a:spcBef>
                <a:spcPts val="100"/>
              </a:spcBef>
              <a:spcAft>
                <a:spcPts val="100"/>
              </a:spcAft>
            </a:pPr>
            <a:r>
              <a:rPr lang="en-US" altLang="en-US" dirty="0" smtClean="0">
                <a:latin typeface="+mj-lt"/>
              </a:rPr>
              <a:t>Afterwards, the </a:t>
            </a:r>
            <a:r>
              <a:rPr lang="en-US" altLang="en-US" dirty="0">
                <a:latin typeface="+mj-lt"/>
              </a:rPr>
              <a:t>coordinator </a:t>
            </a:r>
            <a:r>
              <a:rPr lang="en-US" altLang="en-US" dirty="0" smtClean="0">
                <a:latin typeface="+mj-lt"/>
              </a:rPr>
              <a:t>sends the </a:t>
            </a:r>
            <a:r>
              <a:rPr lang="en-US" altLang="en-US" dirty="0">
                <a:latin typeface="+mj-lt"/>
              </a:rPr>
              <a:t>“grant” message to the next process in the queue</a:t>
            </a:r>
          </a:p>
        </p:txBody>
      </p:sp>
      <p:sp>
        <p:nvSpPr>
          <p:cNvPr id="6" name="Rectangle 5">
            <a:extLst>
              <a:ext uri="{FF2B5EF4-FFF2-40B4-BE49-F238E27FC236}">
                <a16:creationId xmlns:a16="http://schemas.microsoft.com/office/drawing/2014/main" xmlns="" id="{AA11F702-4DBE-4AC9-A78A-E111E9488D20}"/>
              </a:ext>
            </a:extLst>
          </p:cNvPr>
          <p:cNvSpPr/>
          <p:nvPr/>
        </p:nvSpPr>
        <p:spPr bwMode="auto">
          <a:xfrm>
            <a:off x="9142541" y="2824030"/>
            <a:ext cx="760411" cy="288744"/>
          </a:xfrm>
          <a:prstGeom prst="rect">
            <a:avLst/>
          </a:prstGeom>
          <a:solidFill>
            <a:schemeClr val="accent6"/>
          </a:solidFill>
        </p:spPr>
        <p:style>
          <a:lnRef idx="0">
            <a:schemeClr val="accent6"/>
          </a:lnRef>
          <a:fillRef idx="3">
            <a:schemeClr val="accent6"/>
          </a:fillRef>
          <a:effectRef idx="3">
            <a:schemeClr val="accent6"/>
          </a:effectRef>
          <a:fontRef idx="minor">
            <a:schemeClr val="lt1"/>
          </a:fontRef>
        </p:style>
        <p:txBody>
          <a:bodyPr/>
          <a:lstStyle/>
          <a:p>
            <a:pPr algn="ctr" eaLnBrk="1" hangingPunct="1">
              <a:defRPr/>
            </a:pPr>
            <a:r>
              <a:rPr lang="en-US" sz="1200" dirty="0">
                <a:solidFill>
                  <a:schemeClr val="bg1"/>
                </a:solidFill>
                <a:latin typeface="+mj-lt"/>
              </a:rPr>
              <a:t>Resource</a:t>
            </a:r>
          </a:p>
        </p:txBody>
      </p:sp>
      <p:grpSp>
        <p:nvGrpSpPr>
          <p:cNvPr id="7" name="Group 27">
            <a:extLst>
              <a:ext uri="{FF2B5EF4-FFF2-40B4-BE49-F238E27FC236}">
                <a16:creationId xmlns:a16="http://schemas.microsoft.com/office/drawing/2014/main" xmlns="" id="{14342B0C-8344-455C-89F5-987DC2198347}"/>
              </a:ext>
            </a:extLst>
          </p:cNvPr>
          <p:cNvGrpSpPr>
            <a:grpSpLocks/>
          </p:cNvGrpSpPr>
          <p:nvPr/>
        </p:nvGrpSpPr>
        <p:grpSpPr bwMode="auto">
          <a:xfrm>
            <a:off x="10645902" y="2872425"/>
            <a:ext cx="509588" cy="771525"/>
            <a:chOff x="7752790" y="3952935"/>
            <a:chExt cx="324410" cy="771877"/>
          </a:xfrm>
        </p:grpSpPr>
        <p:cxnSp>
          <p:nvCxnSpPr>
            <p:cNvPr id="8" name="Straight Connector 7">
              <a:extLst>
                <a:ext uri="{FF2B5EF4-FFF2-40B4-BE49-F238E27FC236}">
                  <a16:creationId xmlns:a16="http://schemas.microsoft.com/office/drawing/2014/main" xmlns="" id="{BA13E22E-7F73-4D78-B7EE-9665F9636D91}"/>
                </a:ext>
              </a:extLst>
            </p:cNvPr>
            <p:cNvCxnSpPr/>
            <p:nvPr/>
          </p:nvCxnSpPr>
          <p:spPr>
            <a:xfrm flipV="1">
              <a:off x="7752790" y="3952935"/>
              <a:ext cx="0" cy="77187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xmlns="" id="{32E1021F-98CA-4F3E-8504-DA8D2616555A}"/>
                </a:ext>
              </a:extLst>
            </p:cNvPr>
            <p:cNvCxnSpPr/>
            <p:nvPr/>
          </p:nvCxnSpPr>
          <p:spPr>
            <a:xfrm flipV="1">
              <a:off x="8077200" y="3952935"/>
              <a:ext cx="0" cy="77187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xmlns="" id="{D99592A6-2A1A-41E6-8702-3A6021BBDFB4}"/>
                </a:ext>
              </a:extLst>
            </p:cNvPr>
            <p:cNvCxnSpPr/>
            <p:nvPr/>
          </p:nvCxnSpPr>
          <p:spPr>
            <a:xfrm flipH="1">
              <a:off x="7762331" y="3962464"/>
              <a:ext cx="314869"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 name="Straight Arrow Connector 10">
            <a:extLst>
              <a:ext uri="{FF2B5EF4-FFF2-40B4-BE49-F238E27FC236}">
                <a16:creationId xmlns:a16="http://schemas.microsoft.com/office/drawing/2014/main" xmlns="" id="{BC43966D-DE1A-4D84-B311-DC57ABEE967E}"/>
              </a:ext>
            </a:extLst>
          </p:cNvPr>
          <p:cNvCxnSpPr/>
          <p:nvPr/>
        </p:nvCxnSpPr>
        <p:spPr>
          <a:xfrm>
            <a:off x="11155490" y="3232474"/>
            <a:ext cx="185738" cy="0"/>
          </a:xfrm>
          <a:prstGeom prst="straightConnector1">
            <a:avLst/>
          </a:prstGeom>
          <a:ln w="12700">
            <a:solidFill>
              <a:schemeClr val="tx1"/>
            </a:solidFill>
            <a:prstDash val="sysDash"/>
            <a:tailEnd type="arrow"/>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xmlns="" id="{74AE1D33-90AF-4643-9A07-AD743284D0B2}"/>
              </a:ext>
            </a:extLst>
          </p:cNvPr>
          <p:cNvSpPr txBox="1">
            <a:spLocks noChangeArrowheads="1"/>
          </p:cNvSpPr>
          <p:nvPr/>
        </p:nvSpPr>
        <p:spPr bwMode="auto">
          <a:xfrm>
            <a:off x="11294764" y="3116586"/>
            <a:ext cx="576262"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3200">
                <a:solidFill>
                  <a:srgbClr val="808080"/>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900" dirty="0">
                <a:solidFill>
                  <a:schemeClr val="tx1"/>
                </a:solidFill>
                <a:latin typeface="+mj-lt"/>
              </a:rPr>
              <a:t>Queue</a:t>
            </a:r>
          </a:p>
        </p:txBody>
      </p:sp>
      <p:sp>
        <p:nvSpPr>
          <p:cNvPr id="13" name="Oval 12">
            <a:extLst>
              <a:ext uri="{FF2B5EF4-FFF2-40B4-BE49-F238E27FC236}">
                <a16:creationId xmlns:a16="http://schemas.microsoft.com/office/drawing/2014/main" xmlns="" id="{B137AF8B-6F12-480A-9910-EE29D0DE41C9}"/>
              </a:ext>
            </a:extLst>
          </p:cNvPr>
          <p:cNvSpPr>
            <a:spLocks noChangeArrowheads="1"/>
          </p:cNvSpPr>
          <p:nvPr/>
        </p:nvSpPr>
        <p:spPr bwMode="auto">
          <a:xfrm>
            <a:off x="10001376" y="2824799"/>
            <a:ext cx="675245" cy="206104"/>
          </a:xfrm>
          <a:prstGeom prst="ellipse">
            <a:avLst/>
          </a:prstGeom>
          <a:gradFill rotWithShape="1">
            <a:gsLst>
              <a:gs pos="0">
                <a:srgbClr val="EDEDED"/>
              </a:gs>
              <a:gs pos="64999">
                <a:srgbClr val="D0D0D0"/>
              </a:gs>
              <a:gs pos="100000">
                <a:srgbClr val="BCBCBC"/>
              </a:gs>
            </a:gsLst>
            <a:lin ang="5400000" scaled="1"/>
          </a:gradFill>
          <a:ln w="9525">
            <a:solidFill>
              <a:srgbClr val="000000"/>
            </a:solidFill>
            <a:round/>
            <a:headEnd/>
            <a:tailEnd/>
          </a:ln>
          <a:effectLst>
            <a:outerShdw blurRad="40000" dist="20000" dir="5400000" rotWithShape="0">
              <a:srgbClr val="808080">
                <a:alpha val="37999"/>
              </a:srgbClr>
            </a:outerShdw>
          </a:effectLst>
        </p:spPr>
        <p:txBody>
          <a:bodyPr anchor="ctr"/>
          <a:lstStyle/>
          <a:p>
            <a:pPr algn="ctr" eaLnBrk="1" hangingPunct="1">
              <a:defRPr/>
            </a:pPr>
            <a:r>
              <a:rPr lang="en-US" sz="1050" b="1" dirty="0">
                <a:latin typeface="+mj-lt"/>
                <a:ea typeface="+mn-ea"/>
              </a:rPr>
              <a:t>C</a:t>
            </a:r>
          </a:p>
        </p:txBody>
      </p:sp>
      <p:sp>
        <p:nvSpPr>
          <p:cNvPr id="14" name="Oval 13">
            <a:extLst>
              <a:ext uri="{FF2B5EF4-FFF2-40B4-BE49-F238E27FC236}">
                <a16:creationId xmlns:a16="http://schemas.microsoft.com/office/drawing/2014/main" xmlns="" id="{99A93BB6-E5D4-498A-9395-D576A69DF39F}"/>
              </a:ext>
            </a:extLst>
          </p:cNvPr>
          <p:cNvSpPr>
            <a:spLocks noChangeArrowheads="1"/>
          </p:cNvSpPr>
          <p:nvPr/>
        </p:nvSpPr>
        <p:spPr bwMode="auto">
          <a:xfrm>
            <a:off x="9374314" y="1628775"/>
            <a:ext cx="528639" cy="283213"/>
          </a:xfrm>
          <a:prstGeom prst="ellipse">
            <a:avLst/>
          </a:prstGeom>
          <a:gradFill rotWithShape="1">
            <a:gsLst>
              <a:gs pos="0">
                <a:srgbClr val="E9E9F7"/>
              </a:gs>
              <a:gs pos="64999">
                <a:srgbClr val="C5C5E9"/>
              </a:gs>
              <a:gs pos="100000">
                <a:srgbClr val="ACACE1"/>
              </a:gs>
            </a:gsLst>
            <a:lin ang="5400000" scaled="1"/>
          </a:gradFill>
          <a:ln w="9525">
            <a:solidFill>
              <a:srgbClr val="292989"/>
            </a:solidFill>
            <a:round/>
            <a:headEnd/>
            <a:tailEnd/>
          </a:ln>
          <a:effectLst>
            <a:outerShdw blurRad="40000" dist="20000" dir="5400000" rotWithShape="0">
              <a:srgbClr val="808080">
                <a:alpha val="37999"/>
              </a:srgbClr>
            </a:outerShdw>
          </a:effectLst>
        </p:spPr>
        <p:txBody>
          <a:bodyPr anchor="ctr"/>
          <a:lstStyle/>
          <a:p>
            <a:pPr algn="ctr" eaLnBrk="1" hangingPunct="1">
              <a:defRPr/>
            </a:pPr>
            <a:r>
              <a:rPr lang="en-US" sz="1200" b="1" dirty="0">
                <a:latin typeface="+mj-lt"/>
                <a:ea typeface="+mn-ea"/>
              </a:rPr>
              <a:t>P0</a:t>
            </a:r>
          </a:p>
        </p:txBody>
      </p:sp>
      <p:sp>
        <p:nvSpPr>
          <p:cNvPr id="15" name="Oval 14">
            <a:extLst>
              <a:ext uri="{FF2B5EF4-FFF2-40B4-BE49-F238E27FC236}">
                <a16:creationId xmlns:a16="http://schemas.microsoft.com/office/drawing/2014/main" xmlns="" id="{71F22450-904D-407C-B960-30F4BB9FC897}"/>
              </a:ext>
            </a:extLst>
          </p:cNvPr>
          <p:cNvSpPr>
            <a:spLocks noChangeArrowheads="1"/>
          </p:cNvSpPr>
          <p:nvPr/>
        </p:nvSpPr>
        <p:spPr bwMode="auto">
          <a:xfrm>
            <a:off x="10544300" y="1628775"/>
            <a:ext cx="528640" cy="283213"/>
          </a:xfrm>
          <a:prstGeom prst="ellipse">
            <a:avLst/>
          </a:prstGeom>
          <a:gradFill rotWithShape="1">
            <a:gsLst>
              <a:gs pos="0">
                <a:srgbClr val="E9E9F7"/>
              </a:gs>
              <a:gs pos="64999">
                <a:srgbClr val="C5C5E9"/>
              </a:gs>
              <a:gs pos="100000">
                <a:srgbClr val="ACACE1"/>
              </a:gs>
            </a:gsLst>
            <a:lin ang="5400000" scaled="1"/>
          </a:gradFill>
          <a:ln w="9525">
            <a:solidFill>
              <a:srgbClr val="292989"/>
            </a:solidFill>
            <a:round/>
            <a:headEnd/>
            <a:tailEnd/>
          </a:ln>
          <a:effectLst>
            <a:outerShdw blurRad="40000" dist="20000" dir="5400000" rotWithShape="0">
              <a:srgbClr val="808080">
                <a:alpha val="37999"/>
              </a:srgbClr>
            </a:outerShdw>
          </a:effectLst>
        </p:spPr>
        <p:txBody>
          <a:bodyPr anchor="ctr"/>
          <a:lstStyle/>
          <a:p>
            <a:pPr algn="ctr" eaLnBrk="1" hangingPunct="1">
              <a:defRPr/>
            </a:pPr>
            <a:r>
              <a:rPr lang="en-US" sz="1200" b="1" dirty="0">
                <a:latin typeface="+mj-lt"/>
                <a:ea typeface="+mn-ea"/>
              </a:rPr>
              <a:t>P2</a:t>
            </a:r>
          </a:p>
        </p:txBody>
      </p:sp>
      <p:sp>
        <p:nvSpPr>
          <p:cNvPr id="16" name="Oval 15">
            <a:extLst>
              <a:ext uri="{FF2B5EF4-FFF2-40B4-BE49-F238E27FC236}">
                <a16:creationId xmlns:a16="http://schemas.microsoft.com/office/drawing/2014/main" xmlns="" id="{C7E431BB-8E91-41EE-A46F-00467946ACA3}"/>
              </a:ext>
            </a:extLst>
          </p:cNvPr>
          <p:cNvSpPr>
            <a:spLocks noChangeArrowheads="1"/>
          </p:cNvSpPr>
          <p:nvPr/>
        </p:nvSpPr>
        <p:spPr bwMode="auto">
          <a:xfrm>
            <a:off x="9956925" y="1628775"/>
            <a:ext cx="528640" cy="283213"/>
          </a:xfrm>
          <a:prstGeom prst="ellipse">
            <a:avLst/>
          </a:prstGeom>
          <a:gradFill rotWithShape="1">
            <a:gsLst>
              <a:gs pos="0">
                <a:srgbClr val="E9E9F7"/>
              </a:gs>
              <a:gs pos="64999">
                <a:srgbClr val="C5C5E9"/>
              </a:gs>
              <a:gs pos="100000">
                <a:srgbClr val="ACACE1"/>
              </a:gs>
            </a:gsLst>
            <a:lin ang="5400000" scaled="1"/>
          </a:gradFill>
          <a:ln w="9525">
            <a:solidFill>
              <a:srgbClr val="292989"/>
            </a:solidFill>
            <a:round/>
            <a:headEnd/>
            <a:tailEnd/>
          </a:ln>
          <a:effectLst>
            <a:outerShdw blurRad="40000" dist="20000" dir="5400000" rotWithShape="0">
              <a:srgbClr val="808080">
                <a:alpha val="37999"/>
              </a:srgbClr>
            </a:outerShdw>
          </a:effectLst>
        </p:spPr>
        <p:txBody>
          <a:bodyPr anchor="ctr"/>
          <a:lstStyle/>
          <a:p>
            <a:pPr algn="ctr" eaLnBrk="1" hangingPunct="1">
              <a:defRPr/>
            </a:pPr>
            <a:r>
              <a:rPr lang="en-US" sz="1200" b="1" dirty="0">
                <a:latin typeface="+mj-lt"/>
                <a:ea typeface="+mn-ea"/>
              </a:rPr>
              <a:t>P1</a:t>
            </a:r>
          </a:p>
        </p:txBody>
      </p:sp>
      <p:cxnSp>
        <p:nvCxnSpPr>
          <p:cNvPr id="17" name="Straight Arrow Connector 16">
            <a:extLst>
              <a:ext uri="{FF2B5EF4-FFF2-40B4-BE49-F238E27FC236}">
                <a16:creationId xmlns:a16="http://schemas.microsoft.com/office/drawing/2014/main" xmlns="" id="{94567B48-0ECD-451E-8CD7-021EB4F4CC66}"/>
              </a:ext>
            </a:extLst>
          </p:cNvPr>
          <p:cNvCxnSpPr>
            <a:stCxn id="16" idx="4"/>
            <a:endCxn id="13" idx="0"/>
          </p:cNvCxnSpPr>
          <p:nvPr/>
        </p:nvCxnSpPr>
        <p:spPr>
          <a:xfrm>
            <a:off x="10221245" y="1911988"/>
            <a:ext cx="117754" cy="912811"/>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xmlns="" id="{2B2F907B-B315-467C-A23F-86FF1A07E0EF}"/>
              </a:ext>
            </a:extLst>
          </p:cNvPr>
          <p:cNvSpPr/>
          <p:nvPr/>
        </p:nvSpPr>
        <p:spPr>
          <a:xfrm>
            <a:off x="9844216" y="2424749"/>
            <a:ext cx="756996" cy="292912"/>
          </a:xfrm>
          <a:prstGeom prst="rect">
            <a:avLst/>
          </a:prstGeom>
          <a:solidFill>
            <a:srgbClr val="1D306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1050" b="1" dirty="0" err="1">
                <a:solidFill>
                  <a:schemeClr val="bg1"/>
                </a:solidFill>
                <a:latin typeface="+mj-lt"/>
              </a:rPr>
              <a:t>Req</a:t>
            </a:r>
            <a:endParaRPr lang="en-US" sz="1050" b="1" dirty="0">
              <a:solidFill>
                <a:schemeClr val="bg1"/>
              </a:solidFill>
              <a:latin typeface="+mj-lt"/>
            </a:endParaRPr>
          </a:p>
        </p:txBody>
      </p:sp>
      <p:cxnSp>
        <p:nvCxnSpPr>
          <p:cNvPr id="19" name="Straight Arrow Connector 18">
            <a:extLst>
              <a:ext uri="{FF2B5EF4-FFF2-40B4-BE49-F238E27FC236}">
                <a16:creationId xmlns:a16="http://schemas.microsoft.com/office/drawing/2014/main" xmlns="" id="{CF7C5B72-6D4A-456D-A9E8-082A09CE3EB7}"/>
              </a:ext>
            </a:extLst>
          </p:cNvPr>
          <p:cNvCxnSpPr>
            <a:stCxn id="13" idx="7"/>
            <a:endCxn id="16" idx="5"/>
          </p:cNvCxnSpPr>
          <p:nvPr/>
        </p:nvCxnSpPr>
        <p:spPr>
          <a:xfrm flipH="1" flipV="1">
            <a:off x="10408147" y="1870512"/>
            <a:ext cx="169587" cy="98447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xmlns="" id="{69DF018A-F75C-4972-A7E3-ACE8224DB465}"/>
              </a:ext>
            </a:extLst>
          </p:cNvPr>
          <p:cNvSpPr/>
          <p:nvPr/>
        </p:nvSpPr>
        <p:spPr>
          <a:xfrm>
            <a:off x="10418890" y="2424748"/>
            <a:ext cx="926432" cy="213027"/>
          </a:xfrm>
          <a:prstGeom prst="rect">
            <a:avLst/>
          </a:prstGeom>
          <a:solidFill>
            <a:srgbClr val="1D306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1050" b="1" dirty="0">
                <a:solidFill>
                  <a:schemeClr val="bg1"/>
                </a:solidFill>
                <a:latin typeface="+mj-lt"/>
              </a:rPr>
              <a:t>Grant</a:t>
            </a:r>
          </a:p>
        </p:txBody>
      </p:sp>
      <p:cxnSp>
        <p:nvCxnSpPr>
          <p:cNvPr id="21" name="Straight Arrow Connector 20">
            <a:extLst>
              <a:ext uri="{FF2B5EF4-FFF2-40B4-BE49-F238E27FC236}">
                <a16:creationId xmlns:a16="http://schemas.microsoft.com/office/drawing/2014/main" xmlns="" id="{B3E7B4A0-12F9-4DF9-AC75-6AA043B791A5}"/>
              </a:ext>
            </a:extLst>
          </p:cNvPr>
          <p:cNvCxnSpPr>
            <a:stCxn id="16" idx="4"/>
          </p:cNvCxnSpPr>
          <p:nvPr/>
        </p:nvCxnSpPr>
        <p:spPr>
          <a:xfrm flipH="1">
            <a:off x="9560055" y="1911988"/>
            <a:ext cx="661190" cy="912811"/>
          </a:xfrm>
          <a:prstGeom prst="straightConnector1">
            <a:avLst/>
          </a:prstGeom>
          <a:ln w="38100">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xmlns="" id="{BF01B144-C932-4437-AF67-238F41A2F145}"/>
              </a:ext>
            </a:extLst>
          </p:cNvPr>
          <p:cNvSpPr/>
          <p:nvPr/>
        </p:nvSpPr>
        <p:spPr>
          <a:xfrm>
            <a:off x="9064752" y="2431096"/>
            <a:ext cx="1052144" cy="230779"/>
          </a:xfrm>
          <a:prstGeom prst="rect">
            <a:avLst/>
          </a:prstGeom>
          <a:solidFill>
            <a:srgbClr val="1D306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1050" b="1" dirty="0">
                <a:solidFill>
                  <a:schemeClr val="bg1"/>
                </a:solidFill>
                <a:latin typeface="+mj-lt"/>
              </a:rPr>
              <a:t>Access</a:t>
            </a:r>
          </a:p>
        </p:txBody>
      </p:sp>
      <p:cxnSp>
        <p:nvCxnSpPr>
          <p:cNvPr id="23" name="Straight Arrow Connector 22">
            <a:extLst>
              <a:ext uri="{FF2B5EF4-FFF2-40B4-BE49-F238E27FC236}">
                <a16:creationId xmlns:a16="http://schemas.microsoft.com/office/drawing/2014/main" xmlns="" id="{479AF23B-F855-4754-BFFB-9D82B19B87AB}"/>
              </a:ext>
            </a:extLst>
          </p:cNvPr>
          <p:cNvCxnSpPr>
            <a:stCxn id="15" idx="4"/>
            <a:endCxn id="13" idx="0"/>
          </p:cNvCxnSpPr>
          <p:nvPr/>
        </p:nvCxnSpPr>
        <p:spPr>
          <a:xfrm flipH="1">
            <a:off x="10338999" y="1911988"/>
            <a:ext cx="469621" cy="912811"/>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xmlns="" id="{BEE35D0A-8BEE-4757-B98C-49F1E38884DA}"/>
              </a:ext>
            </a:extLst>
          </p:cNvPr>
          <p:cNvSpPr/>
          <p:nvPr/>
        </p:nvSpPr>
        <p:spPr>
          <a:xfrm>
            <a:off x="10495091" y="2480312"/>
            <a:ext cx="756996" cy="292912"/>
          </a:xfrm>
          <a:prstGeom prst="rect">
            <a:avLst/>
          </a:prstGeom>
          <a:solidFill>
            <a:srgbClr val="1D306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1050" b="1" dirty="0" err="1">
                <a:solidFill>
                  <a:schemeClr val="bg1"/>
                </a:solidFill>
                <a:latin typeface="+mj-lt"/>
              </a:rPr>
              <a:t>Req</a:t>
            </a:r>
            <a:endParaRPr lang="en-US" sz="1050" b="1" dirty="0">
              <a:solidFill>
                <a:schemeClr val="bg1"/>
              </a:solidFill>
              <a:latin typeface="+mj-lt"/>
            </a:endParaRPr>
          </a:p>
        </p:txBody>
      </p:sp>
      <p:sp>
        <p:nvSpPr>
          <p:cNvPr id="25" name="Rectangle 24">
            <a:extLst>
              <a:ext uri="{FF2B5EF4-FFF2-40B4-BE49-F238E27FC236}">
                <a16:creationId xmlns:a16="http://schemas.microsoft.com/office/drawing/2014/main" xmlns="" id="{85097CD3-17D0-4CEB-A712-A7D7B93BEB59}"/>
              </a:ext>
            </a:extLst>
          </p:cNvPr>
          <p:cNvSpPr>
            <a:spLocks noChangeArrowheads="1"/>
          </p:cNvSpPr>
          <p:nvPr/>
        </p:nvSpPr>
        <p:spPr bwMode="auto">
          <a:xfrm>
            <a:off x="10663366" y="2912112"/>
            <a:ext cx="409574" cy="195900"/>
          </a:xfrm>
          <a:prstGeom prst="rect">
            <a:avLst/>
          </a:prstGeom>
          <a:gradFill rotWithShape="1">
            <a:gsLst>
              <a:gs pos="0">
                <a:srgbClr val="E9E9F7"/>
              </a:gs>
              <a:gs pos="64999">
                <a:srgbClr val="C5C5E9"/>
              </a:gs>
              <a:gs pos="100000">
                <a:srgbClr val="ACACE1"/>
              </a:gs>
            </a:gsLst>
            <a:lin ang="5400000" scaled="1"/>
          </a:gradFill>
          <a:ln w="9525">
            <a:solidFill>
              <a:srgbClr val="292989"/>
            </a:solidFill>
            <a:miter lim="800000"/>
            <a:headEnd/>
            <a:tailEnd/>
          </a:ln>
          <a:effectLst>
            <a:outerShdw blurRad="40000" dist="20000" dir="5400000" rotWithShape="0">
              <a:srgbClr val="808080">
                <a:alpha val="37999"/>
              </a:srgbClr>
            </a:outerShdw>
          </a:effectLst>
        </p:spPr>
        <p:txBody>
          <a:bodyPr anchor="ctr"/>
          <a:lstStyle/>
          <a:p>
            <a:pPr algn="ctr" eaLnBrk="1" hangingPunct="1">
              <a:defRPr/>
            </a:pPr>
            <a:r>
              <a:rPr lang="en-US" sz="900" b="1" dirty="0">
                <a:latin typeface="+mj-lt"/>
                <a:ea typeface="+mn-ea"/>
              </a:rPr>
              <a:t>P2</a:t>
            </a:r>
          </a:p>
        </p:txBody>
      </p:sp>
      <p:cxnSp>
        <p:nvCxnSpPr>
          <p:cNvPr id="26" name="Straight Arrow Connector 25">
            <a:extLst>
              <a:ext uri="{FF2B5EF4-FFF2-40B4-BE49-F238E27FC236}">
                <a16:creationId xmlns:a16="http://schemas.microsoft.com/office/drawing/2014/main" xmlns="" id="{AAD77845-060B-4813-A44D-17C05EBC4794}"/>
              </a:ext>
            </a:extLst>
          </p:cNvPr>
          <p:cNvCxnSpPr/>
          <p:nvPr/>
        </p:nvCxnSpPr>
        <p:spPr>
          <a:xfrm>
            <a:off x="10225215" y="1891350"/>
            <a:ext cx="0" cy="91281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xmlns="" id="{AA7ECD61-71AA-439D-B5E0-16E2E5694A1D}"/>
              </a:ext>
            </a:extLst>
          </p:cNvPr>
          <p:cNvSpPr/>
          <p:nvPr/>
        </p:nvSpPr>
        <p:spPr>
          <a:xfrm>
            <a:off x="9826751" y="2404113"/>
            <a:ext cx="756997" cy="295131"/>
          </a:xfrm>
          <a:prstGeom prst="rect">
            <a:avLst/>
          </a:prstGeom>
          <a:solidFill>
            <a:srgbClr val="1D306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1050" b="1" dirty="0" err="1">
                <a:solidFill>
                  <a:schemeClr val="bg1"/>
                </a:solidFill>
                <a:latin typeface="+mj-lt"/>
              </a:rPr>
              <a:t>Rel</a:t>
            </a:r>
            <a:endParaRPr lang="en-US" sz="1050" b="1" dirty="0">
              <a:solidFill>
                <a:schemeClr val="bg1"/>
              </a:solidFill>
              <a:latin typeface="+mj-lt"/>
            </a:endParaRPr>
          </a:p>
        </p:txBody>
      </p:sp>
      <p:sp>
        <p:nvSpPr>
          <p:cNvPr id="29" name="Rectangle 28">
            <a:extLst>
              <a:ext uri="{FF2B5EF4-FFF2-40B4-BE49-F238E27FC236}">
                <a16:creationId xmlns:a16="http://schemas.microsoft.com/office/drawing/2014/main" xmlns="" id="{2D9CAFBE-41CA-4C64-967A-1F58BB7F4D6D}"/>
              </a:ext>
            </a:extLst>
          </p:cNvPr>
          <p:cNvSpPr>
            <a:spLocks noChangeArrowheads="1"/>
          </p:cNvSpPr>
          <p:nvPr/>
        </p:nvSpPr>
        <p:spPr bwMode="auto">
          <a:xfrm>
            <a:off x="10142666" y="3064512"/>
            <a:ext cx="409574" cy="195900"/>
          </a:xfrm>
          <a:prstGeom prst="rect">
            <a:avLst/>
          </a:prstGeom>
          <a:gradFill rotWithShape="1">
            <a:gsLst>
              <a:gs pos="0">
                <a:srgbClr val="E9E9F7"/>
              </a:gs>
              <a:gs pos="64999">
                <a:srgbClr val="C5C5E9"/>
              </a:gs>
              <a:gs pos="100000">
                <a:srgbClr val="ACACE1"/>
              </a:gs>
            </a:gsLst>
            <a:lin ang="5400000" scaled="1"/>
          </a:gradFill>
          <a:ln w="9525">
            <a:solidFill>
              <a:srgbClr val="292989"/>
            </a:solidFill>
            <a:miter lim="800000"/>
            <a:headEnd/>
            <a:tailEnd/>
          </a:ln>
          <a:effectLst>
            <a:outerShdw blurRad="40000" dist="20000" dir="5400000" rotWithShape="0">
              <a:srgbClr val="808080">
                <a:alpha val="37999"/>
              </a:srgbClr>
            </a:outerShdw>
          </a:effectLst>
        </p:spPr>
        <p:txBody>
          <a:bodyPr anchor="ctr"/>
          <a:lstStyle/>
          <a:p>
            <a:pPr algn="ctr" eaLnBrk="1" hangingPunct="1">
              <a:defRPr/>
            </a:pPr>
            <a:r>
              <a:rPr lang="en-US" sz="900" b="1" dirty="0">
                <a:latin typeface="+mj-lt"/>
                <a:ea typeface="+mn-ea"/>
              </a:rPr>
              <a:t>P1</a:t>
            </a:r>
          </a:p>
        </p:txBody>
      </p:sp>
      <p:cxnSp>
        <p:nvCxnSpPr>
          <p:cNvPr id="30" name="Straight Arrow Connector 29">
            <a:extLst>
              <a:ext uri="{FF2B5EF4-FFF2-40B4-BE49-F238E27FC236}">
                <a16:creationId xmlns:a16="http://schemas.microsoft.com/office/drawing/2014/main" xmlns="" id="{114C18E9-80C9-4FA9-B65B-32EDA8EF515E}"/>
              </a:ext>
            </a:extLst>
          </p:cNvPr>
          <p:cNvCxnSpPr>
            <a:stCxn id="13" idx="7"/>
            <a:endCxn id="15" idx="5"/>
          </p:cNvCxnSpPr>
          <p:nvPr/>
        </p:nvCxnSpPr>
        <p:spPr>
          <a:xfrm flipV="1">
            <a:off x="10577734" y="1870512"/>
            <a:ext cx="417788" cy="98447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xmlns="" id="{2E79F578-55DB-4C11-B0F3-6540374929B3}"/>
              </a:ext>
            </a:extLst>
          </p:cNvPr>
          <p:cNvSpPr/>
          <p:nvPr/>
        </p:nvSpPr>
        <p:spPr>
          <a:xfrm>
            <a:off x="10682416" y="2424748"/>
            <a:ext cx="814386" cy="204151"/>
          </a:xfrm>
          <a:prstGeom prst="rect">
            <a:avLst/>
          </a:prstGeom>
          <a:solidFill>
            <a:srgbClr val="1D306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1050" b="1" dirty="0">
                <a:solidFill>
                  <a:schemeClr val="bg1"/>
                </a:solidFill>
                <a:latin typeface="+mj-lt"/>
              </a:rPr>
              <a:t>Grant</a:t>
            </a:r>
          </a:p>
        </p:txBody>
      </p:sp>
      <p:cxnSp>
        <p:nvCxnSpPr>
          <p:cNvPr id="32" name="Straight Arrow Connector 31">
            <a:extLst>
              <a:ext uri="{FF2B5EF4-FFF2-40B4-BE49-F238E27FC236}">
                <a16:creationId xmlns:a16="http://schemas.microsoft.com/office/drawing/2014/main" xmlns="" id="{4EB1EE24-2756-4AC4-A97B-AB3122F19224}"/>
              </a:ext>
            </a:extLst>
          </p:cNvPr>
          <p:cNvCxnSpPr>
            <a:stCxn id="15" idx="4"/>
          </p:cNvCxnSpPr>
          <p:nvPr/>
        </p:nvCxnSpPr>
        <p:spPr>
          <a:xfrm flipH="1">
            <a:off x="9560052" y="1911988"/>
            <a:ext cx="1248568" cy="912811"/>
          </a:xfrm>
          <a:prstGeom prst="straightConnector1">
            <a:avLst/>
          </a:prstGeom>
          <a:ln w="38100">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xmlns="" id="{0F1835B7-95E0-4569-AF57-A805764BDA5A}"/>
              </a:ext>
            </a:extLst>
          </p:cNvPr>
          <p:cNvSpPr/>
          <p:nvPr/>
        </p:nvSpPr>
        <p:spPr>
          <a:xfrm>
            <a:off x="9093328" y="2478720"/>
            <a:ext cx="1052144" cy="230779"/>
          </a:xfrm>
          <a:prstGeom prst="rect">
            <a:avLst/>
          </a:prstGeom>
          <a:solidFill>
            <a:srgbClr val="1D306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1050" b="1" dirty="0">
                <a:solidFill>
                  <a:schemeClr val="bg1"/>
                </a:solidFill>
                <a:latin typeface="+mj-lt"/>
              </a:rPr>
              <a:t>Access</a:t>
            </a:r>
          </a:p>
        </p:txBody>
      </p:sp>
      <p:cxnSp>
        <p:nvCxnSpPr>
          <p:cNvPr id="4" name="Straight Connector 3"/>
          <p:cNvCxnSpPr/>
          <p:nvPr/>
        </p:nvCxnSpPr>
        <p:spPr>
          <a:xfrm>
            <a:off x="8964739" y="914400"/>
            <a:ext cx="0" cy="515778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50262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22" presetClass="entr" presetSubtype="1" fill="hold" nodeType="with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wipe(up)">
                                      <p:cBhvr>
                                        <p:cTn id="21" dur="500"/>
                                        <p:tgtEl>
                                          <p:spTgt spid="4"/>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5">
                                            <p:txEl>
                                              <p:pRg st="1" end="1"/>
                                            </p:txEl>
                                          </p:spTgt>
                                        </p:tgtEl>
                                        <p:attrNameLst>
                                          <p:attrName>style.visibility</p:attrName>
                                        </p:attrNameLst>
                                      </p:cBhvr>
                                      <p:to>
                                        <p:strVal val="visible"/>
                                      </p:to>
                                    </p:set>
                                  </p:childTnLst>
                                </p:cTn>
                              </p:par>
                              <p:par>
                                <p:cTn id="26" presetID="1" presetClass="entr" presetSubtype="0" fill="hold" nodeType="withEffect">
                                  <p:stCondLst>
                                    <p:cond delay="0"/>
                                  </p:stCondLst>
                                  <p:childTnLst>
                                    <p:set>
                                      <p:cBhvr>
                                        <p:cTn id="27" dur="1" fill="hold">
                                          <p:stCondLst>
                                            <p:cond delay="0"/>
                                          </p:stCondLst>
                                        </p:cTn>
                                        <p:tgtEl>
                                          <p:spTgt spid="7"/>
                                        </p:tgtEl>
                                        <p:attrNameLst>
                                          <p:attrName>style.visibility</p:attrName>
                                        </p:attrNameLst>
                                      </p:cBhvr>
                                      <p:to>
                                        <p:strVal val="visible"/>
                                      </p:to>
                                    </p:set>
                                  </p:childTnLst>
                                </p:cTn>
                              </p:par>
                              <p:par>
                                <p:cTn id="28" presetID="1" presetClass="entr" presetSubtype="0" fill="hold" nodeType="withEffect">
                                  <p:stCondLst>
                                    <p:cond delay="0"/>
                                  </p:stCondLst>
                                  <p:childTnLst>
                                    <p:set>
                                      <p:cBhvr>
                                        <p:cTn id="29" dur="1" fill="hold">
                                          <p:stCondLst>
                                            <p:cond delay="0"/>
                                          </p:stCondLst>
                                        </p:cTn>
                                        <p:tgtEl>
                                          <p:spTgt spid="11"/>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5">
                                            <p:txEl>
                                              <p:pRg st="2" end="2"/>
                                            </p:txEl>
                                          </p:spTgt>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18"/>
                                        </p:tgtEl>
                                        <p:attrNameLst>
                                          <p:attrName>style.visibility</p:attrName>
                                        </p:attrNameLst>
                                      </p:cBhvr>
                                      <p:to>
                                        <p:strVal val="visible"/>
                                      </p:to>
                                    </p:set>
                                  </p:childTnLst>
                                </p:cTn>
                              </p:par>
                              <p:par>
                                <p:cTn id="38" presetID="1" presetClass="entr" presetSubtype="0" fill="hold" nodeType="withEffect">
                                  <p:stCondLst>
                                    <p:cond delay="0"/>
                                  </p:stCondLst>
                                  <p:childTnLst>
                                    <p:set>
                                      <p:cBhvr>
                                        <p:cTn id="39" dur="1" fill="hold">
                                          <p:stCondLst>
                                            <p:cond delay="0"/>
                                          </p:stCondLst>
                                        </p:cTn>
                                        <p:tgtEl>
                                          <p:spTgt spid="17"/>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5">
                                            <p:txEl>
                                              <p:pRg st="3" end="3"/>
                                            </p:txEl>
                                          </p:spTgt>
                                        </p:tgtEl>
                                        <p:attrNameLst>
                                          <p:attrName>style.visibility</p:attrName>
                                        </p:attrNameLst>
                                      </p:cBhvr>
                                      <p:to>
                                        <p:strVal val="visible"/>
                                      </p:to>
                                    </p:set>
                                  </p:childTnLst>
                                </p:cTn>
                              </p:par>
                              <p:par>
                                <p:cTn id="44" presetID="1" presetClass="entr" presetSubtype="0" fill="hold" nodeType="withEffect">
                                  <p:stCondLst>
                                    <p:cond delay="0"/>
                                  </p:stCondLst>
                                  <p:childTnLst>
                                    <p:set>
                                      <p:cBhvr>
                                        <p:cTn id="45" dur="1" fill="hold">
                                          <p:stCondLst>
                                            <p:cond delay="0"/>
                                          </p:stCondLst>
                                        </p:cTn>
                                        <p:tgtEl>
                                          <p:spTgt spid="5">
                                            <p:txEl>
                                              <p:pRg st="4" end="4"/>
                                            </p:txEl>
                                          </p:spTgt>
                                        </p:tgtEl>
                                        <p:attrNameLst>
                                          <p:attrName>style.visibility</p:attrName>
                                        </p:attrNameLst>
                                      </p:cBhvr>
                                      <p:to>
                                        <p:strVal val="visible"/>
                                      </p:to>
                                    </p:set>
                                  </p:childTnLst>
                                </p:cTn>
                              </p:par>
                              <p:par>
                                <p:cTn id="46" presetID="1" presetClass="entr" presetSubtype="0" fill="hold" nodeType="withEffect">
                                  <p:stCondLst>
                                    <p:cond delay="0"/>
                                  </p:stCondLst>
                                  <p:childTnLst>
                                    <p:set>
                                      <p:cBhvr>
                                        <p:cTn id="47" dur="1" fill="hold">
                                          <p:stCondLst>
                                            <p:cond delay="0"/>
                                          </p:stCondLst>
                                        </p:cTn>
                                        <p:tgtEl>
                                          <p:spTgt spid="19"/>
                                        </p:tgtEl>
                                        <p:attrNameLst>
                                          <p:attrName>style.visibility</p:attrName>
                                        </p:attrNameLst>
                                      </p:cBhvr>
                                      <p:to>
                                        <p:strVal val="visible"/>
                                      </p:to>
                                    </p:set>
                                  </p:childTnLst>
                                </p:cTn>
                              </p:par>
                              <p:par>
                                <p:cTn id="48" presetID="1" presetClass="entr" presetSubtype="0" fill="hold" grpId="0" nodeType="withEffect">
                                  <p:stCondLst>
                                    <p:cond delay="0"/>
                                  </p:stCondLst>
                                  <p:childTnLst>
                                    <p:set>
                                      <p:cBhvr>
                                        <p:cTn id="49" dur="1" fill="hold">
                                          <p:stCondLst>
                                            <p:cond delay="0"/>
                                          </p:stCondLst>
                                        </p:cTn>
                                        <p:tgtEl>
                                          <p:spTgt spid="20"/>
                                        </p:tgtEl>
                                        <p:attrNameLst>
                                          <p:attrName>style.visibility</p:attrName>
                                        </p:attrNameLst>
                                      </p:cBhvr>
                                      <p:to>
                                        <p:strVal val="visible"/>
                                      </p:to>
                                    </p:set>
                                  </p:childTnLst>
                                </p:cTn>
                              </p:par>
                              <p:par>
                                <p:cTn id="50" presetID="1" presetClass="exit" presetSubtype="0" fill="hold" grpId="1" nodeType="withEffect">
                                  <p:stCondLst>
                                    <p:cond delay="0"/>
                                  </p:stCondLst>
                                  <p:childTnLst>
                                    <p:set>
                                      <p:cBhvr>
                                        <p:cTn id="51" dur="1" fill="hold">
                                          <p:stCondLst>
                                            <p:cond delay="0"/>
                                          </p:stCondLst>
                                        </p:cTn>
                                        <p:tgtEl>
                                          <p:spTgt spid="18"/>
                                        </p:tgtEl>
                                        <p:attrNameLst>
                                          <p:attrName>style.visibility</p:attrName>
                                        </p:attrNameLst>
                                      </p:cBhvr>
                                      <p:to>
                                        <p:strVal val="hidden"/>
                                      </p:to>
                                    </p:set>
                                  </p:childTnLst>
                                </p:cTn>
                              </p:par>
                              <p:par>
                                <p:cTn id="52" presetID="1" presetClass="exit" presetSubtype="0" fill="hold" nodeType="withEffect">
                                  <p:stCondLst>
                                    <p:cond delay="0"/>
                                  </p:stCondLst>
                                  <p:childTnLst>
                                    <p:set>
                                      <p:cBhvr>
                                        <p:cTn id="53" dur="1" fill="hold">
                                          <p:stCondLst>
                                            <p:cond delay="0"/>
                                          </p:stCondLst>
                                        </p:cTn>
                                        <p:tgtEl>
                                          <p:spTgt spid="17"/>
                                        </p:tgtEl>
                                        <p:attrNameLst>
                                          <p:attrName>style.visibility</p:attrName>
                                        </p:attrNameLst>
                                      </p:cBhvr>
                                      <p:to>
                                        <p:strVal val="hidden"/>
                                      </p:to>
                                    </p:set>
                                  </p:childTnLst>
                                </p:cTn>
                              </p:par>
                              <p:par>
                                <p:cTn id="54" presetID="1" presetClass="entr" presetSubtype="0" fill="hold" grpId="0" nodeType="withEffect">
                                  <p:stCondLst>
                                    <p:cond delay="0"/>
                                  </p:stCondLst>
                                  <p:childTnLst>
                                    <p:set>
                                      <p:cBhvr>
                                        <p:cTn id="55" dur="1" fill="hold">
                                          <p:stCondLst>
                                            <p:cond delay="0"/>
                                          </p:stCondLst>
                                        </p:cTn>
                                        <p:tgtEl>
                                          <p:spTgt spid="29"/>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nodeType="clickEffect">
                                  <p:stCondLst>
                                    <p:cond delay="0"/>
                                  </p:stCondLst>
                                  <p:childTnLst>
                                    <p:set>
                                      <p:cBhvr>
                                        <p:cTn id="59" dur="1" fill="hold">
                                          <p:stCondLst>
                                            <p:cond delay="0"/>
                                          </p:stCondLst>
                                        </p:cTn>
                                        <p:tgtEl>
                                          <p:spTgt spid="21"/>
                                        </p:tgtEl>
                                        <p:attrNameLst>
                                          <p:attrName>style.visibility</p:attrName>
                                        </p:attrNameLst>
                                      </p:cBhvr>
                                      <p:to>
                                        <p:strVal val="visible"/>
                                      </p:to>
                                    </p:set>
                                  </p:childTnLst>
                                </p:cTn>
                              </p:par>
                              <p:par>
                                <p:cTn id="60" presetID="1" presetClass="entr" presetSubtype="0" fill="hold" grpId="0" nodeType="withEffect">
                                  <p:stCondLst>
                                    <p:cond delay="0"/>
                                  </p:stCondLst>
                                  <p:childTnLst>
                                    <p:set>
                                      <p:cBhvr>
                                        <p:cTn id="61" dur="1" fill="hold">
                                          <p:stCondLst>
                                            <p:cond delay="0"/>
                                          </p:stCondLst>
                                        </p:cTn>
                                        <p:tgtEl>
                                          <p:spTgt spid="22"/>
                                        </p:tgtEl>
                                        <p:attrNameLst>
                                          <p:attrName>style.visibility</p:attrName>
                                        </p:attrNameLst>
                                      </p:cBhvr>
                                      <p:to>
                                        <p:strVal val="visible"/>
                                      </p:to>
                                    </p:set>
                                  </p:childTnLst>
                                </p:cTn>
                              </p:par>
                              <p:par>
                                <p:cTn id="62" presetID="1" presetClass="exit" presetSubtype="0" fill="hold" nodeType="withEffect">
                                  <p:stCondLst>
                                    <p:cond delay="0"/>
                                  </p:stCondLst>
                                  <p:childTnLst>
                                    <p:set>
                                      <p:cBhvr>
                                        <p:cTn id="63" dur="1" fill="hold">
                                          <p:stCondLst>
                                            <p:cond delay="0"/>
                                          </p:stCondLst>
                                        </p:cTn>
                                        <p:tgtEl>
                                          <p:spTgt spid="19"/>
                                        </p:tgtEl>
                                        <p:attrNameLst>
                                          <p:attrName>style.visibility</p:attrName>
                                        </p:attrNameLst>
                                      </p:cBhvr>
                                      <p:to>
                                        <p:strVal val="hidden"/>
                                      </p:to>
                                    </p:set>
                                  </p:childTnLst>
                                </p:cTn>
                              </p:par>
                              <p:par>
                                <p:cTn id="64" presetID="1" presetClass="exit" presetSubtype="0" fill="hold" grpId="1" nodeType="withEffect">
                                  <p:stCondLst>
                                    <p:cond delay="0"/>
                                  </p:stCondLst>
                                  <p:childTnLst>
                                    <p:set>
                                      <p:cBhvr>
                                        <p:cTn id="65" dur="1" fill="hold">
                                          <p:stCondLst>
                                            <p:cond delay="0"/>
                                          </p:stCondLst>
                                        </p:cTn>
                                        <p:tgtEl>
                                          <p:spTgt spid="20"/>
                                        </p:tgtEl>
                                        <p:attrNameLst>
                                          <p:attrName>style.visibility</p:attrName>
                                        </p:attrNameLst>
                                      </p:cBhvr>
                                      <p:to>
                                        <p:strVal val="hidden"/>
                                      </p:to>
                                    </p:se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nodeType="clickEffect">
                                  <p:stCondLst>
                                    <p:cond delay="0"/>
                                  </p:stCondLst>
                                  <p:childTnLst>
                                    <p:set>
                                      <p:cBhvr>
                                        <p:cTn id="69" dur="1" fill="hold">
                                          <p:stCondLst>
                                            <p:cond delay="0"/>
                                          </p:stCondLst>
                                        </p:cTn>
                                        <p:tgtEl>
                                          <p:spTgt spid="5">
                                            <p:txEl>
                                              <p:pRg st="5" end="5"/>
                                            </p:txEl>
                                          </p:spTgt>
                                        </p:tgtEl>
                                        <p:attrNameLst>
                                          <p:attrName>style.visibility</p:attrName>
                                        </p:attrNameLst>
                                      </p:cBhvr>
                                      <p:to>
                                        <p:strVal val="visible"/>
                                      </p:to>
                                    </p:set>
                                  </p:childTnLst>
                                </p:cTn>
                              </p:par>
                              <p:par>
                                <p:cTn id="70" presetID="1" presetClass="entr" presetSubtype="0" fill="hold" grpId="0" nodeType="withEffect">
                                  <p:stCondLst>
                                    <p:cond delay="0"/>
                                  </p:stCondLst>
                                  <p:childTnLst>
                                    <p:set>
                                      <p:cBhvr>
                                        <p:cTn id="71" dur="1" fill="hold">
                                          <p:stCondLst>
                                            <p:cond delay="0"/>
                                          </p:stCondLst>
                                        </p:cTn>
                                        <p:tgtEl>
                                          <p:spTgt spid="24"/>
                                        </p:tgtEl>
                                        <p:attrNameLst>
                                          <p:attrName>style.visibility</p:attrName>
                                        </p:attrNameLst>
                                      </p:cBhvr>
                                      <p:to>
                                        <p:strVal val="visible"/>
                                      </p:to>
                                    </p:set>
                                  </p:childTnLst>
                                </p:cTn>
                              </p:par>
                              <p:par>
                                <p:cTn id="72" presetID="1" presetClass="entr" presetSubtype="0" fill="hold" nodeType="withEffect">
                                  <p:stCondLst>
                                    <p:cond delay="0"/>
                                  </p:stCondLst>
                                  <p:childTnLst>
                                    <p:set>
                                      <p:cBhvr>
                                        <p:cTn id="73" dur="1" fill="hold">
                                          <p:stCondLst>
                                            <p:cond delay="0"/>
                                          </p:stCondLst>
                                        </p:cTn>
                                        <p:tgtEl>
                                          <p:spTgt spid="23"/>
                                        </p:tgtEl>
                                        <p:attrNameLst>
                                          <p:attrName>style.visibility</p:attrName>
                                        </p:attrNameLst>
                                      </p:cBhvr>
                                      <p:to>
                                        <p:strVal val="visible"/>
                                      </p:to>
                                    </p:set>
                                  </p:childTnLst>
                                </p:cTn>
                              </p:par>
                              <p:par>
                                <p:cTn id="74" presetID="1" presetClass="entr" presetSubtype="0" fill="hold" grpId="0" nodeType="withEffect">
                                  <p:stCondLst>
                                    <p:cond delay="0"/>
                                  </p:stCondLst>
                                  <p:childTnLst>
                                    <p:set>
                                      <p:cBhvr>
                                        <p:cTn id="75" dur="1" fill="hold">
                                          <p:stCondLst>
                                            <p:cond delay="0"/>
                                          </p:stCondLst>
                                        </p:cTn>
                                        <p:tgtEl>
                                          <p:spTgt spid="25"/>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9" presetClass="emph" presetSubtype="0" grpId="2" nodeType="clickEffect">
                                  <p:stCondLst>
                                    <p:cond delay="0"/>
                                  </p:stCondLst>
                                  <p:childTnLst>
                                    <p:set>
                                      <p:cBhvr rctx="PPT">
                                        <p:cTn id="79" dur="indefinite"/>
                                        <p:tgtEl>
                                          <p:spTgt spid="24"/>
                                        </p:tgtEl>
                                        <p:attrNameLst>
                                          <p:attrName>style.opacity</p:attrName>
                                        </p:attrNameLst>
                                      </p:cBhvr>
                                      <p:to>
                                        <p:strVal val="0.25"/>
                                      </p:to>
                                    </p:set>
                                    <p:animEffect filter="image" prLst="opacity: 0.25">
                                      <p:cBhvr rctx="IE">
                                        <p:cTn id="80" dur="indefinite"/>
                                        <p:tgtEl>
                                          <p:spTgt spid="24"/>
                                        </p:tgtEl>
                                      </p:cBhvr>
                                    </p:animEffect>
                                  </p:childTnLst>
                                </p:cTn>
                              </p:par>
                              <p:par>
                                <p:cTn id="81" presetID="9" presetClass="emph" presetSubtype="0" nodeType="withEffect">
                                  <p:stCondLst>
                                    <p:cond delay="0"/>
                                  </p:stCondLst>
                                  <p:childTnLst>
                                    <p:set>
                                      <p:cBhvr rctx="PPT">
                                        <p:cTn id="82" dur="indefinite"/>
                                        <p:tgtEl>
                                          <p:spTgt spid="23"/>
                                        </p:tgtEl>
                                        <p:attrNameLst>
                                          <p:attrName>style.opacity</p:attrName>
                                        </p:attrNameLst>
                                      </p:cBhvr>
                                      <p:to>
                                        <p:strVal val="0.25"/>
                                      </p:to>
                                    </p:set>
                                    <p:animEffect filter="image" prLst="opacity: 0.25">
                                      <p:cBhvr rctx="IE">
                                        <p:cTn id="83" dur="indefinite"/>
                                        <p:tgtEl>
                                          <p:spTgt spid="23"/>
                                        </p:tgtEl>
                                      </p:cBhvr>
                                    </p:animEffect>
                                  </p:childTnLst>
                                </p:cTn>
                              </p:par>
                            </p:childTnLst>
                          </p:cTn>
                        </p:par>
                      </p:childTnLst>
                    </p:cTn>
                  </p:par>
                  <p:par>
                    <p:cTn id="84" fill="hold">
                      <p:stCondLst>
                        <p:cond delay="indefinite"/>
                      </p:stCondLst>
                      <p:childTnLst>
                        <p:par>
                          <p:cTn id="85" fill="hold">
                            <p:stCondLst>
                              <p:cond delay="0"/>
                            </p:stCondLst>
                            <p:childTnLst>
                              <p:par>
                                <p:cTn id="86" presetID="1" presetClass="entr" presetSubtype="0" fill="hold" nodeType="clickEffect">
                                  <p:stCondLst>
                                    <p:cond delay="0"/>
                                  </p:stCondLst>
                                  <p:childTnLst>
                                    <p:set>
                                      <p:cBhvr>
                                        <p:cTn id="87" dur="1" fill="hold">
                                          <p:stCondLst>
                                            <p:cond delay="0"/>
                                          </p:stCondLst>
                                        </p:cTn>
                                        <p:tgtEl>
                                          <p:spTgt spid="5">
                                            <p:txEl>
                                              <p:pRg st="6" end="6"/>
                                            </p:txEl>
                                          </p:spTgt>
                                        </p:tgtEl>
                                        <p:attrNameLst>
                                          <p:attrName>style.visibility</p:attrName>
                                        </p:attrNameLst>
                                      </p:cBhvr>
                                      <p:to>
                                        <p:strVal val="visible"/>
                                      </p:to>
                                    </p:set>
                                  </p:childTnLst>
                                </p:cTn>
                              </p:par>
                              <p:par>
                                <p:cTn id="88" presetID="1" presetClass="exit" presetSubtype="0" fill="hold" nodeType="withEffect">
                                  <p:stCondLst>
                                    <p:cond delay="0"/>
                                  </p:stCondLst>
                                  <p:childTnLst>
                                    <p:set>
                                      <p:cBhvr>
                                        <p:cTn id="89" dur="1" fill="hold">
                                          <p:stCondLst>
                                            <p:cond delay="0"/>
                                          </p:stCondLst>
                                        </p:cTn>
                                        <p:tgtEl>
                                          <p:spTgt spid="21"/>
                                        </p:tgtEl>
                                        <p:attrNameLst>
                                          <p:attrName>style.visibility</p:attrName>
                                        </p:attrNameLst>
                                      </p:cBhvr>
                                      <p:to>
                                        <p:strVal val="hidden"/>
                                      </p:to>
                                    </p:set>
                                  </p:childTnLst>
                                </p:cTn>
                              </p:par>
                              <p:par>
                                <p:cTn id="90" presetID="1" presetClass="exit" presetSubtype="0" fill="hold" grpId="1" nodeType="withEffect">
                                  <p:stCondLst>
                                    <p:cond delay="0"/>
                                  </p:stCondLst>
                                  <p:childTnLst>
                                    <p:set>
                                      <p:cBhvr>
                                        <p:cTn id="91" dur="1" fill="hold">
                                          <p:stCondLst>
                                            <p:cond delay="0"/>
                                          </p:stCondLst>
                                        </p:cTn>
                                        <p:tgtEl>
                                          <p:spTgt spid="22"/>
                                        </p:tgtEl>
                                        <p:attrNameLst>
                                          <p:attrName>style.visibility</p:attrName>
                                        </p:attrNameLst>
                                      </p:cBhvr>
                                      <p:to>
                                        <p:strVal val="hidden"/>
                                      </p:to>
                                    </p:set>
                                  </p:childTnLst>
                                </p:cTn>
                              </p:par>
                              <p:par>
                                <p:cTn id="92" presetID="1" presetClass="entr" presetSubtype="0" fill="hold" grpId="0" nodeType="withEffect">
                                  <p:stCondLst>
                                    <p:cond delay="0"/>
                                  </p:stCondLst>
                                  <p:childTnLst>
                                    <p:set>
                                      <p:cBhvr>
                                        <p:cTn id="93" dur="1" fill="hold">
                                          <p:stCondLst>
                                            <p:cond delay="0"/>
                                          </p:stCondLst>
                                        </p:cTn>
                                        <p:tgtEl>
                                          <p:spTgt spid="27"/>
                                        </p:tgtEl>
                                        <p:attrNameLst>
                                          <p:attrName>style.visibility</p:attrName>
                                        </p:attrNameLst>
                                      </p:cBhvr>
                                      <p:to>
                                        <p:strVal val="visible"/>
                                      </p:to>
                                    </p:set>
                                  </p:childTnLst>
                                </p:cTn>
                              </p:par>
                              <p:par>
                                <p:cTn id="94" presetID="1" presetClass="entr" presetSubtype="0" fill="hold" nodeType="withEffect">
                                  <p:stCondLst>
                                    <p:cond delay="0"/>
                                  </p:stCondLst>
                                  <p:childTnLst>
                                    <p:set>
                                      <p:cBhvr>
                                        <p:cTn id="95" dur="1" fill="hold">
                                          <p:stCondLst>
                                            <p:cond delay="0"/>
                                          </p:stCondLst>
                                        </p:cTn>
                                        <p:tgtEl>
                                          <p:spTgt spid="26"/>
                                        </p:tgtEl>
                                        <p:attrNameLst>
                                          <p:attrName>style.visibility</p:attrName>
                                        </p:attrNameLst>
                                      </p:cBhvr>
                                      <p:to>
                                        <p:strVal val="visible"/>
                                      </p:to>
                                    </p:set>
                                  </p:childTnLst>
                                </p:cTn>
                              </p:par>
                            </p:childTnLst>
                          </p:cTn>
                        </p:par>
                      </p:childTnLst>
                    </p:cTn>
                  </p:par>
                  <p:par>
                    <p:cTn id="96" fill="hold">
                      <p:stCondLst>
                        <p:cond delay="indefinite"/>
                      </p:stCondLst>
                      <p:childTnLst>
                        <p:par>
                          <p:cTn id="97" fill="hold">
                            <p:stCondLst>
                              <p:cond delay="0"/>
                            </p:stCondLst>
                            <p:childTnLst>
                              <p:par>
                                <p:cTn id="98" presetID="1" presetClass="entr" presetSubtype="0" fill="hold" nodeType="clickEffect">
                                  <p:stCondLst>
                                    <p:cond delay="0"/>
                                  </p:stCondLst>
                                  <p:childTnLst>
                                    <p:set>
                                      <p:cBhvr>
                                        <p:cTn id="99" dur="1" fill="hold">
                                          <p:stCondLst>
                                            <p:cond delay="0"/>
                                          </p:stCondLst>
                                        </p:cTn>
                                        <p:tgtEl>
                                          <p:spTgt spid="5">
                                            <p:txEl>
                                              <p:pRg st="7" end="7"/>
                                            </p:txEl>
                                          </p:spTgt>
                                        </p:tgtEl>
                                        <p:attrNameLst>
                                          <p:attrName>style.visibility</p:attrName>
                                        </p:attrNameLst>
                                      </p:cBhvr>
                                      <p:to>
                                        <p:strVal val="visible"/>
                                      </p:to>
                                    </p:set>
                                  </p:childTnLst>
                                </p:cTn>
                              </p:par>
                              <p:par>
                                <p:cTn id="100" presetID="1" presetClass="exit" presetSubtype="0" fill="hold" grpId="1" nodeType="withEffect">
                                  <p:stCondLst>
                                    <p:cond delay="0"/>
                                  </p:stCondLst>
                                  <p:childTnLst>
                                    <p:set>
                                      <p:cBhvr>
                                        <p:cTn id="101" dur="1" fill="hold">
                                          <p:stCondLst>
                                            <p:cond delay="0"/>
                                          </p:stCondLst>
                                        </p:cTn>
                                        <p:tgtEl>
                                          <p:spTgt spid="27"/>
                                        </p:tgtEl>
                                        <p:attrNameLst>
                                          <p:attrName>style.visibility</p:attrName>
                                        </p:attrNameLst>
                                      </p:cBhvr>
                                      <p:to>
                                        <p:strVal val="hidden"/>
                                      </p:to>
                                    </p:set>
                                  </p:childTnLst>
                                </p:cTn>
                              </p:par>
                              <p:par>
                                <p:cTn id="102" presetID="1" presetClass="exit" presetSubtype="0" fill="hold" nodeType="withEffect">
                                  <p:stCondLst>
                                    <p:cond delay="0"/>
                                  </p:stCondLst>
                                  <p:childTnLst>
                                    <p:set>
                                      <p:cBhvr>
                                        <p:cTn id="103" dur="1" fill="hold">
                                          <p:stCondLst>
                                            <p:cond delay="0"/>
                                          </p:stCondLst>
                                        </p:cTn>
                                        <p:tgtEl>
                                          <p:spTgt spid="26"/>
                                        </p:tgtEl>
                                        <p:attrNameLst>
                                          <p:attrName>style.visibility</p:attrName>
                                        </p:attrNameLst>
                                      </p:cBhvr>
                                      <p:to>
                                        <p:strVal val="hidden"/>
                                      </p:to>
                                    </p:set>
                                  </p:childTnLst>
                                </p:cTn>
                              </p:par>
                              <p:par>
                                <p:cTn id="104" presetID="1" presetClass="exit" presetSubtype="0" fill="hold" grpId="1" nodeType="withEffect">
                                  <p:stCondLst>
                                    <p:cond delay="0"/>
                                  </p:stCondLst>
                                  <p:childTnLst>
                                    <p:set>
                                      <p:cBhvr>
                                        <p:cTn id="105" dur="1" fill="hold">
                                          <p:stCondLst>
                                            <p:cond delay="0"/>
                                          </p:stCondLst>
                                        </p:cTn>
                                        <p:tgtEl>
                                          <p:spTgt spid="29"/>
                                        </p:tgtEl>
                                        <p:attrNameLst>
                                          <p:attrName>style.visibility</p:attrName>
                                        </p:attrNameLst>
                                      </p:cBhvr>
                                      <p:to>
                                        <p:strVal val="hidden"/>
                                      </p:to>
                                    </p:set>
                                  </p:childTnLst>
                                </p:cTn>
                              </p:par>
                              <p:par>
                                <p:cTn id="106" presetID="0" presetClass="path" presetSubtype="0" accel="50000" decel="50000" fill="hold" grpId="1" nodeType="withEffect">
                                  <p:stCondLst>
                                    <p:cond delay="0"/>
                                  </p:stCondLst>
                                  <p:childTnLst>
                                    <p:animMotion origin="layout" path="M 1.45833E-6 1.85185E-6 L 1.45833E-6 0.15185 L -0.05951 0.15185 L -0.05951 0.01574 " pathEditMode="relative" rAng="0" ptsTypes="AAAA">
                                      <p:cBhvr>
                                        <p:cTn id="107" dur="2000" fill="hold"/>
                                        <p:tgtEl>
                                          <p:spTgt spid="25"/>
                                        </p:tgtEl>
                                        <p:attrNameLst>
                                          <p:attrName>ppt_x</p:attrName>
                                          <p:attrName>ppt_y</p:attrName>
                                        </p:attrNameLst>
                                      </p:cBhvr>
                                      <p:rCtr x="-2982" y="7593"/>
                                    </p:animMotion>
                                  </p:childTnLst>
                                </p:cTn>
                              </p:par>
                            </p:childTnLst>
                          </p:cTn>
                        </p:par>
                        <p:par>
                          <p:cTn id="108" fill="hold">
                            <p:stCondLst>
                              <p:cond delay="2000"/>
                            </p:stCondLst>
                            <p:childTnLst>
                              <p:par>
                                <p:cTn id="109" presetID="1" presetClass="entr" presetSubtype="0" fill="hold" nodeType="afterEffect">
                                  <p:stCondLst>
                                    <p:cond delay="0"/>
                                  </p:stCondLst>
                                  <p:childTnLst>
                                    <p:set>
                                      <p:cBhvr>
                                        <p:cTn id="110" dur="1" fill="hold">
                                          <p:stCondLst>
                                            <p:cond delay="0"/>
                                          </p:stCondLst>
                                        </p:cTn>
                                        <p:tgtEl>
                                          <p:spTgt spid="30"/>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31"/>
                                        </p:tgtEl>
                                        <p:attrNameLst>
                                          <p:attrName>style.visibility</p:attrName>
                                        </p:attrNameLst>
                                      </p:cBhvr>
                                      <p:to>
                                        <p:strVal val="visible"/>
                                      </p:to>
                                    </p:set>
                                  </p:childTnLst>
                                </p:cTn>
                              </p:par>
                              <p:par>
                                <p:cTn id="113" presetID="1" presetClass="exit" presetSubtype="0" fill="hold" grpId="1" nodeType="withEffect">
                                  <p:stCondLst>
                                    <p:cond delay="0"/>
                                  </p:stCondLst>
                                  <p:childTnLst>
                                    <p:set>
                                      <p:cBhvr>
                                        <p:cTn id="114" dur="1" fill="hold">
                                          <p:stCondLst>
                                            <p:cond delay="0"/>
                                          </p:stCondLst>
                                        </p:cTn>
                                        <p:tgtEl>
                                          <p:spTgt spid="24"/>
                                        </p:tgtEl>
                                        <p:attrNameLst>
                                          <p:attrName>style.visibility</p:attrName>
                                        </p:attrNameLst>
                                      </p:cBhvr>
                                      <p:to>
                                        <p:strVal val="hidden"/>
                                      </p:to>
                                    </p:set>
                                  </p:childTnLst>
                                </p:cTn>
                              </p:par>
                              <p:par>
                                <p:cTn id="115" presetID="1" presetClass="exit" presetSubtype="0" fill="hold" nodeType="withEffect">
                                  <p:stCondLst>
                                    <p:cond delay="0"/>
                                  </p:stCondLst>
                                  <p:childTnLst>
                                    <p:set>
                                      <p:cBhvr>
                                        <p:cTn id="116" dur="1" fill="hold">
                                          <p:stCondLst>
                                            <p:cond delay="0"/>
                                          </p:stCondLst>
                                        </p:cTn>
                                        <p:tgtEl>
                                          <p:spTgt spid="23"/>
                                        </p:tgtEl>
                                        <p:attrNameLst>
                                          <p:attrName>style.visibility</p:attrName>
                                        </p:attrNameLst>
                                      </p:cBhvr>
                                      <p:to>
                                        <p:strVal val="hidden"/>
                                      </p:to>
                                    </p:set>
                                  </p:childTnLst>
                                </p:cTn>
                              </p:par>
                            </p:childTnLst>
                          </p:cTn>
                        </p:par>
                      </p:childTnLst>
                    </p:cTn>
                  </p:par>
                  <p:par>
                    <p:cTn id="117" fill="hold">
                      <p:stCondLst>
                        <p:cond delay="indefinite"/>
                      </p:stCondLst>
                      <p:childTnLst>
                        <p:par>
                          <p:cTn id="118" fill="hold">
                            <p:stCondLst>
                              <p:cond delay="0"/>
                            </p:stCondLst>
                            <p:childTnLst>
                              <p:par>
                                <p:cTn id="119" presetID="1" presetClass="exit" presetSubtype="0" fill="hold" nodeType="clickEffect">
                                  <p:stCondLst>
                                    <p:cond delay="0"/>
                                  </p:stCondLst>
                                  <p:childTnLst>
                                    <p:set>
                                      <p:cBhvr>
                                        <p:cTn id="120" dur="1" fill="hold">
                                          <p:stCondLst>
                                            <p:cond delay="0"/>
                                          </p:stCondLst>
                                        </p:cTn>
                                        <p:tgtEl>
                                          <p:spTgt spid="30"/>
                                        </p:tgtEl>
                                        <p:attrNameLst>
                                          <p:attrName>style.visibility</p:attrName>
                                        </p:attrNameLst>
                                      </p:cBhvr>
                                      <p:to>
                                        <p:strVal val="hidden"/>
                                      </p:to>
                                    </p:set>
                                  </p:childTnLst>
                                </p:cTn>
                              </p:par>
                              <p:par>
                                <p:cTn id="121" presetID="1" presetClass="exit" presetSubtype="0" fill="hold" grpId="1" nodeType="withEffect">
                                  <p:stCondLst>
                                    <p:cond delay="0"/>
                                  </p:stCondLst>
                                  <p:childTnLst>
                                    <p:set>
                                      <p:cBhvr>
                                        <p:cTn id="122" dur="1" fill="hold">
                                          <p:stCondLst>
                                            <p:cond delay="0"/>
                                          </p:stCondLst>
                                        </p:cTn>
                                        <p:tgtEl>
                                          <p:spTgt spid="31"/>
                                        </p:tgtEl>
                                        <p:attrNameLst>
                                          <p:attrName>style.visibility</p:attrName>
                                        </p:attrNameLst>
                                      </p:cBhvr>
                                      <p:to>
                                        <p:strVal val="hidden"/>
                                      </p:to>
                                    </p:set>
                                  </p:childTnLst>
                                </p:cTn>
                              </p:par>
                              <p:par>
                                <p:cTn id="123" presetID="1" presetClass="entr" presetSubtype="0" fill="hold" nodeType="withEffect">
                                  <p:stCondLst>
                                    <p:cond delay="0"/>
                                  </p:stCondLst>
                                  <p:childTnLst>
                                    <p:set>
                                      <p:cBhvr>
                                        <p:cTn id="124" dur="1" fill="hold">
                                          <p:stCondLst>
                                            <p:cond delay="0"/>
                                          </p:stCondLst>
                                        </p:cTn>
                                        <p:tgtEl>
                                          <p:spTgt spid="32"/>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33"/>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xit" presetSubtype="0" fill="hold" nodeType="clickEffect">
                                  <p:stCondLst>
                                    <p:cond delay="0"/>
                                  </p:stCondLst>
                                  <p:childTnLst>
                                    <p:set>
                                      <p:cBhvr>
                                        <p:cTn id="130" dur="1" fill="hold">
                                          <p:stCondLst>
                                            <p:cond delay="0"/>
                                          </p:stCondLst>
                                        </p:cTn>
                                        <p:tgtEl>
                                          <p:spTgt spid="32"/>
                                        </p:tgtEl>
                                        <p:attrNameLst>
                                          <p:attrName>style.visibility</p:attrName>
                                        </p:attrNameLst>
                                      </p:cBhvr>
                                      <p:to>
                                        <p:strVal val="hidden"/>
                                      </p:to>
                                    </p:set>
                                  </p:childTnLst>
                                </p:cTn>
                              </p:par>
                              <p:par>
                                <p:cTn id="131" presetID="1" presetClass="exit" presetSubtype="0" fill="hold" grpId="1" nodeType="withEffect">
                                  <p:stCondLst>
                                    <p:cond delay="0"/>
                                  </p:stCondLst>
                                  <p:childTnLst>
                                    <p:set>
                                      <p:cBhvr>
                                        <p:cTn id="132" dur="1" fill="hold">
                                          <p:stCondLst>
                                            <p:cond delay="0"/>
                                          </p:stCondLst>
                                        </p:cTn>
                                        <p:tgtEl>
                                          <p:spTgt spid="3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animBg="1"/>
      <p:bldP spid="14" grpId="0" animBg="1"/>
      <p:bldP spid="15" grpId="0" animBg="1"/>
      <p:bldP spid="16" grpId="0" animBg="1"/>
      <p:bldP spid="18" grpId="0" animBg="1"/>
      <p:bldP spid="18" grpId="1" animBg="1"/>
      <p:bldP spid="20" grpId="0" animBg="1"/>
      <p:bldP spid="20" grpId="1" animBg="1"/>
      <p:bldP spid="22" grpId="0" animBg="1"/>
      <p:bldP spid="22" grpId="1" animBg="1"/>
      <p:bldP spid="24" grpId="0" animBg="1"/>
      <p:bldP spid="24" grpId="1" animBg="1"/>
      <p:bldP spid="24" grpId="2" animBg="1"/>
      <p:bldP spid="25" grpId="0" animBg="1"/>
      <p:bldP spid="25" grpId="1" animBg="1"/>
      <p:bldP spid="27" grpId="0" animBg="1"/>
      <p:bldP spid="27" grpId="1" animBg="1"/>
      <p:bldP spid="29" grpId="0" animBg="1"/>
      <p:bldP spid="29" grpId="1" animBg="1"/>
      <p:bldP spid="31" grpId="0" animBg="1"/>
      <p:bldP spid="31" grpId="1" animBg="1"/>
      <p:bldP spid="33" grpId="0" animBg="1"/>
      <p:bldP spid="33" grpId="1"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Centralized Mutual Exclusion Algorithm</a:t>
            </a:r>
          </a:p>
        </p:txBody>
      </p:sp>
      <p:sp>
        <p:nvSpPr>
          <p:cNvPr id="28" name="Content Placeholder 2">
            <a:extLst>
              <a:ext uri="{FF2B5EF4-FFF2-40B4-BE49-F238E27FC236}">
                <a16:creationId xmlns:a16="http://schemas.microsoft.com/office/drawing/2014/main" xmlns="" id="{05FF24D1-5277-417B-BCE3-776DD62CA93A}"/>
              </a:ext>
            </a:extLst>
          </p:cNvPr>
          <p:cNvSpPr>
            <a:spLocks noGrp="1"/>
          </p:cNvSpPr>
          <p:nvPr>
            <p:ph idx="1"/>
          </p:nvPr>
        </p:nvSpPr>
        <p:spPr/>
        <p:txBody>
          <a:bodyPr>
            <a:normAutofit/>
          </a:bodyPr>
          <a:lstStyle/>
          <a:p>
            <a:pPr>
              <a:lnSpc>
                <a:spcPct val="100000"/>
              </a:lnSpc>
              <a:spcBef>
                <a:spcPts val="300"/>
              </a:spcBef>
              <a:spcAft>
                <a:spcPts val="300"/>
              </a:spcAft>
            </a:pPr>
            <a:r>
              <a:rPr lang="en-US" altLang="en-US" dirty="0">
                <a:latin typeface="+mj-lt"/>
                <a:ea typeface="MS PGothic" panose="020B0600070205080204" pitchFamily="34" charset="-128"/>
              </a:rPr>
              <a:t>Coordinator coordinates entry to critical section.</a:t>
            </a:r>
          </a:p>
          <a:p>
            <a:pPr>
              <a:lnSpc>
                <a:spcPct val="100000"/>
              </a:lnSpc>
              <a:spcBef>
                <a:spcPts val="300"/>
              </a:spcBef>
              <a:spcAft>
                <a:spcPts val="300"/>
              </a:spcAft>
            </a:pPr>
            <a:r>
              <a:rPr lang="en-US" altLang="en-US" dirty="0">
                <a:latin typeface="+mj-lt"/>
                <a:ea typeface="MS PGothic" panose="020B0600070205080204" pitchFamily="34" charset="-128"/>
              </a:rPr>
              <a:t>Allows only one process to enter critical section.</a:t>
            </a:r>
          </a:p>
          <a:p>
            <a:pPr>
              <a:lnSpc>
                <a:spcPct val="100000"/>
              </a:lnSpc>
              <a:spcBef>
                <a:spcPts val="300"/>
              </a:spcBef>
              <a:spcAft>
                <a:spcPts val="300"/>
              </a:spcAft>
            </a:pPr>
            <a:r>
              <a:rPr lang="en-US" altLang="en-US" dirty="0">
                <a:latin typeface="+mj-lt"/>
                <a:ea typeface="MS PGothic" panose="020B0600070205080204" pitchFamily="34" charset="-128"/>
              </a:rPr>
              <a:t>Ensures no starvation as uses first come, first served policy.</a:t>
            </a:r>
          </a:p>
          <a:p>
            <a:pPr>
              <a:lnSpc>
                <a:spcPct val="100000"/>
              </a:lnSpc>
              <a:spcBef>
                <a:spcPts val="300"/>
              </a:spcBef>
              <a:spcAft>
                <a:spcPts val="300"/>
              </a:spcAft>
            </a:pPr>
            <a:r>
              <a:rPr lang="en-US" altLang="en-US" dirty="0">
                <a:latin typeface="+mj-lt"/>
                <a:ea typeface="MS PGothic" panose="020B0600070205080204" pitchFamily="34" charset="-128"/>
              </a:rPr>
              <a:t>Simple implementation</a:t>
            </a:r>
          </a:p>
          <a:p>
            <a:pPr>
              <a:lnSpc>
                <a:spcPct val="100000"/>
              </a:lnSpc>
              <a:spcBef>
                <a:spcPts val="300"/>
              </a:spcBef>
              <a:spcAft>
                <a:spcPts val="300"/>
              </a:spcAft>
            </a:pPr>
            <a:r>
              <a:rPr lang="en-US" altLang="en-US" dirty="0" smtClean="0">
                <a:latin typeface="+mj-lt"/>
                <a:ea typeface="MS PGothic" panose="020B0600070205080204" pitchFamily="34" charset="-128"/>
              </a:rPr>
              <a:t>Three </a:t>
            </a:r>
            <a:r>
              <a:rPr lang="en-US" altLang="en-US" dirty="0">
                <a:latin typeface="+mj-lt"/>
                <a:ea typeface="MS PGothic" panose="020B0600070205080204" pitchFamily="34" charset="-128"/>
              </a:rPr>
              <a:t>messages per critical </a:t>
            </a:r>
            <a:r>
              <a:rPr lang="en-US" altLang="en-US" dirty="0" smtClean="0">
                <a:latin typeface="+mj-lt"/>
                <a:ea typeface="MS PGothic" panose="020B0600070205080204" pitchFamily="34" charset="-128"/>
              </a:rPr>
              <a:t>section</a:t>
            </a:r>
          </a:p>
          <a:p>
            <a:pPr marL="914400" lvl="1" indent="-457200">
              <a:lnSpc>
                <a:spcPct val="100000"/>
              </a:lnSpc>
              <a:spcBef>
                <a:spcPts val="200"/>
              </a:spcBef>
              <a:spcAft>
                <a:spcPts val="200"/>
              </a:spcAft>
              <a:buFont typeface="+mj-lt"/>
              <a:buAutoNum type="arabicPeriod"/>
            </a:pPr>
            <a:r>
              <a:rPr lang="en-US" altLang="en-US" sz="2400" dirty="0">
                <a:latin typeface="+mj-lt"/>
                <a:ea typeface="Arial" panose="020B0604020202020204" pitchFamily="34" charset="0"/>
              </a:rPr>
              <a:t>Request</a:t>
            </a:r>
          </a:p>
          <a:p>
            <a:pPr marL="914400" lvl="1" indent="-457200">
              <a:lnSpc>
                <a:spcPct val="100000"/>
              </a:lnSpc>
              <a:spcBef>
                <a:spcPts val="200"/>
              </a:spcBef>
              <a:spcAft>
                <a:spcPts val="200"/>
              </a:spcAft>
              <a:buFont typeface="+mj-lt"/>
              <a:buAutoNum type="arabicPeriod"/>
            </a:pPr>
            <a:r>
              <a:rPr lang="en-US" altLang="en-US" sz="2400" dirty="0">
                <a:latin typeface="+mj-lt"/>
                <a:ea typeface="Arial" panose="020B0604020202020204" pitchFamily="34" charset="0"/>
              </a:rPr>
              <a:t>Reply</a:t>
            </a:r>
          </a:p>
          <a:p>
            <a:pPr marL="914400" lvl="1" indent="-457200">
              <a:lnSpc>
                <a:spcPct val="100000"/>
              </a:lnSpc>
              <a:spcBef>
                <a:spcPts val="200"/>
              </a:spcBef>
              <a:spcAft>
                <a:spcPts val="200"/>
              </a:spcAft>
              <a:buFont typeface="+mj-lt"/>
              <a:buAutoNum type="arabicPeriod"/>
            </a:pPr>
            <a:r>
              <a:rPr lang="en-US" altLang="en-US" sz="2400" dirty="0">
                <a:latin typeface="+mj-lt"/>
                <a:ea typeface="Arial" panose="020B0604020202020204" pitchFamily="34" charset="0"/>
              </a:rPr>
              <a:t>Release</a:t>
            </a:r>
          </a:p>
          <a:p>
            <a:pPr>
              <a:lnSpc>
                <a:spcPct val="100000"/>
              </a:lnSpc>
              <a:spcBef>
                <a:spcPts val="300"/>
              </a:spcBef>
              <a:spcAft>
                <a:spcPts val="300"/>
              </a:spcAft>
            </a:pPr>
            <a:r>
              <a:rPr lang="en-US" altLang="en-US" dirty="0" smtClean="0">
                <a:latin typeface="+mj-lt"/>
                <a:ea typeface="MS PGothic" panose="020B0600070205080204" pitchFamily="34" charset="-128"/>
              </a:rPr>
              <a:t>Single </a:t>
            </a:r>
            <a:r>
              <a:rPr lang="en-US" altLang="en-US" dirty="0">
                <a:latin typeface="+mj-lt"/>
                <a:ea typeface="MS PGothic" panose="020B0600070205080204" pitchFamily="34" charset="-128"/>
              </a:rPr>
              <a:t>point of failure &amp; performance bottleneck</a:t>
            </a:r>
            <a:r>
              <a:rPr lang="en-US" altLang="en-US" dirty="0" smtClean="0">
                <a:latin typeface="+mj-lt"/>
                <a:ea typeface="MS PGothic" panose="020B0600070205080204" pitchFamily="34" charset="-128"/>
              </a:rPr>
              <a:t>.</a:t>
            </a:r>
            <a:endParaRPr lang="en-US" altLang="en-US" dirty="0">
              <a:latin typeface="+mj-lt"/>
              <a:ea typeface="MS PGothic" panose="020B0600070205080204" pitchFamily="34" charset="-128"/>
            </a:endParaRPr>
          </a:p>
        </p:txBody>
      </p:sp>
    </p:spTree>
    <p:extLst>
      <p:ext uri="{BB962C8B-B14F-4D97-AF65-F5344CB8AC3E}">
        <p14:creationId xmlns:p14="http://schemas.microsoft.com/office/powerpoint/2010/main" val="540375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8">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8">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8">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Centralized Mutual Exclusion Algorithm</a:t>
            </a:r>
          </a:p>
        </p:txBody>
      </p:sp>
      <p:sp>
        <p:nvSpPr>
          <p:cNvPr id="55" name="Oval 54">
            <a:extLst>
              <a:ext uri="{FF2B5EF4-FFF2-40B4-BE49-F238E27FC236}">
                <a16:creationId xmlns="" xmlns:a16="http://schemas.microsoft.com/office/drawing/2014/main" id="{95AB5205-1F6A-47FA-89E8-D1A977442F7D}"/>
              </a:ext>
            </a:extLst>
          </p:cNvPr>
          <p:cNvSpPr/>
          <p:nvPr/>
        </p:nvSpPr>
        <p:spPr>
          <a:xfrm>
            <a:off x="4952698" y="948718"/>
            <a:ext cx="755703" cy="755703"/>
          </a:xfrm>
          <a:prstGeom prst="ellipse">
            <a:avLst/>
          </a:prstGeom>
          <a:solidFill>
            <a:srgbClr val="B71B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latin typeface="+mj-lt"/>
            </a:endParaRPr>
          </a:p>
        </p:txBody>
      </p:sp>
      <p:sp>
        <p:nvSpPr>
          <p:cNvPr id="56" name="Oval 55">
            <a:extLst>
              <a:ext uri="{FF2B5EF4-FFF2-40B4-BE49-F238E27FC236}">
                <a16:creationId xmlns="" xmlns:a16="http://schemas.microsoft.com/office/drawing/2014/main" id="{CFEE3C3F-091B-4314-B0CD-92B2E5CBCD1E}"/>
              </a:ext>
            </a:extLst>
          </p:cNvPr>
          <p:cNvSpPr/>
          <p:nvPr/>
        </p:nvSpPr>
        <p:spPr>
          <a:xfrm>
            <a:off x="4838336" y="2773678"/>
            <a:ext cx="1005840" cy="1005840"/>
          </a:xfrm>
          <a:prstGeom prst="ellipse">
            <a:avLst/>
          </a:prstGeom>
          <a:solidFill>
            <a:srgbClr val="B71B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800" baseline="-25000" dirty="0">
              <a:solidFill>
                <a:schemeClr val="bg1"/>
              </a:solidFill>
              <a:latin typeface="+mj-lt"/>
            </a:endParaRPr>
          </a:p>
        </p:txBody>
      </p:sp>
      <p:sp>
        <p:nvSpPr>
          <p:cNvPr id="57" name="Oval 56">
            <a:extLst>
              <a:ext uri="{FF2B5EF4-FFF2-40B4-BE49-F238E27FC236}">
                <a16:creationId xmlns="" xmlns:a16="http://schemas.microsoft.com/office/drawing/2014/main" id="{60BB1176-A0B6-462E-B904-5732FBDBA8A1}"/>
              </a:ext>
            </a:extLst>
          </p:cNvPr>
          <p:cNvSpPr/>
          <p:nvPr/>
        </p:nvSpPr>
        <p:spPr>
          <a:xfrm>
            <a:off x="2885090" y="2898747"/>
            <a:ext cx="755703" cy="755703"/>
          </a:xfrm>
          <a:prstGeom prst="ellipse">
            <a:avLst/>
          </a:prstGeom>
          <a:solidFill>
            <a:srgbClr val="B71B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latin typeface="+mj-lt"/>
            </a:endParaRPr>
          </a:p>
        </p:txBody>
      </p:sp>
      <p:sp>
        <p:nvSpPr>
          <p:cNvPr id="58" name="Oval 57">
            <a:extLst>
              <a:ext uri="{FF2B5EF4-FFF2-40B4-BE49-F238E27FC236}">
                <a16:creationId xmlns="" xmlns:a16="http://schemas.microsoft.com/office/drawing/2014/main" id="{D2A5A276-1786-43BE-A8EA-7CD8CDDF4534}"/>
              </a:ext>
            </a:extLst>
          </p:cNvPr>
          <p:cNvSpPr/>
          <p:nvPr/>
        </p:nvSpPr>
        <p:spPr>
          <a:xfrm>
            <a:off x="7060571" y="2945885"/>
            <a:ext cx="755703" cy="755703"/>
          </a:xfrm>
          <a:prstGeom prst="ellipse">
            <a:avLst/>
          </a:prstGeom>
          <a:solidFill>
            <a:srgbClr val="B71B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latin typeface="+mj-lt"/>
            </a:endParaRPr>
          </a:p>
        </p:txBody>
      </p:sp>
      <mc:AlternateContent xmlns:mc="http://schemas.openxmlformats.org/markup-compatibility/2006" xmlns:a14="http://schemas.microsoft.com/office/drawing/2010/main">
        <mc:Choice Requires="a14">
          <p:sp>
            <p:nvSpPr>
              <p:cNvPr id="59" name="TextBox 58">
                <a:extLst>
                  <a:ext uri="{FF2B5EF4-FFF2-40B4-BE49-F238E27FC236}">
                    <a16:creationId xmlns="" xmlns:a16="http://schemas.microsoft.com/office/drawing/2014/main" id="{F079F824-1974-43B4-93F6-8C5DDAE36CED}"/>
                  </a:ext>
                </a:extLst>
              </p:cNvPr>
              <p:cNvSpPr txBox="1"/>
              <p:nvPr/>
            </p:nvSpPr>
            <p:spPr>
              <a:xfrm>
                <a:off x="5148511" y="3059668"/>
                <a:ext cx="435952"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sz="2400" b="1" i="1" smtClean="0">
                              <a:solidFill>
                                <a:schemeClr val="bg1"/>
                              </a:solidFill>
                              <a:latin typeface="Cambria Math" panose="02040503050406030204" pitchFamily="18" charset="0"/>
                            </a:rPr>
                          </m:ctrlPr>
                        </m:sSubPr>
                        <m:e>
                          <m:r>
                            <a:rPr lang="en-IN" sz="2400" b="1" i="1" smtClean="0">
                              <a:solidFill>
                                <a:schemeClr val="bg1"/>
                              </a:solidFill>
                              <a:latin typeface="Cambria Math" panose="02040503050406030204" pitchFamily="18" charset="0"/>
                            </a:rPr>
                            <m:t>𝑷</m:t>
                          </m:r>
                        </m:e>
                        <m:sub>
                          <m:r>
                            <a:rPr lang="en-IN" sz="2400" b="1" i="1" smtClean="0">
                              <a:solidFill>
                                <a:schemeClr val="bg1"/>
                              </a:solidFill>
                              <a:latin typeface="Cambria Math" panose="02040503050406030204" pitchFamily="18" charset="0"/>
                            </a:rPr>
                            <m:t>𝑪</m:t>
                          </m:r>
                        </m:sub>
                      </m:sSub>
                    </m:oMath>
                  </m:oMathPara>
                </a14:m>
                <a:endParaRPr lang="en-IN" sz="2400" b="1" dirty="0">
                  <a:solidFill>
                    <a:schemeClr val="bg1"/>
                  </a:solidFill>
                  <a:latin typeface="+mj-lt"/>
                </a:endParaRPr>
              </a:p>
            </p:txBody>
          </p:sp>
        </mc:Choice>
        <mc:Fallback xmlns="">
          <p:sp>
            <p:nvSpPr>
              <p:cNvPr id="59" name="TextBox 58">
                <a:extLst>
                  <a:ext uri="{FF2B5EF4-FFF2-40B4-BE49-F238E27FC236}">
                    <a16:creationId xmlns:a16="http://schemas.microsoft.com/office/drawing/2014/main" xmlns:a14="http://schemas.microsoft.com/office/drawing/2010/main" xmlns="" id="{F079F824-1974-43B4-93F6-8C5DDAE36CED}"/>
                  </a:ext>
                </a:extLst>
              </p:cNvPr>
              <p:cNvSpPr txBox="1">
                <a:spLocks noRot="1" noChangeAspect="1" noMove="1" noResize="1" noEditPoints="1" noAdjustHandles="1" noChangeArrowheads="1" noChangeShapeType="1" noTextEdit="1"/>
              </p:cNvSpPr>
              <p:nvPr/>
            </p:nvSpPr>
            <p:spPr>
              <a:xfrm>
                <a:off x="5148511" y="3059668"/>
                <a:ext cx="435952" cy="369332"/>
              </a:xfrm>
              <a:prstGeom prst="rect">
                <a:avLst/>
              </a:prstGeom>
              <a:blipFill rotWithShape="0">
                <a:blip r:embed="rId2"/>
                <a:stretch>
                  <a:fillRect l="-16901" r="-7042" b="-1639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0" name="TextBox 59">
                <a:extLst>
                  <a:ext uri="{FF2B5EF4-FFF2-40B4-BE49-F238E27FC236}">
                    <a16:creationId xmlns="" xmlns:a16="http://schemas.microsoft.com/office/drawing/2014/main" id="{A988B5B5-20F4-4C5B-8B67-3F72EB2F8E72}"/>
                  </a:ext>
                </a:extLst>
              </p:cNvPr>
              <p:cNvSpPr txBox="1"/>
              <p:nvPr/>
            </p:nvSpPr>
            <p:spPr>
              <a:xfrm>
                <a:off x="7253820" y="3091932"/>
                <a:ext cx="429541"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sz="2400" b="1" i="1" smtClean="0">
                              <a:solidFill>
                                <a:schemeClr val="bg1"/>
                              </a:solidFill>
                              <a:latin typeface="Cambria Math" panose="02040503050406030204" pitchFamily="18" charset="0"/>
                            </a:rPr>
                          </m:ctrlPr>
                        </m:sSubPr>
                        <m:e>
                          <m:r>
                            <a:rPr lang="en-IN" sz="2400" b="1" i="1" smtClean="0">
                              <a:solidFill>
                                <a:schemeClr val="bg1"/>
                              </a:solidFill>
                              <a:latin typeface="Cambria Math" panose="02040503050406030204" pitchFamily="18" charset="0"/>
                            </a:rPr>
                            <m:t>𝑷</m:t>
                          </m:r>
                        </m:e>
                        <m:sub>
                          <m:r>
                            <a:rPr lang="en-IN" sz="2400" b="1" i="1" smtClean="0">
                              <a:solidFill>
                                <a:schemeClr val="bg1"/>
                              </a:solidFill>
                              <a:latin typeface="Cambria Math" panose="02040503050406030204" pitchFamily="18" charset="0"/>
                            </a:rPr>
                            <m:t>𝟑</m:t>
                          </m:r>
                        </m:sub>
                      </m:sSub>
                    </m:oMath>
                  </m:oMathPara>
                </a14:m>
                <a:endParaRPr lang="en-IN" sz="2400" b="1" dirty="0">
                  <a:solidFill>
                    <a:schemeClr val="bg1"/>
                  </a:solidFill>
                  <a:latin typeface="+mj-lt"/>
                </a:endParaRPr>
              </a:p>
            </p:txBody>
          </p:sp>
        </mc:Choice>
        <mc:Fallback xmlns="">
          <p:sp>
            <p:nvSpPr>
              <p:cNvPr id="60" name="TextBox 59">
                <a:extLst>
                  <a:ext uri="{FF2B5EF4-FFF2-40B4-BE49-F238E27FC236}">
                    <a16:creationId xmlns:a16="http://schemas.microsoft.com/office/drawing/2014/main" xmlns:a14="http://schemas.microsoft.com/office/drawing/2010/main" xmlns="" id="{A988B5B5-20F4-4C5B-8B67-3F72EB2F8E72}"/>
                  </a:ext>
                </a:extLst>
              </p:cNvPr>
              <p:cNvSpPr txBox="1">
                <a:spLocks noRot="1" noChangeAspect="1" noMove="1" noResize="1" noEditPoints="1" noAdjustHandles="1" noChangeArrowheads="1" noChangeShapeType="1" noTextEdit="1"/>
              </p:cNvSpPr>
              <p:nvPr/>
            </p:nvSpPr>
            <p:spPr>
              <a:xfrm>
                <a:off x="7253820" y="3091932"/>
                <a:ext cx="429541" cy="369332"/>
              </a:xfrm>
              <a:prstGeom prst="rect">
                <a:avLst/>
              </a:prstGeom>
              <a:blipFill rotWithShape="0">
                <a:blip r:embed="rId3"/>
                <a:stretch>
                  <a:fillRect l="-17143" r="-7143" b="-1639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1" name="TextBox 60">
                <a:extLst>
                  <a:ext uri="{FF2B5EF4-FFF2-40B4-BE49-F238E27FC236}">
                    <a16:creationId xmlns="" xmlns:a16="http://schemas.microsoft.com/office/drawing/2014/main" id="{A293D55B-F755-4A7E-AA22-B1E1C3B93A6B}"/>
                  </a:ext>
                </a:extLst>
              </p:cNvPr>
              <p:cNvSpPr txBox="1"/>
              <p:nvPr/>
            </p:nvSpPr>
            <p:spPr>
              <a:xfrm>
                <a:off x="3081897" y="3059668"/>
                <a:ext cx="429541" cy="369332"/>
              </a:xfrm>
              <a:prstGeom prst="rect">
                <a:avLst/>
              </a:prstGeom>
              <a:noFill/>
              <a:ln>
                <a:noFill/>
              </a:ln>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sz="2400" b="1" i="1" smtClean="0">
                              <a:solidFill>
                                <a:schemeClr val="bg1"/>
                              </a:solidFill>
                              <a:latin typeface="Cambria Math" panose="02040503050406030204" pitchFamily="18" charset="0"/>
                            </a:rPr>
                          </m:ctrlPr>
                        </m:sSubPr>
                        <m:e>
                          <m:r>
                            <a:rPr lang="en-IN" sz="2400" b="1" i="1" smtClean="0">
                              <a:solidFill>
                                <a:schemeClr val="bg1"/>
                              </a:solidFill>
                              <a:latin typeface="Cambria Math" panose="02040503050406030204" pitchFamily="18" charset="0"/>
                            </a:rPr>
                            <m:t>𝑷</m:t>
                          </m:r>
                        </m:e>
                        <m:sub>
                          <m:r>
                            <a:rPr lang="en-IN" sz="2400" b="1" i="1" smtClean="0">
                              <a:solidFill>
                                <a:schemeClr val="bg1"/>
                              </a:solidFill>
                              <a:latin typeface="Cambria Math" panose="02040503050406030204" pitchFamily="18" charset="0"/>
                            </a:rPr>
                            <m:t>𝟏</m:t>
                          </m:r>
                        </m:sub>
                      </m:sSub>
                    </m:oMath>
                  </m:oMathPara>
                </a14:m>
                <a:endParaRPr lang="en-IN" sz="2400" b="1" dirty="0">
                  <a:solidFill>
                    <a:schemeClr val="bg1"/>
                  </a:solidFill>
                  <a:latin typeface="+mj-lt"/>
                </a:endParaRPr>
              </a:p>
            </p:txBody>
          </p:sp>
        </mc:Choice>
        <mc:Fallback xmlns="">
          <p:sp>
            <p:nvSpPr>
              <p:cNvPr id="61" name="TextBox 60">
                <a:extLst>
                  <a:ext uri="{FF2B5EF4-FFF2-40B4-BE49-F238E27FC236}">
                    <a16:creationId xmlns:a16="http://schemas.microsoft.com/office/drawing/2014/main" xmlns:a14="http://schemas.microsoft.com/office/drawing/2010/main" xmlns="" id="{A293D55B-F755-4A7E-AA22-B1E1C3B93A6B}"/>
                  </a:ext>
                </a:extLst>
              </p:cNvPr>
              <p:cNvSpPr txBox="1">
                <a:spLocks noRot="1" noChangeAspect="1" noMove="1" noResize="1" noEditPoints="1" noAdjustHandles="1" noChangeArrowheads="1" noChangeShapeType="1" noTextEdit="1"/>
              </p:cNvSpPr>
              <p:nvPr/>
            </p:nvSpPr>
            <p:spPr>
              <a:xfrm>
                <a:off x="3081897" y="3059668"/>
                <a:ext cx="429541" cy="369332"/>
              </a:xfrm>
              <a:prstGeom prst="rect">
                <a:avLst/>
              </a:prstGeom>
              <a:blipFill rotWithShape="0">
                <a:blip r:embed="rId4"/>
                <a:stretch>
                  <a:fillRect l="-17143" r="-7143" b="-16393"/>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2" name="TextBox 61">
                <a:extLst>
                  <a:ext uri="{FF2B5EF4-FFF2-40B4-BE49-F238E27FC236}">
                    <a16:creationId xmlns="" xmlns:a16="http://schemas.microsoft.com/office/drawing/2014/main" id="{0240B003-AC87-4F47-B025-3F7B624C6EF8}"/>
                  </a:ext>
                </a:extLst>
              </p:cNvPr>
              <p:cNvSpPr txBox="1"/>
              <p:nvPr/>
            </p:nvSpPr>
            <p:spPr>
              <a:xfrm>
                <a:off x="5145947" y="1132252"/>
                <a:ext cx="429541"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sz="2400" b="1" i="1" smtClean="0">
                              <a:solidFill>
                                <a:schemeClr val="bg1"/>
                              </a:solidFill>
                              <a:latin typeface="Cambria Math" panose="02040503050406030204" pitchFamily="18" charset="0"/>
                            </a:rPr>
                          </m:ctrlPr>
                        </m:sSubPr>
                        <m:e>
                          <m:r>
                            <a:rPr lang="en-IN" sz="2400" b="1" i="1" smtClean="0">
                              <a:solidFill>
                                <a:schemeClr val="bg1"/>
                              </a:solidFill>
                              <a:latin typeface="Cambria Math" panose="02040503050406030204" pitchFamily="18" charset="0"/>
                            </a:rPr>
                            <m:t>𝑷</m:t>
                          </m:r>
                        </m:e>
                        <m:sub>
                          <m:r>
                            <a:rPr lang="en-IN" sz="2400" b="1" i="1" smtClean="0">
                              <a:solidFill>
                                <a:schemeClr val="bg1"/>
                              </a:solidFill>
                              <a:latin typeface="Cambria Math" panose="02040503050406030204" pitchFamily="18" charset="0"/>
                            </a:rPr>
                            <m:t>𝟐</m:t>
                          </m:r>
                        </m:sub>
                      </m:sSub>
                    </m:oMath>
                  </m:oMathPara>
                </a14:m>
                <a:endParaRPr lang="en-IN" sz="2400" b="1" dirty="0">
                  <a:solidFill>
                    <a:schemeClr val="bg1"/>
                  </a:solidFill>
                  <a:latin typeface="+mj-lt"/>
                </a:endParaRPr>
              </a:p>
            </p:txBody>
          </p:sp>
        </mc:Choice>
        <mc:Fallback xmlns="">
          <p:sp>
            <p:nvSpPr>
              <p:cNvPr id="62" name="TextBox 61">
                <a:extLst>
                  <a:ext uri="{FF2B5EF4-FFF2-40B4-BE49-F238E27FC236}">
                    <a16:creationId xmlns:a16="http://schemas.microsoft.com/office/drawing/2014/main" xmlns:a14="http://schemas.microsoft.com/office/drawing/2010/main" xmlns="" id="{0240B003-AC87-4F47-B025-3F7B624C6EF8}"/>
                  </a:ext>
                </a:extLst>
              </p:cNvPr>
              <p:cNvSpPr txBox="1">
                <a:spLocks noRot="1" noChangeAspect="1" noMove="1" noResize="1" noEditPoints="1" noAdjustHandles="1" noChangeArrowheads="1" noChangeShapeType="1" noTextEdit="1"/>
              </p:cNvSpPr>
              <p:nvPr/>
            </p:nvSpPr>
            <p:spPr>
              <a:xfrm>
                <a:off x="5145947" y="1132252"/>
                <a:ext cx="429541" cy="369332"/>
              </a:xfrm>
              <a:prstGeom prst="rect">
                <a:avLst/>
              </a:prstGeom>
              <a:blipFill rotWithShape="0">
                <a:blip r:embed="rId5"/>
                <a:stretch>
                  <a:fillRect l="-15493" r="-5634" b="-18333"/>
                </a:stretch>
              </a:blipFill>
            </p:spPr>
            <p:txBody>
              <a:bodyPr/>
              <a:lstStyle/>
              <a:p>
                <a:r>
                  <a:rPr lang="en-IN">
                    <a:noFill/>
                  </a:rPr>
                  <a:t> </a:t>
                </a:r>
              </a:p>
            </p:txBody>
          </p:sp>
        </mc:Fallback>
      </mc:AlternateContent>
      <p:cxnSp>
        <p:nvCxnSpPr>
          <p:cNvPr id="63" name="Straight Arrow Connector 62">
            <a:extLst>
              <a:ext uri="{FF2B5EF4-FFF2-40B4-BE49-F238E27FC236}">
                <a16:creationId xmlns="" xmlns:a16="http://schemas.microsoft.com/office/drawing/2014/main" id="{F87CCAB1-8706-4835-A8D4-0C6EB0D53B30}"/>
              </a:ext>
            </a:extLst>
          </p:cNvPr>
          <p:cNvCxnSpPr>
            <a:cxnSpLocks/>
          </p:cNvCxnSpPr>
          <p:nvPr/>
        </p:nvCxnSpPr>
        <p:spPr>
          <a:xfrm>
            <a:off x="3612889" y="3427513"/>
            <a:ext cx="1253350" cy="0"/>
          </a:xfrm>
          <a:prstGeom prst="straightConnector1">
            <a:avLst/>
          </a:prstGeom>
          <a:ln w="19050">
            <a:solidFill>
              <a:schemeClr val="tx1"/>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 xmlns:a16="http://schemas.microsoft.com/office/drawing/2014/main" id="{3DE9EDB3-B937-4BB2-8284-3549755EC665}"/>
              </a:ext>
            </a:extLst>
          </p:cNvPr>
          <p:cNvCxnSpPr>
            <a:cxnSpLocks/>
          </p:cNvCxnSpPr>
          <p:nvPr/>
        </p:nvCxnSpPr>
        <p:spPr>
          <a:xfrm>
            <a:off x="3640793" y="3276600"/>
            <a:ext cx="1197543" cy="0"/>
          </a:xfrm>
          <a:prstGeom prst="straightConnector1">
            <a:avLst/>
          </a:prstGeom>
          <a:ln w="19050">
            <a:solidFill>
              <a:schemeClr val="tx1"/>
            </a:solidFill>
            <a:headEnd type="triangle" w="lg" len="lg"/>
            <a:tailEnd type="none" w="lg" len="lg"/>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 xmlns:a16="http://schemas.microsoft.com/office/drawing/2014/main" id="{658ED15F-59CA-4ECD-B649-24DA6F924AAA}"/>
              </a:ext>
            </a:extLst>
          </p:cNvPr>
          <p:cNvCxnSpPr>
            <a:cxnSpLocks/>
          </p:cNvCxnSpPr>
          <p:nvPr/>
        </p:nvCxnSpPr>
        <p:spPr>
          <a:xfrm>
            <a:off x="3584986" y="3058856"/>
            <a:ext cx="1309156" cy="0"/>
          </a:xfrm>
          <a:prstGeom prst="straightConnector1">
            <a:avLst/>
          </a:prstGeom>
          <a:ln w="19050">
            <a:solidFill>
              <a:schemeClr val="tx1"/>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 xmlns:a16="http://schemas.microsoft.com/office/drawing/2014/main" id="{DE3B924A-5AE3-46AE-A868-803B169AB8CF}"/>
              </a:ext>
            </a:extLst>
          </p:cNvPr>
          <p:cNvCxnSpPr/>
          <p:nvPr/>
        </p:nvCxnSpPr>
        <p:spPr>
          <a:xfrm>
            <a:off x="5788369" y="3497357"/>
            <a:ext cx="1309156" cy="0"/>
          </a:xfrm>
          <a:prstGeom prst="straightConnector1">
            <a:avLst/>
          </a:prstGeom>
          <a:ln w="19050">
            <a:solidFill>
              <a:schemeClr val="tx1"/>
            </a:solidFill>
            <a:headEnd type="triangle" w="lg" len="lg"/>
            <a:tailEnd type="none" w="lg" len="lg"/>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 xmlns:a16="http://schemas.microsoft.com/office/drawing/2014/main" id="{8CC4C7DE-A0DB-46C2-8AB6-FDA45F7BC3AE}"/>
              </a:ext>
            </a:extLst>
          </p:cNvPr>
          <p:cNvCxnSpPr>
            <a:cxnSpLocks/>
          </p:cNvCxnSpPr>
          <p:nvPr/>
        </p:nvCxnSpPr>
        <p:spPr>
          <a:xfrm>
            <a:off x="5857408" y="3352800"/>
            <a:ext cx="1197543" cy="0"/>
          </a:xfrm>
          <a:prstGeom prst="straightConnector1">
            <a:avLst/>
          </a:prstGeom>
          <a:ln w="19050">
            <a:solidFill>
              <a:schemeClr val="tx1"/>
            </a:solidFill>
            <a:headEnd type="none"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 xmlns:a16="http://schemas.microsoft.com/office/drawing/2014/main" id="{5179BCCD-8D2F-4D41-AEDF-60299D6078D2}"/>
              </a:ext>
            </a:extLst>
          </p:cNvPr>
          <p:cNvCxnSpPr/>
          <p:nvPr/>
        </p:nvCxnSpPr>
        <p:spPr>
          <a:xfrm>
            <a:off x="5801602" y="3119640"/>
            <a:ext cx="1309156" cy="0"/>
          </a:xfrm>
          <a:prstGeom prst="straightConnector1">
            <a:avLst/>
          </a:prstGeom>
          <a:ln w="19050">
            <a:solidFill>
              <a:schemeClr val="tx1"/>
            </a:solidFill>
            <a:headEnd type="triangle" w="lg" len="lg"/>
            <a:tailEnd type="none" w="lg" len="lg"/>
          </a:ln>
        </p:spPr>
        <p:style>
          <a:lnRef idx="1">
            <a:schemeClr val="accent1"/>
          </a:lnRef>
          <a:fillRef idx="0">
            <a:schemeClr val="accent1"/>
          </a:fillRef>
          <a:effectRef idx="0">
            <a:schemeClr val="accent1"/>
          </a:effectRef>
          <a:fontRef idx="minor">
            <a:schemeClr val="tx1"/>
          </a:fontRef>
        </p:style>
      </p:cxnSp>
      <p:sp>
        <p:nvSpPr>
          <p:cNvPr id="69" name="Text Box 46">
            <a:extLst>
              <a:ext uri="{FF2B5EF4-FFF2-40B4-BE49-F238E27FC236}">
                <a16:creationId xmlns="" xmlns:a16="http://schemas.microsoft.com/office/drawing/2014/main" id="{714148B8-339C-4150-A01E-C4C39D214735}"/>
              </a:ext>
            </a:extLst>
          </p:cNvPr>
          <p:cNvSpPr txBox="1">
            <a:spLocks noChangeArrowheads="1"/>
          </p:cNvSpPr>
          <p:nvPr/>
        </p:nvSpPr>
        <p:spPr bwMode="auto">
          <a:xfrm>
            <a:off x="3809698" y="3376576"/>
            <a:ext cx="11430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spcBef>
                <a:spcPct val="50000"/>
              </a:spcBef>
            </a:pPr>
            <a:r>
              <a:rPr lang="en-US" altLang="en-US" sz="1400" dirty="0">
                <a:latin typeface="+mj-lt"/>
              </a:rPr>
              <a:t>1 Request</a:t>
            </a:r>
          </a:p>
        </p:txBody>
      </p:sp>
      <p:sp>
        <p:nvSpPr>
          <p:cNvPr id="70" name="Text Box 24">
            <a:extLst>
              <a:ext uri="{FF2B5EF4-FFF2-40B4-BE49-F238E27FC236}">
                <a16:creationId xmlns="" xmlns:a16="http://schemas.microsoft.com/office/drawing/2014/main" id="{DFE288AB-55FC-4B62-9208-ECE286467E92}"/>
              </a:ext>
            </a:extLst>
          </p:cNvPr>
          <p:cNvSpPr txBox="1">
            <a:spLocks noChangeArrowheads="1"/>
          </p:cNvSpPr>
          <p:nvPr/>
        </p:nvSpPr>
        <p:spPr bwMode="auto">
          <a:xfrm>
            <a:off x="6081723" y="3071681"/>
            <a:ext cx="120343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spcBef>
                <a:spcPct val="50000"/>
              </a:spcBef>
            </a:pPr>
            <a:r>
              <a:rPr lang="en-US" altLang="en-US" sz="1400" dirty="0">
                <a:latin typeface="+mj-lt"/>
              </a:rPr>
              <a:t>8 Reply</a:t>
            </a:r>
          </a:p>
        </p:txBody>
      </p:sp>
      <p:sp>
        <p:nvSpPr>
          <p:cNvPr id="71" name="Text Box 25">
            <a:extLst>
              <a:ext uri="{FF2B5EF4-FFF2-40B4-BE49-F238E27FC236}">
                <a16:creationId xmlns="" xmlns:a16="http://schemas.microsoft.com/office/drawing/2014/main" id="{83AA7266-C72D-44B6-83D9-3A07D2538400}"/>
              </a:ext>
            </a:extLst>
          </p:cNvPr>
          <p:cNvSpPr txBox="1">
            <a:spLocks noChangeArrowheads="1"/>
          </p:cNvSpPr>
          <p:nvPr/>
        </p:nvSpPr>
        <p:spPr bwMode="auto">
          <a:xfrm>
            <a:off x="5982537" y="2818213"/>
            <a:ext cx="11430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spcBef>
                <a:spcPct val="50000"/>
              </a:spcBef>
            </a:pPr>
            <a:r>
              <a:rPr lang="en-US" altLang="en-US" sz="1400" dirty="0">
                <a:latin typeface="+mj-lt"/>
              </a:rPr>
              <a:t>9 Release</a:t>
            </a:r>
          </a:p>
        </p:txBody>
      </p:sp>
      <p:sp>
        <p:nvSpPr>
          <p:cNvPr id="72" name="Text Box 44">
            <a:extLst>
              <a:ext uri="{FF2B5EF4-FFF2-40B4-BE49-F238E27FC236}">
                <a16:creationId xmlns="" xmlns:a16="http://schemas.microsoft.com/office/drawing/2014/main" id="{2F1FBB50-01E7-4A00-B5F3-F02CC22B3548}"/>
              </a:ext>
            </a:extLst>
          </p:cNvPr>
          <p:cNvSpPr txBox="1">
            <a:spLocks noChangeArrowheads="1"/>
          </p:cNvSpPr>
          <p:nvPr/>
        </p:nvSpPr>
        <p:spPr bwMode="auto">
          <a:xfrm>
            <a:off x="3816043" y="2802944"/>
            <a:ext cx="90900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spcBef>
                <a:spcPct val="50000"/>
              </a:spcBef>
            </a:pPr>
            <a:r>
              <a:rPr lang="en-US" altLang="en-US" sz="1400" dirty="0">
                <a:latin typeface="+mj-lt"/>
              </a:rPr>
              <a:t>5 Release</a:t>
            </a:r>
          </a:p>
        </p:txBody>
      </p:sp>
      <p:sp>
        <p:nvSpPr>
          <p:cNvPr id="73" name="Text Box 45">
            <a:extLst>
              <a:ext uri="{FF2B5EF4-FFF2-40B4-BE49-F238E27FC236}">
                <a16:creationId xmlns="" xmlns:a16="http://schemas.microsoft.com/office/drawing/2014/main" id="{0B9DD912-F986-49A2-B371-4259189C6391}"/>
              </a:ext>
            </a:extLst>
          </p:cNvPr>
          <p:cNvSpPr txBox="1">
            <a:spLocks noChangeArrowheads="1"/>
          </p:cNvSpPr>
          <p:nvPr/>
        </p:nvSpPr>
        <p:spPr bwMode="auto">
          <a:xfrm>
            <a:off x="3874402" y="3004914"/>
            <a:ext cx="8655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spcBef>
                <a:spcPct val="50000"/>
              </a:spcBef>
            </a:pPr>
            <a:r>
              <a:rPr lang="en-US" altLang="en-US" sz="1400" dirty="0">
                <a:latin typeface="+mj-lt"/>
              </a:rPr>
              <a:t>2 Reply</a:t>
            </a:r>
          </a:p>
        </p:txBody>
      </p:sp>
      <p:sp>
        <p:nvSpPr>
          <p:cNvPr id="74" name="Text Box 47">
            <a:extLst>
              <a:ext uri="{FF2B5EF4-FFF2-40B4-BE49-F238E27FC236}">
                <a16:creationId xmlns="" xmlns:a16="http://schemas.microsoft.com/office/drawing/2014/main" id="{2513A10D-0DE5-4C2A-A905-AF0C3B0E3234}"/>
              </a:ext>
            </a:extLst>
          </p:cNvPr>
          <p:cNvSpPr txBox="1">
            <a:spLocks noChangeArrowheads="1"/>
          </p:cNvSpPr>
          <p:nvPr/>
        </p:nvSpPr>
        <p:spPr bwMode="auto">
          <a:xfrm>
            <a:off x="5919814" y="3447798"/>
            <a:ext cx="11430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spcBef>
                <a:spcPct val="50000"/>
              </a:spcBef>
            </a:pPr>
            <a:r>
              <a:rPr lang="en-US" altLang="en-US" sz="1400" dirty="0">
                <a:latin typeface="+mj-lt"/>
              </a:rPr>
              <a:t>4 Request</a:t>
            </a:r>
          </a:p>
        </p:txBody>
      </p:sp>
      <p:sp>
        <p:nvSpPr>
          <p:cNvPr id="75" name="Text Box 48">
            <a:extLst>
              <a:ext uri="{FF2B5EF4-FFF2-40B4-BE49-F238E27FC236}">
                <a16:creationId xmlns="" xmlns:a16="http://schemas.microsoft.com/office/drawing/2014/main" id="{C182DED7-FA4A-48D9-99C8-8AABB8B36BC6}"/>
              </a:ext>
            </a:extLst>
          </p:cNvPr>
          <p:cNvSpPr txBox="1">
            <a:spLocks noChangeArrowheads="1"/>
          </p:cNvSpPr>
          <p:nvPr/>
        </p:nvSpPr>
        <p:spPr bwMode="auto">
          <a:xfrm rot="16200000">
            <a:off x="4498417" y="2007708"/>
            <a:ext cx="99217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spcBef>
                <a:spcPct val="50000"/>
              </a:spcBef>
            </a:pPr>
            <a:r>
              <a:rPr lang="en-US" altLang="en-US" sz="1400" dirty="0">
                <a:latin typeface="+mj-lt"/>
              </a:rPr>
              <a:t>3 Request</a:t>
            </a:r>
          </a:p>
        </p:txBody>
      </p:sp>
      <p:sp>
        <p:nvSpPr>
          <p:cNvPr id="76" name="Rectangle 49">
            <a:extLst>
              <a:ext uri="{FF2B5EF4-FFF2-40B4-BE49-F238E27FC236}">
                <a16:creationId xmlns="" xmlns:a16="http://schemas.microsoft.com/office/drawing/2014/main" id="{4154AF20-B051-45CF-B3CA-67CAAED4F11C}"/>
              </a:ext>
            </a:extLst>
          </p:cNvPr>
          <p:cNvSpPr>
            <a:spLocks noChangeArrowheads="1"/>
          </p:cNvSpPr>
          <p:nvPr/>
        </p:nvSpPr>
        <p:spPr bwMode="auto">
          <a:xfrm rot="16200000">
            <a:off x="5208131" y="1989947"/>
            <a:ext cx="87883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spcBef>
                <a:spcPct val="50000"/>
              </a:spcBef>
            </a:pPr>
            <a:r>
              <a:rPr lang="en-US" altLang="en-US" sz="1400" dirty="0">
                <a:latin typeface="+mj-lt"/>
              </a:rPr>
              <a:t>7 Release</a:t>
            </a:r>
          </a:p>
        </p:txBody>
      </p:sp>
      <p:sp>
        <p:nvSpPr>
          <p:cNvPr id="77" name="Rectangle 50">
            <a:extLst>
              <a:ext uri="{FF2B5EF4-FFF2-40B4-BE49-F238E27FC236}">
                <a16:creationId xmlns="" xmlns:a16="http://schemas.microsoft.com/office/drawing/2014/main" id="{07146B3B-B8C1-4C2D-A9CE-F350A210F682}"/>
              </a:ext>
            </a:extLst>
          </p:cNvPr>
          <p:cNvSpPr>
            <a:spLocks noChangeArrowheads="1"/>
          </p:cNvSpPr>
          <p:nvPr/>
        </p:nvSpPr>
        <p:spPr bwMode="auto">
          <a:xfrm rot="16200000">
            <a:off x="4708026" y="1920561"/>
            <a:ext cx="110489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r>
              <a:rPr lang="en-US" altLang="en-US" sz="1400" dirty="0">
                <a:latin typeface="+mj-lt"/>
              </a:rPr>
              <a:t>6 Reply</a:t>
            </a:r>
          </a:p>
        </p:txBody>
      </p:sp>
      <p:cxnSp>
        <p:nvCxnSpPr>
          <p:cNvPr id="78" name="Straight Arrow Connector 77">
            <a:extLst>
              <a:ext uri="{FF2B5EF4-FFF2-40B4-BE49-F238E27FC236}">
                <a16:creationId xmlns="" xmlns:a16="http://schemas.microsoft.com/office/drawing/2014/main" id="{6696DFA0-F540-4B37-B917-839B73FE4538}"/>
              </a:ext>
            </a:extLst>
          </p:cNvPr>
          <p:cNvCxnSpPr>
            <a:cxnSpLocks/>
          </p:cNvCxnSpPr>
          <p:nvPr/>
        </p:nvCxnSpPr>
        <p:spPr>
          <a:xfrm>
            <a:off x="5145947" y="1646558"/>
            <a:ext cx="0" cy="1171655"/>
          </a:xfrm>
          <a:prstGeom prst="straightConnector1">
            <a:avLst/>
          </a:prstGeom>
          <a:ln w="19050">
            <a:solidFill>
              <a:schemeClr val="tx1"/>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 xmlns:a16="http://schemas.microsoft.com/office/drawing/2014/main" id="{7D031CCF-B957-4660-A54A-05A403C75B81}"/>
              </a:ext>
            </a:extLst>
          </p:cNvPr>
          <p:cNvCxnSpPr>
            <a:cxnSpLocks/>
          </p:cNvCxnSpPr>
          <p:nvPr/>
        </p:nvCxnSpPr>
        <p:spPr>
          <a:xfrm rot="5400000">
            <a:off x="4851302" y="2229341"/>
            <a:ext cx="1088675" cy="0"/>
          </a:xfrm>
          <a:prstGeom prst="straightConnector1">
            <a:avLst/>
          </a:prstGeom>
          <a:ln w="19050">
            <a:solidFill>
              <a:schemeClr val="tx1"/>
            </a:solidFill>
            <a:headEnd type="triangle" w="lg" len="lg"/>
            <a:tailEnd type="none" w="lg" len="lg"/>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 xmlns:a16="http://schemas.microsoft.com/office/drawing/2014/main" id="{0C9B768A-91C6-456C-9776-A559C9A200FA}"/>
              </a:ext>
            </a:extLst>
          </p:cNvPr>
          <p:cNvCxnSpPr>
            <a:cxnSpLocks/>
          </p:cNvCxnSpPr>
          <p:nvPr/>
        </p:nvCxnSpPr>
        <p:spPr>
          <a:xfrm>
            <a:off x="5534001" y="1649277"/>
            <a:ext cx="0" cy="1166215"/>
          </a:xfrm>
          <a:prstGeom prst="straightConnector1">
            <a:avLst/>
          </a:prstGeom>
          <a:ln w="19050">
            <a:solidFill>
              <a:schemeClr val="tx1"/>
            </a:solidFill>
            <a:headEnd w="lg" len="lg"/>
            <a:tailEnd type="triangle" w="lg" len="lg"/>
          </a:ln>
        </p:spPr>
        <p:style>
          <a:lnRef idx="1">
            <a:schemeClr val="accent1"/>
          </a:lnRef>
          <a:fillRef idx="0">
            <a:schemeClr val="accent1"/>
          </a:fillRef>
          <a:effectRef idx="0">
            <a:schemeClr val="accent1"/>
          </a:effectRef>
          <a:fontRef idx="minor">
            <a:schemeClr val="tx1"/>
          </a:fontRef>
        </p:style>
      </p:cxnSp>
      <p:sp>
        <p:nvSpPr>
          <p:cNvPr id="81" name="Text Box 6">
            <a:extLst>
              <a:ext uri="{FF2B5EF4-FFF2-40B4-BE49-F238E27FC236}">
                <a16:creationId xmlns="" xmlns:a16="http://schemas.microsoft.com/office/drawing/2014/main" id="{70AD99AE-1189-4CC1-BBD6-D9ABE9D71C96}"/>
              </a:ext>
            </a:extLst>
          </p:cNvPr>
          <p:cNvSpPr txBox="1">
            <a:spLocks noChangeArrowheads="1"/>
          </p:cNvSpPr>
          <p:nvPr/>
        </p:nvSpPr>
        <p:spPr bwMode="auto">
          <a:xfrm>
            <a:off x="6251424" y="4103137"/>
            <a:ext cx="13716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spcBef>
                <a:spcPct val="50000"/>
              </a:spcBef>
            </a:pPr>
            <a:r>
              <a:rPr lang="en-US" altLang="en-US" sz="1800" dirty="0">
                <a:latin typeface="+mj-lt"/>
              </a:rPr>
              <a:t>Initial state</a:t>
            </a:r>
          </a:p>
        </p:txBody>
      </p:sp>
      <p:graphicFrame>
        <p:nvGraphicFramePr>
          <p:cNvPr id="82" name="Table 81">
            <a:extLst>
              <a:ext uri="{FF2B5EF4-FFF2-40B4-BE49-F238E27FC236}">
                <a16:creationId xmlns="" xmlns:a16="http://schemas.microsoft.com/office/drawing/2014/main" id="{1A77733E-DE02-45DC-9255-EF6645724DE4}"/>
              </a:ext>
            </a:extLst>
          </p:cNvPr>
          <p:cNvGraphicFramePr>
            <a:graphicFrameLocks noGrp="1"/>
          </p:cNvGraphicFramePr>
          <p:nvPr>
            <p:extLst>
              <p:ext uri="{D42A27DB-BD31-4B8C-83A1-F6EECF244321}">
                <p14:modId xmlns:p14="http://schemas.microsoft.com/office/powerpoint/2010/main" val="1833297588"/>
              </p:ext>
            </p:extLst>
          </p:nvPr>
        </p:nvGraphicFramePr>
        <p:xfrm>
          <a:off x="4425398" y="4109071"/>
          <a:ext cx="1810302" cy="368531"/>
        </p:xfrm>
        <a:graphic>
          <a:graphicData uri="http://schemas.openxmlformats.org/drawingml/2006/table">
            <a:tbl>
              <a:tblPr firstRow="1" bandRow="1">
                <a:tableStyleId>{5940675A-B579-460E-94D1-54222C63F5DA}</a:tableStyleId>
              </a:tblPr>
              <a:tblGrid>
                <a:gridCol w="1810302">
                  <a:extLst>
                    <a:ext uri="{9D8B030D-6E8A-4147-A177-3AD203B41FA5}">
                      <a16:colId xmlns="" xmlns:a16="http://schemas.microsoft.com/office/drawing/2014/main" val="1530787219"/>
                    </a:ext>
                  </a:extLst>
                </a:gridCol>
              </a:tblGrid>
              <a:tr h="368531">
                <a:tc>
                  <a:txBody>
                    <a:bodyPr/>
                    <a:lstStyle/>
                    <a:p>
                      <a:endParaRPr lang="en-IN" sz="1800" dirty="0"/>
                    </a:p>
                  </a:txBody>
                  <a:tcPr/>
                </a:tc>
                <a:extLst>
                  <a:ext uri="{0D108BD9-81ED-4DB2-BD59-A6C34878D82A}">
                    <a16:rowId xmlns="" xmlns:a16="http://schemas.microsoft.com/office/drawing/2014/main" val="4047261007"/>
                  </a:ext>
                </a:extLst>
              </a:tr>
            </a:tbl>
          </a:graphicData>
        </a:graphic>
      </p:graphicFrame>
      <p:graphicFrame>
        <p:nvGraphicFramePr>
          <p:cNvPr id="83" name="Table 82">
            <a:extLst>
              <a:ext uri="{FF2B5EF4-FFF2-40B4-BE49-F238E27FC236}">
                <a16:creationId xmlns="" xmlns:a16="http://schemas.microsoft.com/office/drawing/2014/main" id="{63530027-FAB0-48E0-ACCB-1B624CD19FBD}"/>
              </a:ext>
            </a:extLst>
          </p:cNvPr>
          <p:cNvGraphicFramePr>
            <a:graphicFrameLocks noGrp="1"/>
          </p:cNvGraphicFramePr>
          <p:nvPr>
            <p:extLst>
              <p:ext uri="{D42A27DB-BD31-4B8C-83A1-F6EECF244321}">
                <p14:modId xmlns:p14="http://schemas.microsoft.com/office/powerpoint/2010/main" val="984910553"/>
              </p:ext>
            </p:extLst>
          </p:nvPr>
        </p:nvGraphicFramePr>
        <p:xfrm>
          <a:off x="4425398" y="4561495"/>
          <a:ext cx="1810302" cy="383001"/>
        </p:xfrm>
        <a:graphic>
          <a:graphicData uri="http://schemas.openxmlformats.org/drawingml/2006/table">
            <a:tbl>
              <a:tblPr firstRow="1" bandRow="1">
                <a:tableStyleId>{5940675A-B579-460E-94D1-54222C63F5DA}</a:tableStyleId>
              </a:tblPr>
              <a:tblGrid>
                <a:gridCol w="1810302">
                  <a:extLst>
                    <a:ext uri="{9D8B030D-6E8A-4147-A177-3AD203B41FA5}">
                      <a16:colId xmlns="" xmlns:a16="http://schemas.microsoft.com/office/drawing/2014/main" val="1530787219"/>
                    </a:ext>
                  </a:extLst>
                </a:gridCol>
              </a:tblGrid>
              <a:tr h="383001">
                <a:tc>
                  <a:txBody>
                    <a:bodyPr/>
                    <a:lstStyle/>
                    <a:p>
                      <a:endParaRPr lang="en-IN" sz="1800" dirty="0">
                        <a:solidFill>
                          <a:schemeClr val="tx1"/>
                        </a:solidFill>
                      </a:endParaRPr>
                    </a:p>
                  </a:txBody>
                  <a:tcPr/>
                </a:tc>
                <a:extLst>
                  <a:ext uri="{0D108BD9-81ED-4DB2-BD59-A6C34878D82A}">
                    <a16:rowId xmlns="" xmlns:a16="http://schemas.microsoft.com/office/drawing/2014/main" val="4047261007"/>
                  </a:ext>
                </a:extLst>
              </a:tr>
            </a:tbl>
          </a:graphicData>
        </a:graphic>
      </p:graphicFrame>
      <p:graphicFrame>
        <p:nvGraphicFramePr>
          <p:cNvPr id="84" name="Table 83">
            <a:extLst>
              <a:ext uri="{FF2B5EF4-FFF2-40B4-BE49-F238E27FC236}">
                <a16:creationId xmlns="" xmlns:a16="http://schemas.microsoft.com/office/drawing/2014/main" id="{ED23F189-BFEA-4096-89BC-F1E07F2CEC75}"/>
              </a:ext>
            </a:extLst>
          </p:cNvPr>
          <p:cNvGraphicFramePr>
            <a:graphicFrameLocks noGrp="1"/>
          </p:cNvGraphicFramePr>
          <p:nvPr>
            <p:extLst>
              <p:ext uri="{D42A27DB-BD31-4B8C-83A1-F6EECF244321}">
                <p14:modId xmlns:p14="http://schemas.microsoft.com/office/powerpoint/2010/main" val="2593736646"/>
              </p:ext>
            </p:extLst>
          </p:nvPr>
        </p:nvGraphicFramePr>
        <p:xfrm>
          <a:off x="4425398" y="5540937"/>
          <a:ext cx="1810302" cy="394022"/>
        </p:xfrm>
        <a:graphic>
          <a:graphicData uri="http://schemas.openxmlformats.org/drawingml/2006/table">
            <a:tbl>
              <a:tblPr firstRow="1" bandRow="1">
                <a:tableStyleId>{5940675A-B579-460E-94D1-54222C63F5DA}</a:tableStyleId>
              </a:tblPr>
              <a:tblGrid>
                <a:gridCol w="1810302">
                  <a:extLst>
                    <a:ext uri="{9D8B030D-6E8A-4147-A177-3AD203B41FA5}">
                      <a16:colId xmlns="" xmlns:a16="http://schemas.microsoft.com/office/drawing/2014/main" val="1530787219"/>
                    </a:ext>
                  </a:extLst>
                </a:gridCol>
              </a:tblGrid>
              <a:tr h="394022">
                <a:tc>
                  <a:txBody>
                    <a:bodyPr/>
                    <a:lstStyle/>
                    <a:p>
                      <a:endParaRPr lang="en-IN" sz="1800" dirty="0"/>
                    </a:p>
                  </a:txBody>
                  <a:tcPr/>
                </a:tc>
                <a:extLst>
                  <a:ext uri="{0D108BD9-81ED-4DB2-BD59-A6C34878D82A}">
                    <a16:rowId xmlns="" xmlns:a16="http://schemas.microsoft.com/office/drawing/2014/main" val="4047261007"/>
                  </a:ext>
                </a:extLst>
              </a:tr>
            </a:tbl>
          </a:graphicData>
        </a:graphic>
      </p:graphicFrame>
      <p:graphicFrame>
        <p:nvGraphicFramePr>
          <p:cNvPr id="85" name="Table 84">
            <a:extLst>
              <a:ext uri="{FF2B5EF4-FFF2-40B4-BE49-F238E27FC236}">
                <a16:creationId xmlns="" xmlns:a16="http://schemas.microsoft.com/office/drawing/2014/main" id="{7F6FEAE7-CC32-43EF-AE6E-D16C60AD7D71}"/>
              </a:ext>
            </a:extLst>
          </p:cNvPr>
          <p:cNvGraphicFramePr>
            <a:graphicFrameLocks noGrp="1"/>
          </p:cNvGraphicFramePr>
          <p:nvPr>
            <p:extLst>
              <p:ext uri="{D42A27DB-BD31-4B8C-83A1-F6EECF244321}">
                <p14:modId xmlns:p14="http://schemas.microsoft.com/office/powerpoint/2010/main" val="1071088739"/>
              </p:ext>
            </p:extLst>
          </p:nvPr>
        </p:nvGraphicFramePr>
        <p:xfrm>
          <a:off x="4436105" y="6047116"/>
          <a:ext cx="1810302" cy="368531"/>
        </p:xfrm>
        <a:graphic>
          <a:graphicData uri="http://schemas.openxmlformats.org/drawingml/2006/table">
            <a:tbl>
              <a:tblPr firstRow="1" bandRow="1">
                <a:tableStyleId>{5940675A-B579-460E-94D1-54222C63F5DA}</a:tableStyleId>
              </a:tblPr>
              <a:tblGrid>
                <a:gridCol w="1810302">
                  <a:extLst>
                    <a:ext uri="{9D8B030D-6E8A-4147-A177-3AD203B41FA5}">
                      <a16:colId xmlns="" xmlns:a16="http://schemas.microsoft.com/office/drawing/2014/main" val="1530787219"/>
                    </a:ext>
                  </a:extLst>
                </a:gridCol>
              </a:tblGrid>
              <a:tr h="368531">
                <a:tc>
                  <a:txBody>
                    <a:bodyPr/>
                    <a:lstStyle/>
                    <a:p>
                      <a:endParaRPr lang="en-IN" sz="1800" dirty="0"/>
                    </a:p>
                  </a:txBody>
                  <a:tcPr/>
                </a:tc>
                <a:extLst>
                  <a:ext uri="{0D108BD9-81ED-4DB2-BD59-A6C34878D82A}">
                    <a16:rowId xmlns="" xmlns:a16="http://schemas.microsoft.com/office/drawing/2014/main" val="4047261007"/>
                  </a:ext>
                </a:extLst>
              </a:tr>
            </a:tbl>
          </a:graphicData>
        </a:graphic>
      </p:graphicFrame>
      <p:sp>
        <p:nvSpPr>
          <p:cNvPr id="86" name="Text Box 19">
            <a:extLst>
              <a:ext uri="{FF2B5EF4-FFF2-40B4-BE49-F238E27FC236}">
                <a16:creationId xmlns="" xmlns:a16="http://schemas.microsoft.com/office/drawing/2014/main" id="{7C557AEF-B99F-4109-B8E4-F80E10399FB9}"/>
              </a:ext>
            </a:extLst>
          </p:cNvPr>
          <p:cNvSpPr txBox="1">
            <a:spLocks noChangeArrowheads="1"/>
          </p:cNvSpPr>
          <p:nvPr/>
        </p:nvSpPr>
        <p:spPr bwMode="auto">
          <a:xfrm>
            <a:off x="6216751" y="4575810"/>
            <a:ext cx="16764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spcBef>
                <a:spcPct val="50000"/>
              </a:spcBef>
            </a:pPr>
            <a:r>
              <a:rPr lang="en-US" altLang="en-US" sz="1800" dirty="0">
                <a:latin typeface="+mj-lt"/>
              </a:rPr>
              <a:t>Status after 3</a:t>
            </a:r>
          </a:p>
        </p:txBody>
      </p:sp>
      <p:sp>
        <p:nvSpPr>
          <p:cNvPr id="87" name="Text Box 20">
            <a:extLst>
              <a:ext uri="{FF2B5EF4-FFF2-40B4-BE49-F238E27FC236}">
                <a16:creationId xmlns="" xmlns:a16="http://schemas.microsoft.com/office/drawing/2014/main" id="{FAAD500B-DD13-4569-ABB3-BCB74C9819BA}"/>
              </a:ext>
            </a:extLst>
          </p:cNvPr>
          <p:cNvSpPr txBox="1">
            <a:spLocks noChangeArrowheads="1"/>
          </p:cNvSpPr>
          <p:nvPr/>
        </p:nvSpPr>
        <p:spPr bwMode="auto">
          <a:xfrm>
            <a:off x="6216751" y="5063533"/>
            <a:ext cx="16764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spcBef>
                <a:spcPct val="50000"/>
              </a:spcBef>
            </a:pPr>
            <a:r>
              <a:rPr lang="en-US" altLang="en-US" sz="1800" dirty="0">
                <a:latin typeface="+mj-lt"/>
              </a:rPr>
              <a:t>Status after 4</a:t>
            </a:r>
          </a:p>
        </p:txBody>
      </p:sp>
      <p:sp>
        <p:nvSpPr>
          <p:cNvPr id="88" name="Text Box 21">
            <a:extLst>
              <a:ext uri="{FF2B5EF4-FFF2-40B4-BE49-F238E27FC236}">
                <a16:creationId xmlns="" xmlns:a16="http://schemas.microsoft.com/office/drawing/2014/main" id="{904A0F44-F0A4-42B2-9199-8952EBE80B47}"/>
              </a:ext>
            </a:extLst>
          </p:cNvPr>
          <p:cNvSpPr txBox="1">
            <a:spLocks noChangeArrowheads="1"/>
          </p:cNvSpPr>
          <p:nvPr/>
        </p:nvSpPr>
        <p:spPr bwMode="auto">
          <a:xfrm>
            <a:off x="6224270" y="5544423"/>
            <a:ext cx="16764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spcBef>
                <a:spcPct val="50000"/>
              </a:spcBef>
            </a:pPr>
            <a:r>
              <a:rPr lang="en-US" altLang="en-US" sz="1800" dirty="0">
                <a:latin typeface="+mj-lt"/>
              </a:rPr>
              <a:t>Status after 5</a:t>
            </a:r>
          </a:p>
        </p:txBody>
      </p:sp>
      <p:sp>
        <p:nvSpPr>
          <p:cNvPr id="89" name="Text Box 22">
            <a:extLst>
              <a:ext uri="{FF2B5EF4-FFF2-40B4-BE49-F238E27FC236}">
                <a16:creationId xmlns="" xmlns:a16="http://schemas.microsoft.com/office/drawing/2014/main" id="{DEBBE077-D851-436A-B527-F26647CA2E14}"/>
              </a:ext>
            </a:extLst>
          </p:cNvPr>
          <p:cNvSpPr txBox="1">
            <a:spLocks noChangeArrowheads="1"/>
          </p:cNvSpPr>
          <p:nvPr/>
        </p:nvSpPr>
        <p:spPr bwMode="auto">
          <a:xfrm>
            <a:off x="6255657" y="6050926"/>
            <a:ext cx="16764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spcBef>
                <a:spcPct val="50000"/>
              </a:spcBef>
            </a:pPr>
            <a:r>
              <a:rPr lang="en-US" altLang="en-US" sz="1800" dirty="0">
                <a:latin typeface="+mj-lt"/>
              </a:rPr>
              <a:t>Status after 7</a:t>
            </a:r>
          </a:p>
        </p:txBody>
      </p:sp>
      <mc:AlternateContent xmlns:mc="http://schemas.openxmlformats.org/markup-compatibility/2006" xmlns:a14="http://schemas.microsoft.com/office/drawing/2010/main">
        <mc:Choice Requires="a14">
          <p:sp>
            <p:nvSpPr>
              <p:cNvPr id="90" name="TextBox 89">
                <a:extLst>
                  <a:ext uri="{FF2B5EF4-FFF2-40B4-BE49-F238E27FC236}">
                    <a16:creationId xmlns="" xmlns:a16="http://schemas.microsoft.com/office/drawing/2014/main" id="{18896A9B-5941-4CDE-98B8-8FDF706F026B}"/>
                  </a:ext>
                </a:extLst>
              </p:cNvPr>
              <p:cNvSpPr txBox="1"/>
              <p:nvPr/>
            </p:nvSpPr>
            <p:spPr>
              <a:xfrm>
                <a:off x="5776939" y="4565627"/>
                <a:ext cx="447331" cy="276999"/>
              </a:xfrm>
              <a:prstGeom prst="rect">
                <a:avLst/>
              </a:prstGeom>
              <a:solidFill>
                <a:schemeClr val="tx2">
                  <a:lumMod val="20000"/>
                  <a:lumOff val="80000"/>
                </a:schemeClr>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𝑃</m:t>
                          </m:r>
                        </m:e>
                        <m:sub>
                          <m:r>
                            <a:rPr lang="en-IN" b="0" i="1" smtClean="0">
                              <a:latin typeface="Cambria Math" panose="02040503050406030204" pitchFamily="18" charset="0"/>
                            </a:rPr>
                            <m:t>2</m:t>
                          </m:r>
                        </m:sub>
                      </m:sSub>
                    </m:oMath>
                  </m:oMathPara>
                </a14:m>
                <a:endParaRPr lang="en-IN" dirty="0">
                  <a:latin typeface="+mj-lt"/>
                </a:endParaRPr>
              </a:p>
            </p:txBody>
          </p:sp>
        </mc:Choice>
        <mc:Fallback xmlns="">
          <p:sp>
            <p:nvSpPr>
              <p:cNvPr id="90" name="TextBox 89">
                <a:extLst>
                  <a:ext uri="{FF2B5EF4-FFF2-40B4-BE49-F238E27FC236}">
                    <a16:creationId xmlns:a16="http://schemas.microsoft.com/office/drawing/2014/main" xmlns:a14="http://schemas.microsoft.com/office/drawing/2010/main" xmlns="" id="{18896A9B-5941-4CDE-98B8-8FDF706F026B}"/>
                  </a:ext>
                </a:extLst>
              </p:cNvPr>
              <p:cNvSpPr txBox="1">
                <a:spLocks noRot="1" noChangeAspect="1" noMove="1" noResize="1" noEditPoints="1" noAdjustHandles="1" noChangeArrowheads="1" noChangeShapeType="1" noTextEdit="1"/>
              </p:cNvSpPr>
              <p:nvPr/>
            </p:nvSpPr>
            <p:spPr>
              <a:xfrm>
                <a:off x="5776939" y="4565627"/>
                <a:ext cx="447331" cy="276999"/>
              </a:xfrm>
              <a:prstGeom prst="rect">
                <a:avLst/>
              </a:prstGeom>
              <a:blipFill rotWithShape="0">
                <a:blip r:embed="rId6"/>
                <a:stretch>
                  <a:fillRect b="-20000"/>
                </a:stretch>
              </a:blipFill>
            </p:spPr>
            <p:txBody>
              <a:bodyPr/>
              <a:lstStyle/>
              <a:p>
                <a:r>
                  <a:rPr lang="en-IN">
                    <a:noFill/>
                  </a:rPr>
                  <a:t> </a:t>
                </a:r>
              </a:p>
            </p:txBody>
          </p:sp>
        </mc:Fallback>
      </mc:AlternateContent>
      <p:cxnSp>
        <p:nvCxnSpPr>
          <p:cNvPr id="91" name="Straight Connector 90">
            <a:extLst>
              <a:ext uri="{FF2B5EF4-FFF2-40B4-BE49-F238E27FC236}">
                <a16:creationId xmlns="" xmlns:a16="http://schemas.microsoft.com/office/drawing/2014/main" id="{39B12A88-7F7E-4825-ACF6-1023F654CA74}"/>
              </a:ext>
            </a:extLst>
          </p:cNvPr>
          <p:cNvCxnSpPr>
            <a:cxnSpLocks/>
          </p:cNvCxnSpPr>
          <p:nvPr/>
        </p:nvCxnSpPr>
        <p:spPr>
          <a:xfrm>
            <a:off x="5788369" y="4565627"/>
            <a:ext cx="0" cy="37951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92" name="Table 91">
            <a:extLst>
              <a:ext uri="{FF2B5EF4-FFF2-40B4-BE49-F238E27FC236}">
                <a16:creationId xmlns="" xmlns:a16="http://schemas.microsoft.com/office/drawing/2014/main" id="{96489BD0-3D4D-475D-BCC2-F460EA6D5AA1}"/>
              </a:ext>
            </a:extLst>
          </p:cNvPr>
          <p:cNvGraphicFramePr>
            <a:graphicFrameLocks noGrp="1"/>
          </p:cNvGraphicFramePr>
          <p:nvPr>
            <p:extLst>
              <p:ext uri="{D42A27DB-BD31-4B8C-83A1-F6EECF244321}">
                <p14:modId xmlns:p14="http://schemas.microsoft.com/office/powerpoint/2010/main" val="2289009423"/>
              </p:ext>
            </p:extLst>
          </p:nvPr>
        </p:nvGraphicFramePr>
        <p:xfrm>
          <a:off x="4422258" y="5053350"/>
          <a:ext cx="1810302" cy="383001"/>
        </p:xfrm>
        <a:graphic>
          <a:graphicData uri="http://schemas.openxmlformats.org/drawingml/2006/table">
            <a:tbl>
              <a:tblPr firstRow="1" bandRow="1">
                <a:tableStyleId>{5940675A-B579-460E-94D1-54222C63F5DA}</a:tableStyleId>
              </a:tblPr>
              <a:tblGrid>
                <a:gridCol w="1810302">
                  <a:extLst>
                    <a:ext uri="{9D8B030D-6E8A-4147-A177-3AD203B41FA5}">
                      <a16:colId xmlns="" xmlns:a16="http://schemas.microsoft.com/office/drawing/2014/main" val="1530787219"/>
                    </a:ext>
                  </a:extLst>
                </a:gridCol>
              </a:tblGrid>
              <a:tr h="383001">
                <a:tc>
                  <a:txBody>
                    <a:bodyPr/>
                    <a:lstStyle/>
                    <a:p>
                      <a:endParaRPr lang="en-IN" sz="1800" dirty="0">
                        <a:solidFill>
                          <a:schemeClr val="tx1"/>
                        </a:solidFill>
                      </a:endParaRPr>
                    </a:p>
                  </a:txBody>
                  <a:tcPr/>
                </a:tc>
                <a:extLst>
                  <a:ext uri="{0D108BD9-81ED-4DB2-BD59-A6C34878D82A}">
                    <a16:rowId xmlns="" xmlns:a16="http://schemas.microsoft.com/office/drawing/2014/main" val="4047261007"/>
                  </a:ext>
                </a:extLst>
              </a:tr>
            </a:tbl>
          </a:graphicData>
        </a:graphic>
      </p:graphicFrame>
      <mc:AlternateContent xmlns:mc="http://schemas.openxmlformats.org/markup-compatibility/2006" xmlns:a14="http://schemas.microsoft.com/office/drawing/2010/main">
        <mc:Choice Requires="a14">
          <p:sp>
            <p:nvSpPr>
              <p:cNvPr id="93" name="TextBox 92">
                <a:extLst>
                  <a:ext uri="{FF2B5EF4-FFF2-40B4-BE49-F238E27FC236}">
                    <a16:creationId xmlns="" xmlns:a16="http://schemas.microsoft.com/office/drawing/2014/main" id="{FE89B8F9-E816-4017-847F-8AB45B60C517}"/>
                  </a:ext>
                </a:extLst>
              </p:cNvPr>
              <p:cNvSpPr txBox="1"/>
              <p:nvPr/>
            </p:nvSpPr>
            <p:spPr>
              <a:xfrm>
                <a:off x="5773799" y="5057482"/>
                <a:ext cx="447331" cy="276999"/>
              </a:xfrm>
              <a:prstGeom prst="rect">
                <a:avLst/>
              </a:prstGeom>
              <a:solidFill>
                <a:schemeClr val="tx2">
                  <a:lumMod val="20000"/>
                  <a:lumOff val="80000"/>
                </a:schemeClr>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𝑃</m:t>
                          </m:r>
                        </m:e>
                        <m:sub>
                          <m:r>
                            <a:rPr lang="en-IN" b="0" i="1" smtClean="0">
                              <a:latin typeface="Cambria Math" panose="02040503050406030204" pitchFamily="18" charset="0"/>
                            </a:rPr>
                            <m:t>2</m:t>
                          </m:r>
                        </m:sub>
                      </m:sSub>
                    </m:oMath>
                  </m:oMathPara>
                </a14:m>
                <a:endParaRPr lang="en-IN" dirty="0">
                  <a:latin typeface="+mj-lt"/>
                </a:endParaRPr>
              </a:p>
            </p:txBody>
          </p:sp>
        </mc:Choice>
        <mc:Fallback xmlns="">
          <p:sp>
            <p:nvSpPr>
              <p:cNvPr id="93" name="TextBox 92">
                <a:extLst>
                  <a:ext uri="{FF2B5EF4-FFF2-40B4-BE49-F238E27FC236}">
                    <a16:creationId xmlns:a16="http://schemas.microsoft.com/office/drawing/2014/main" xmlns:a14="http://schemas.microsoft.com/office/drawing/2010/main" xmlns="" id="{FE89B8F9-E816-4017-847F-8AB45B60C517}"/>
                  </a:ext>
                </a:extLst>
              </p:cNvPr>
              <p:cNvSpPr txBox="1">
                <a:spLocks noRot="1" noChangeAspect="1" noMove="1" noResize="1" noEditPoints="1" noAdjustHandles="1" noChangeArrowheads="1" noChangeShapeType="1" noTextEdit="1"/>
              </p:cNvSpPr>
              <p:nvPr/>
            </p:nvSpPr>
            <p:spPr>
              <a:xfrm>
                <a:off x="5773799" y="5057482"/>
                <a:ext cx="447331" cy="276999"/>
              </a:xfrm>
              <a:prstGeom prst="rect">
                <a:avLst/>
              </a:prstGeom>
              <a:blipFill rotWithShape="0">
                <a:blip r:embed="rId7"/>
                <a:stretch>
                  <a:fillRect b="-20000"/>
                </a:stretch>
              </a:blipFill>
            </p:spPr>
            <p:txBody>
              <a:bodyPr/>
              <a:lstStyle/>
              <a:p>
                <a:r>
                  <a:rPr lang="en-IN">
                    <a:noFill/>
                  </a:rPr>
                  <a:t> </a:t>
                </a:r>
              </a:p>
            </p:txBody>
          </p:sp>
        </mc:Fallback>
      </mc:AlternateContent>
      <p:cxnSp>
        <p:nvCxnSpPr>
          <p:cNvPr id="94" name="Straight Connector 93">
            <a:extLst>
              <a:ext uri="{FF2B5EF4-FFF2-40B4-BE49-F238E27FC236}">
                <a16:creationId xmlns="" xmlns:a16="http://schemas.microsoft.com/office/drawing/2014/main" id="{C3C80CB5-54CB-4A28-85BB-49E121D50CA4}"/>
              </a:ext>
            </a:extLst>
          </p:cNvPr>
          <p:cNvCxnSpPr>
            <a:cxnSpLocks/>
          </p:cNvCxnSpPr>
          <p:nvPr/>
        </p:nvCxnSpPr>
        <p:spPr>
          <a:xfrm>
            <a:off x="5773799" y="5053350"/>
            <a:ext cx="0" cy="37951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5" name="TextBox 94">
                <a:extLst>
                  <a:ext uri="{FF2B5EF4-FFF2-40B4-BE49-F238E27FC236}">
                    <a16:creationId xmlns="" xmlns:a16="http://schemas.microsoft.com/office/drawing/2014/main" id="{27B668EB-F3AB-4252-8A25-FD27C88A7F5E}"/>
                  </a:ext>
                </a:extLst>
              </p:cNvPr>
              <p:cNvSpPr txBox="1"/>
              <p:nvPr/>
            </p:nvSpPr>
            <p:spPr>
              <a:xfrm>
                <a:off x="5322362" y="5063263"/>
                <a:ext cx="447331" cy="276999"/>
              </a:xfrm>
              <a:prstGeom prst="rect">
                <a:avLst/>
              </a:prstGeom>
              <a:solidFill>
                <a:schemeClr val="tx2">
                  <a:lumMod val="40000"/>
                  <a:lumOff val="60000"/>
                </a:schemeClr>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𝑃</m:t>
                          </m:r>
                        </m:e>
                        <m:sub>
                          <m:r>
                            <a:rPr lang="en-IN" b="0" i="1" smtClean="0">
                              <a:latin typeface="Cambria Math" panose="02040503050406030204" pitchFamily="18" charset="0"/>
                            </a:rPr>
                            <m:t>3</m:t>
                          </m:r>
                        </m:sub>
                      </m:sSub>
                    </m:oMath>
                  </m:oMathPara>
                </a14:m>
                <a:endParaRPr lang="en-IN" dirty="0">
                  <a:latin typeface="+mj-lt"/>
                </a:endParaRPr>
              </a:p>
            </p:txBody>
          </p:sp>
        </mc:Choice>
        <mc:Fallback xmlns="">
          <p:sp>
            <p:nvSpPr>
              <p:cNvPr id="95" name="TextBox 94">
                <a:extLst>
                  <a:ext uri="{FF2B5EF4-FFF2-40B4-BE49-F238E27FC236}">
                    <a16:creationId xmlns:a16="http://schemas.microsoft.com/office/drawing/2014/main" xmlns:a14="http://schemas.microsoft.com/office/drawing/2010/main" xmlns="" id="{27B668EB-F3AB-4252-8A25-FD27C88A7F5E}"/>
                  </a:ext>
                </a:extLst>
              </p:cNvPr>
              <p:cNvSpPr txBox="1">
                <a:spLocks noRot="1" noChangeAspect="1" noMove="1" noResize="1" noEditPoints="1" noAdjustHandles="1" noChangeArrowheads="1" noChangeShapeType="1" noTextEdit="1"/>
              </p:cNvSpPr>
              <p:nvPr/>
            </p:nvSpPr>
            <p:spPr>
              <a:xfrm>
                <a:off x="5322362" y="5063263"/>
                <a:ext cx="447331" cy="276999"/>
              </a:xfrm>
              <a:prstGeom prst="rect">
                <a:avLst/>
              </a:prstGeom>
              <a:blipFill rotWithShape="0">
                <a:blip r:embed="rId8"/>
                <a:stretch>
                  <a:fillRect b="-20000"/>
                </a:stretch>
              </a:blipFill>
            </p:spPr>
            <p:txBody>
              <a:bodyPr/>
              <a:lstStyle/>
              <a:p>
                <a:r>
                  <a:rPr lang="en-IN">
                    <a:noFill/>
                  </a:rPr>
                  <a:t> </a:t>
                </a:r>
              </a:p>
            </p:txBody>
          </p:sp>
        </mc:Fallback>
      </mc:AlternateContent>
      <p:cxnSp>
        <p:nvCxnSpPr>
          <p:cNvPr id="96" name="Straight Connector 95">
            <a:extLst>
              <a:ext uri="{FF2B5EF4-FFF2-40B4-BE49-F238E27FC236}">
                <a16:creationId xmlns="" xmlns:a16="http://schemas.microsoft.com/office/drawing/2014/main" id="{2FEFB4DC-DA37-425C-AED8-D8B9DAC5AE62}"/>
              </a:ext>
            </a:extLst>
          </p:cNvPr>
          <p:cNvCxnSpPr>
            <a:cxnSpLocks/>
          </p:cNvCxnSpPr>
          <p:nvPr/>
        </p:nvCxnSpPr>
        <p:spPr>
          <a:xfrm>
            <a:off x="5321927" y="5053350"/>
            <a:ext cx="0" cy="37951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7" name="TextBox 96">
                <a:extLst>
                  <a:ext uri="{FF2B5EF4-FFF2-40B4-BE49-F238E27FC236}">
                    <a16:creationId xmlns="" xmlns:a16="http://schemas.microsoft.com/office/drawing/2014/main" id="{7CB18132-86AC-4201-AD83-08AEDA97A925}"/>
                  </a:ext>
                </a:extLst>
              </p:cNvPr>
              <p:cNvSpPr txBox="1"/>
              <p:nvPr/>
            </p:nvSpPr>
            <p:spPr>
              <a:xfrm>
                <a:off x="5777238" y="5552094"/>
                <a:ext cx="447331" cy="276999"/>
              </a:xfrm>
              <a:prstGeom prst="rect">
                <a:avLst/>
              </a:prstGeom>
              <a:solidFill>
                <a:schemeClr val="tx2">
                  <a:lumMod val="40000"/>
                  <a:lumOff val="60000"/>
                </a:schemeClr>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𝑃</m:t>
                          </m:r>
                        </m:e>
                        <m:sub>
                          <m:r>
                            <a:rPr lang="en-IN" b="0" i="1" smtClean="0">
                              <a:latin typeface="Cambria Math" panose="02040503050406030204" pitchFamily="18" charset="0"/>
                            </a:rPr>
                            <m:t>3</m:t>
                          </m:r>
                        </m:sub>
                      </m:sSub>
                    </m:oMath>
                  </m:oMathPara>
                </a14:m>
                <a:endParaRPr lang="en-IN" dirty="0">
                  <a:latin typeface="+mj-lt"/>
                </a:endParaRPr>
              </a:p>
            </p:txBody>
          </p:sp>
        </mc:Choice>
        <mc:Fallback xmlns="">
          <p:sp>
            <p:nvSpPr>
              <p:cNvPr id="97" name="TextBox 96">
                <a:extLst>
                  <a:ext uri="{FF2B5EF4-FFF2-40B4-BE49-F238E27FC236}">
                    <a16:creationId xmlns:a16="http://schemas.microsoft.com/office/drawing/2014/main" xmlns:a14="http://schemas.microsoft.com/office/drawing/2010/main" xmlns="" id="{7CB18132-86AC-4201-AD83-08AEDA97A925}"/>
                  </a:ext>
                </a:extLst>
              </p:cNvPr>
              <p:cNvSpPr txBox="1">
                <a:spLocks noRot="1" noChangeAspect="1" noMove="1" noResize="1" noEditPoints="1" noAdjustHandles="1" noChangeArrowheads="1" noChangeShapeType="1" noTextEdit="1"/>
              </p:cNvSpPr>
              <p:nvPr/>
            </p:nvSpPr>
            <p:spPr>
              <a:xfrm>
                <a:off x="5777238" y="5552094"/>
                <a:ext cx="447331" cy="276999"/>
              </a:xfrm>
              <a:prstGeom prst="rect">
                <a:avLst/>
              </a:prstGeom>
              <a:blipFill rotWithShape="0">
                <a:blip r:embed="rId9"/>
                <a:stretch>
                  <a:fillRect b="-20000"/>
                </a:stretch>
              </a:blipFill>
            </p:spPr>
            <p:txBody>
              <a:bodyPr/>
              <a:lstStyle/>
              <a:p>
                <a:r>
                  <a:rPr lang="en-IN">
                    <a:noFill/>
                  </a:rPr>
                  <a:t> </a:t>
                </a:r>
              </a:p>
            </p:txBody>
          </p:sp>
        </mc:Fallback>
      </mc:AlternateContent>
      <p:cxnSp>
        <p:nvCxnSpPr>
          <p:cNvPr id="98" name="Straight Connector 97">
            <a:extLst>
              <a:ext uri="{FF2B5EF4-FFF2-40B4-BE49-F238E27FC236}">
                <a16:creationId xmlns="" xmlns:a16="http://schemas.microsoft.com/office/drawing/2014/main" id="{6A53DF4A-69F2-4A7F-9B8F-8ED6205AA0B9}"/>
              </a:ext>
            </a:extLst>
          </p:cNvPr>
          <p:cNvCxnSpPr>
            <a:cxnSpLocks/>
          </p:cNvCxnSpPr>
          <p:nvPr/>
        </p:nvCxnSpPr>
        <p:spPr>
          <a:xfrm>
            <a:off x="5788369" y="5541265"/>
            <a:ext cx="0" cy="37951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99" name="Rectangle 98">
            <a:extLst>
              <a:ext uri="{FF2B5EF4-FFF2-40B4-BE49-F238E27FC236}">
                <a16:creationId xmlns="" xmlns:a16="http://schemas.microsoft.com/office/drawing/2014/main" id="{4FE603AB-BC64-4829-93D3-4338F9AD1061}"/>
              </a:ext>
            </a:extLst>
          </p:cNvPr>
          <p:cNvSpPr/>
          <p:nvPr/>
        </p:nvSpPr>
        <p:spPr>
          <a:xfrm>
            <a:off x="6096000" y="964669"/>
            <a:ext cx="4165600" cy="923330"/>
          </a:xfrm>
          <a:prstGeom prst="rect">
            <a:avLst/>
          </a:prstGeom>
          <a:solidFill>
            <a:srgbClr val="1D3064"/>
          </a:solidFill>
          <a:ln>
            <a:noFill/>
          </a:ln>
        </p:spPr>
        <p:txBody>
          <a:bodyPr wrap="square">
            <a:spAutoFit/>
          </a:bodyPr>
          <a:lstStyle/>
          <a:p>
            <a:pPr algn="just">
              <a:lnSpc>
                <a:spcPct val="90000"/>
              </a:lnSpc>
            </a:pPr>
            <a:r>
              <a:rPr lang="en-US" altLang="en-US" sz="2000" dirty="0">
                <a:solidFill>
                  <a:schemeClr val="bg1"/>
                </a:solidFill>
                <a:latin typeface="+mj-lt"/>
              </a:rPr>
              <a:t>Process P</a:t>
            </a:r>
            <a:r>
              <a:rPr lang="en-US" altLang="en-US" sz="2000" baseline="-25000" dirty="0">
                <a:solidFill>
                  <a:schemeClr val="bg1"/>
                </a:solidFill>
                <a:latin typeface="+mj-lt"/>
              </a:rPr>
              <a:t>2</a:t>
            </a:r>
            <a:r>
              <a:rPr lang="en-US" altLang="en-US" sz="2000" dirty="0">
                <a:solidFill>
                  <a:schemeClr val="bg1"/>
                </a:solidFill>
                <a:latin typeface="+mj-lt"/>
              </a:rPr>
              <a:t> then asks permission to enter the same critical region.  The coordinator does not reply.</a:t>
            </a:r>
          </a:p>
        </p:txBody>
      </p:sp>
      <p:sp>
        <p:nvSpPr>
          <p:cNvPr id="100" name="Rectangle 99">
            <a:extLst>
              <a:ext uri="{FF2B5EF4-FFF2-40B4-BE49-F238E27FC236}">
                <a16:creationId xmlns="" xmlns:a16="http://schemas.microsoft.com/office/drawing/2014/main" id="{30734032-0FD3-4D23-9D08-E91BBE69CEAD}"/>
              </a:ext>
            </a:extLst>
          </p:cNvPr>
          <p:cNvSpPr/>
          <p:nvPr/>
        </p:nvSpPr>
        <p:spPr>
          <a:xfrm>
            <a:off x="1122260" y="3856420"/>
            <a:ext cx="3124189" cy="840230"/>
          </a:xfrm>
          <a:prstGeom prst="rect">
            <a:avLst/>
          </a:prstGeom>
          <a:solidFill>
            <a:schemeClr val="tx2">
              <a:lumMod val="20000"/>
              <a:lumOff val="80000"/>
            </a:schemeClr>
          </a:solidFill>
        </p:spPr>
        <p:txBody>
          <a:bodyPr wrap="square">
            <a:spAutoFit/>
          </a:bodyPr>
          <a:lstStyle/>
          <a:p>
            <a:pPr algn="just">
              <a:lnSpc>
                <a:spcPct val="90000"/>
              </a:lnSpc>
            </a:pPr>
            <a:r>
              <a:rPr lang="en-US" altLang="en-US" dirty="0">
                <a:latin typeface="+mj-lt"/>
              </a:rPr>
              <a:t>When process P</a:t>
            </a:r>
            <a:r>
              <a:rPr lang="en-US" altLang="en-US" baseline="-25000" dirty="0">
                <a:latin typeface="+mj-lt"/>
              </a:rPr>
              <a:t>1</a:t>
            </a:r>
            <a:r>
              <a:rPr lang="en-US" altLang="en-US" dirty="0">
                <a:latin typeface="+mj-lt"/>
              </a:rPr>
              <a:t> exits the  critical section sends a release message to P</a:t>
            </a:r>
            <a:r>
              <a:rPr lang="en-US" altLang="en-US" baseline="-25000" dirty="0">
                <a:latin typeface="+mj-lt"/>
              </a:rPr>
              <a:t>c </a:t>
            </a:r>
            <a:endParaRPr lang="en-US" altLang="en-US" dirty="0">
              <a:latin typeface="+mj-lt"/>
            </a:endParaRPr>
          </a:p>
        </p:txBody>
      </p:sp>
      <p:sp>
        <p:nvSpPr>
          <p:cNvPr id="101" name="Rectangle 100">
            <a:extLst>
              <a:ext uri="{FF2B5EF4-FFF2-40B4-BE49-F238E27FC236}">
                <a16:creationId xmlns="" xmlns:a16="http://schemas.microsoft.com/office/drawing/2014/main" id="{7F37BABD-7DC6-493A-A0C0-EDFF4658C68C}"/>
              </a:ext>
            </a:extLst>
          </p:cNvPr>
          <p:cNvSpPr/>
          <p:nvPr/>
        </p:nvSpPr>
        <p:spPr>
          <a:xfrm>
            <a:off x="576294" y="3856420"/>
            <a:ext cx="3694254" cy="923330"/>
          </a:xfrm>
          <a:prstGeom prst="rect">
            <a:avLst/>
          </a:prstGeom>
          <a:solidFill>
            <a:srgbClr val="1D3064"/>
          </a:solidFill>
          <a:ln>
            <a:noFill/>
          </a:ln>
        </p:spPr>
        <p:txBody>
          <a:bodyPr wrap="square">
            <a:spAutoFit/>
          </a:bodyPr>
          <a:lstStyle/>
          <a:p>
            <a:pPr algn="just">
              <a:lnSpc>
                <a:spcPct val="90000"/>
              </a:lnSpc>
            </a:pPr>
            <a:r>
              <a:rPr lang="en-US" altLang="en-US" sz="2000" dirty="0">
                <a:solidFill>
                  <a:schemeClr val="bg1"/>
                </a:solidFill>
                <a:latin typeface="+mj-lt"/>
              </a:rPr>
              <a:t>Process P</a:t>
            </a:r>
            <a:r>
              <a:rPr lang="en-US" altLang="en-US" sz="2000" baseline="-25000" dirty="0">
                <a:solidFill>
                  <a:schemeClr val="bg1"/>
                </a:solidFill>
                <a:latin typeface="+mj-lt"/>
              </a:rPr>
              <a:t>1</a:t>
            </a:r>
            <a:r>
              <a:rPr lang="en-US" altLang="en-US" sz="2000" dirty="0">
                <a:solidFill>
                  <a:schemeClr val="bg1"/>
                </a:solidFill>
                <a:latin typeface="+mj-lt"/>
              </a:rPr>
              <a:t> wants to enter a critical section for which it sends a request to P</a:t>
            </a:r>
            <a:r>
              <a:rPr lang="en-US" altLang="en-US" sz="2000" baseline="-25000" dirty="0">
                <a:solidFill>
                  <a:schemeClr val="bg1"/>
                </a:solidFill>
                <a:latin typeface="+mj-lt"/>
              </a:rPr>
              <a:t>c</a:t>
            </a:r>
          </a:p>
        </p:txBody>
      </p:sp>
      <p:sp>
        <p:nvSpPr>
          <p:cNvPr id="102" name="Rectangle 101">
            <a:extLst>
              <a:ext uri="{FF2B5EF4-FFF2-40B4-BE49-F238E27FC236}">
                <a16:creationId xmlns="" xmlns:a16="http://schemas.microsoft.com/office/drawing/2014/main" id="{808278FE-EE2F-4B4F-ABFB-65008D01804F}"/>
              </a:ext>
            </a:extLst>
          </p:cNvPr>
          <p:cNvSpPr/>
          <p:nvPr/>
        </p:nvSpPr>
        <p:spPr>
          <a:xfrm>
            <a:off x="589926" y="1712478"/>
            <a:ext cx="3680621" cy="923330"/>
          </a:xfrm>
          <a:prstGeom prst="rect">
            <a:avLst/>
          </a:prstGeom>
          <a:solidFill>
            <a:srgbClr val="1D3064"/>
          </a:solidFill>
        </p:spPr>
        <p:txBody>
          <a:bodyPr wrap="square">
            <a:spAutoFit/>
          </a:bodyPr>
          <a:lstStyle/>
          <a:p>
            <a:pPr algn="just">
              <a:lnSpc>
                <a:spcPct val="90000"/>
              </a:lnSpc>
            </a:pPr>
            <a:r>
              <a:rPr lang="en-US" altLang="en-US" sz="2000" dirty="0">
                <a:solidFill>
                  <a:schemeClr val="bg1"/>
                </a:solidFill>
                <a:latin typeface="+mj-lt"/>
              </a:rPr>
              <a:t>P</a:t>
            </a:r>
            <a:r>
              <a:rPr lang="en-US" altLang="en-US" sz="2000" baseline="-25000" dirty="0">
                <a:solidFill>
                  <a:schemeClr val="bg1"/>
                </a:solidFill>
                <a:latin typeface="+mj-lt"/>
              </a:rPr>
              <a:t>c  </a:t>
            </a:r>
            <a:r>
              <a:rPr lang="en-US" altLang="en-US" sz="2000" dirty="0">
                <a:solidFill>
                  <a:schemeClr val="bg1"/>
                </a:solidFill>
                <a:latin typeface="+mj-lt"/>
              </a:rPr>
              <a:t>sends back a reply message granting permission to P</a:t>
            </a:r>
            <a:r>
              <a:rPr lang="en-US" altLang="en-US" sz="2000" baseline="-25000" dirty="0">
                <a:solidFill>
                  <a:schemeClr val="bg1"/>
                </a:solidFill>
                <a:latin typeface="+mj-lt"/>
              </a:rPr>
              <a:t>1</a:t>
            </a:r>
            <a:r>
              <a:rPr lang="en-US" altLang="en-US" sz="2000" dirty="0">
                <a:solidFill>
                  <a:schemeClr val="bg1"/>
                </a:solidFill>
                <a:latin typeface="+mj-lt"/>
              </a:rPr>
              <a:t> as critical section is free.  </a:t>
            </a:r>
            <a:endParaRPr lang="en-US" altLang="en-US" sz="2000" baseline="-25000" dirty="0">
              <a:solidFill>
                <a:schemeClr val="bg1"/>
              </a:solidFill>
              <a:latin typeface="+mj-lt"/>
            </a:endParaRPr>
          </a:p>
        </p:txBody>
      </p:sp>
      <p:sp>
        <p:nvSpPr>
          <p:cNvPr id="103" name="Rectangle 102">
            <a:extLst>
              <a:ext uri="{FF2B5EF4-FFF2-40B4-BE49-F238E27FC236}">
                <a16:creationId xmlns="" xmlns:a16="http://schemas.microsoft.com/office/drawing/2014/main" id="{00F93438-7409-414A-AE3F-D9027E25EB0A}"/>
              </a:ext>
            </a:extLst>
          </p:cNvPr>
          <p:cNvSpPr/>
          <p:nvPr/>
        </p:nvSpPr>
        <p:spPr>
          <a:xfrm>
            <a:off x="561386" y="1718863"/>
            <a:ext cx="3678178" cy="923330"/>
          </a:xfrm>
          <a:prstGeom prst="rect">
            <a:avLst/>
          </a:prstGeom>
          <a:solidFill>
            <a:srgbClr val="1D3064"/>
          </a:solidFill>
          <a:ln>
            <a:noFill/>
          </a:ln>
        </p:spPr>
        <p:txBody>
          <a:bodyPr wrap="square">
            <a:spAutoFit/>
          </a:bodyPr>
          <a:lstStyle/>
          <a:p>
            <a:pPr algn="just">
              <a:lnSpc>
                <a:spcPct val="90000"/>
              </a:lnSpc>
            </a:pPr>
            <a:r>
              <a:rPr lang="en-US" altLang="en-US" sz="2000" dirty="0">
                <a:solidFill>
                  <a:schemeClr val="bg1"/>
                </a:solidFill>
                <a:latin typeface="+mj-lt"/>
              </a:rPr>
              <a:t>On receiving release message, P</a:t>
            </a:r>
            <a:r>
              <a:rPr lang="en-US" altLang="en-US" sz="2000" baseline="-25000" dirty="0">
                <a:solidFill>
                  <a:schemeClr val="bg1"/>
                </a:solidFill>
                <a:latin typeface="+mj-lt"/>
              </a:rPr>
              <a:t>c </a:t>
            </a:r>
            <a:r>
              <a:rPr lang="en-US" altLang="en-US" sz="2000" dirty="0">
                <a:solidFill>
                  <a:schemeClr val="bg1"/>
                </a:solidFill>
                <a:latin typeface="+mj-lt"/>
              </a:rPr>
              <a:t>takes the first request from the queue and sends a reply message.</a:t>
            </a:r>
          </a:p>
        </p:txBody>
      </p:sp>
    </p:spTree>
    <p:extLst>
      <p:ext uri="{BB962C8B-B14F-4D97-AF65-F5344CB8AC3E}">
        <p14:creationId xmlns:p14="http://schemas.microsoft.com/office/powerpoint/2010/main" val="37573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8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6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6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01"/>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xit" presetSubtype="0" fill="hold" grpId="1" nodeType="clickEffect">
                                  <p:stCondLst>
                                    <p:cond delay="0"/>
                                  </p:stCondLst>
                                  <p:childTnLst>
                                    <p:set>
                                      <p:cBhvr>
                                        <p:cTn id="44" dur="1" fill="hold">
                                          <p:stCondLst>
                                            <p:cond delay="0"/>
                                          </p:stCondLst>
                                        </p:cTn>
                                        <p:tgtEl>
                                          <p:spTgt spid="101"/>
                                        </p:tgtEl>
                                        <p:attrNameLst>
                                          <p:attrName>style.visibility</p:attrName>
                                        </p:attrNameLst>
                                      </p:cBhvr>
                                      <p:to>
                                        <p:strVal val="hidden"/>
                                      </p:to>
                                    </p:set>
                                  </p:childTnLst>
                                </p:cTn>
                              </p:par>
                              <p:par>
                                <p:cTn id="45" presetID="1" presetClass="entr" presetSubtype="0" fill="hold" grpId="0" nodeType="withEffect">
                                  <p:stCondLst>
                                    <p:cond delay="0"/>
                                  </p:stCondLst>
                                  <p:childTnLst>
                                    <p:set>
                                      <p:cBhvr>
                                        <p:cTn id="46" dur="1" fill="hold">
                                          <p:stCondLst>
                                            <p:cond delay="0"/>
                                          </p:stCondLst>
                                        </p:cTn>
                                        <p:tgtEl>
                                          <p:spTgt spid="7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02"/>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6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xit" presetSubtype="0" fill="hold" grpId="1" nodeType="clickEffect">
                                  <p:stCondLst>
                                    <p:cond delay="0"/>
                                  </p:stCondLst>
                                  <p:childTnLst>
                                    <p:set>
                                      <p:cBhvr>
                                        <p:cTn id="54" dur="1" fill="hold">
                                          <p:stCondLst>
                                            <p:cond delay="0"/>
                                          </p:stCondLst>
                                        </p:cTn>
                                        <p:tgtEl>
                                          <p:spTgt spid="102"/>
                                        </p:tgtEl>
                                        <p:attrNameLst>
                                          <p:attrName>style.visibility</p:attrName>
                                        </p:attrNameLst>
                                      </p:cBhvr>
                                      <p:to>
                                        <p:strVal val="hidden"/>
                                      </p:to>
                                    </p:set>
                                  </p:childTnLst>
                                </p:cTn>
                              </p:par>
                              <p:par>
                                <p:cTn id="55" presetID="1" presetClass="entr" presetSubtype="0" fill="hold" nodeType="withEffect">
                                  <p:stCondLst>
                                    <p:cond delay="0"/>
                                  </p:stCondLst>
                                  <p:childTnLst>
                                    <p:set>
                                      <p:cBhvr>
                                        <p:cTn id="56" dur="1" fill="hold">
                                          <p:stCondLst>
                                            <p:cond delay="0"/>
                                          </p:stCondLst>
                                        </p:cTn>
                                        <p:tgtEl>
                                          <p:spTgt spid="78"/>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75"/>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99"/>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xit" presetSubtype="0" fill="hold" grpId="1" nodeType="clickEffect">
                                  <p:stCondLst>
                                    <p:cond delay="0"/>
                                  </p:stCondLst>
                                  <p:childTnLst>
                                    <p:set>
                                      <p:cBhvr>
                                        <p:cTn id="66" dur="1" fill="hold">
                                          <p:stCondLst>
                                            <p:cond delay="0"/>
                                          </p:stCondLst>
                                        </p:cTn>
                                        <p:tgtEl>
                                          <p:spTgt spid="99"/>
                                        </p:tgtEl>
                                        <p:attrNameLst>
                                          <p:attrName>style.visibility</p:attrName>
                                        </p:attrNameLst>
                                      </p:cBhvr>
                                      <p:to>
                                        <p:strVal val="hidden"/>
                                      </p:to>
                                    </p:set>
                                  </p:childTnLst>
                                </p:cTn>
                              </p:par>
                              <p:par>
                                <p:cTn id="67" presetID="1" presetClass="entr" presetSubtype="0" fill="hold" nodeType="withEffect">
                                  <p:stCondLst>
                                    <p:cond delay="0"/>
                                  </p:stCondLst>
                                  <p:childTnLst>
                                    <p:set>
                                      <p:cBhvr>
                                        <p:cTn id="68" dur="1" fill="hold">
                                          <p:stCondLst>
                                            <p:cond delay="0"/>
                                          </p:stCondLst>
                                        </p:cTn>
                                        <p:tgtEl>
                                          <p:spTgt spid="83"/>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90"/>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91"/>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86"/>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66"/>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74"/>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92"/>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93"/>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94"/>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95"/>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96"/>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0" nodeType="clickEffect">
                                  <p:stCondLst>
                                    <p:cond delay="0"/>
                                  </p:stCondLst>
                                  <p:childTnLst>
                                    <p:set>
                                      <p:cBhvr>
                                        <p:cTn id="100" dur="1" fill="hold">
                                          <p:stCondLst>
                                            <p:cond delay="0"/>
                                          </p:stCondLst>
                                        </p:cTn>
                                        <p:tgtEl>
                                          <p:spTgt spid="87"/>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nodeType="clickEffect">
                                  <p:stCondLst>
                                    <p:cond delay="0"/>
                                  </p:stCondLst>
                                  <p:childTnLst>
                                    <p:set>
                                      <p:cBhvr>
                                        <p:cTn id="104" dur="1" fill="hold">
                                          <p:stCondLst>
                                            <p:cond delay="0"/>
                                          </p:stCondLst>
                                        </p:cTn>
                                        <p:tgtEl>
                                          <p:spTgt spid="65"/>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72"/>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100"/>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xit" presetSubtype="0" fill="hold" grpId="1" nodeType="clickEffect">
                                  <p:stCondLst>
                                    <p:cond delay="0"/>
                                  </p:stCondLst>
                                  <p:childTnLst>
                                    <p:set>
                                      <p:cBhvr>
                                        <p:cTn id="114" dur="1" fill="hold">
                                          <p:stCondLst>
                                            <p:cond delay="0"/>
                                          </p:stCondLst>
                                        </p:cTn>
                                        <p:tgtEl>
                                          <p:spTgt spid="100"/>
                                        </p:tgtEl>
                                        <p:attrNameLst>
                                          <p:attrName>style.visibility</p:attrName>
                                        </p:attrNameLst>
                                      </p:cBhvr>
                                      <p:to>
                                        <p:strVal val="hidden"/>
                                      </p:to>
                                    </p:set>
                                  </p:childTnLst>
                                </p:cTn>
                              </p:par>
                              <p:par>
                                <p:cTn id="115" presetID="1" presetClass="entr" presetSubtype="0" fill="hold" grpId="0" nodeType="withEffect">
                                  <p:stCondLst>
                                    <p:cond delay="0"/>
                                  </p:stCondLst>
                                  <p:childTnLst>
                                    <p:set>
                                      <p:cBhvr>
                                        <p:cTn id="116" dur="1" fill="hold">
                                          <p:stCondLst>
                                            <p:cond delay="0"/>
                                          </p:stCondLst>
                                        </p:cTn>
                                        <p:tgtEl>
                                          <p:spTgt spid="103"/>
                                        </p:tgtEl>
                                        <p:attrNameLst>
                                          <p:attrName>style.visibility</p:attrName>
                                        </p:attrNameLst>
                                      </p:cBhvr>
                                      <p:to>
                                        <p:strVal val="visible"/>
                                      </p:to>
                                    </p:set>
                                  </p:childTnLst>
                                </p:cTn>
                              </p:par>
                            </p:childTnLst>
                          </p:cTn>
                        </p:par>
                      </p:childTnLst>
                    </p:cTn>
                  </p:par>
                  <p:par>
                    <p:cTn id="117" fill="hold">
                      <p:stCondLst>
                        <p:cond delay="indefinite"/>
                      </p:stCondLst>
                      <p:childTnLst>
                        <p:par>
                          <p:cTn id="118" fill="hold">
                            <p:stCondLst>
                              <p:cond delay="0"/>
                            </p:stCondLst>
                            <p:childTnLst>
                              <p:par>
                                <p:cTn id="119" presetID="1" presetClass="exit" presetSubtype="0" fill="hold" grpId="1" nodeType="clickEffect">
                                  <p:stCondLst>
                                    <p:cond delay="0"/>
                                  </p:stCondLst>
                                  <p:childTnLst>
                                    <p:set>
                                      <p:cBhvr>
                                        <p:cTn id="120" dur="1" fill="hold">
                                          <p:stCondLst>
                                            <p:cond delay="0"/>
                                          </p:stCondLst>
                                        </p:cTn>
                                        <p:tgtEl>
                                          <p:spTgt spid="103"/>
                                        </p:tgtEl>
                                        <p:attrNameLst>
                                          <p:attrName>style.visibility</p:attrName>
                                        </p:attrNameLst>
                                      </p:cBhvr>
                                      <p:to>
                                        <p:strVal val="hidden"/>
                                      </p:to>
                                    </p:set>
                                  </p:childTnLst>
                                </p:cTn>
                              </p:par>
                              <p:par>
                                <p:cTn id="121" presetID="1" presetClass="entr" presetSubtype="0" fill="hold" grpId="0" nodeType="withEffect">
                                  <p:stCondLst>
                                    <p:cond delay="0"/>
                                  </p:stCondLst>
                                  <p:childTnLst>
                                    <p:set>
                                      <p:cBhvr>
                                        <p:cTn id="122" dur="1" fill="hold">
                                          <p:stCondLst>
                                            <p:cond delay="0"/>
                                          </p:stCondLst>
                                        </p:cTn>
                                        <p:tgtEl>
                                          <p:spTgt spid="77"/>
                                        </p:tgtEl>
                                        <p:attrNameLst>
                                          <p:attrName>style.visibility</p:attrName>
                                        </p:attrNameLst>
                                      </p:cBhvr>
                                      <p:to>
                                        <p:strVal val="visible"/>
                                      </p:to>
                                    </p:set>
                                  </p:childTnLst>
                                </p:cTn>
                              </p:par>
                              <p:par>
                                <p:cTn id="123" presetID="1" presetClass="entr" presetSubtype="0" fill="hold" nodeType="withEffect">
                                  <p:stCondLst>
                                    <p:cond delay="0"/>
                                  </p:stCondLst>
                                  <p:childTnLst>
                                    <p:set>
                                      <p:cBhvr>
                                        <p:cTn id="124" dur="1" fill="hold">
                                          <p:stCondLst>
                                            <p:cond delay="0"/>
                                          </p:stCondLst>
                                        </p:cTn>
                                        <p:tgtEl>
                                          <p:spTgt spid="79"/>
                                        </p:tgtEl>
                                        <p:attrNameLst>
                                          <p:attrName>style.visibility</p:attrName>
                                        </p:attrNameLst>
                                      </p:cBhvr>
                                      <p:to>
                                        <p:strVal val="visible"/>
                                      </p:to>
                                    </p:set>
                                  </p:childTnLst>
                                </p:cTn>
                              </p:par>
                            </p:childTnLst>
                          </p:cTn>
                        </p:par>
                      </p:childTnLst>
                    </p:cTn>
                  </p:par>
                  <p:par>
                    <p:cTn id="125" fill="hold">
                      <p:stCondLst>
                        <p:cond delay="indefinite"/>
                      </p:stCondLst>
                      <p:childTnLst>
                        <p:par>
                          <p:cTn id="126" fill="hold">
                            <p:stCondLst>
                              <p:cond delay="0"/>
                            </p:stCondLst>
                            <p:childTnLst>
                              <p:par>
                                <p:cTn id="127" presetID="1" presetClass="entr" presetSubtype="0" fill="hold" nodeType="clickEffect">
                                  <p:stCondLst>
                                    <p:cond delay="0"/>
                                  </p:stCondLst>
                                  <p:childTnLst>
                                    <p:set>
                                      <p:cBhvr>
                                        <p:cTn id="128" dur="1" fill="hold">
                                          <p:stCondLst>
                                            <p:cond delay="0"/>
                                          </p:stCondLst>
                                        </p:cTn>
                                        <p:tgtEl>
                                          <p:spTgt spid="84"/>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97"/>
                                        </p:tgtEl>
                                        <p:attrNameLst>
                                          <p:attrName>style.visibility</p:attrName>
                                        </p:attrNameLst>
                                      </p:cBhvr>
                                      <p:to>
                                        <p:strVal val="visible"/>
                                      </p:to>
                                    </p:set>
                                  </p:childTnLst>
                                </p:cTn>
                              </p:par>
                              <p:par>
                                <p:cTn id="131" presetID="1" presetClass="entr" presetSubtype="0" fill="hold" nodeType="withEffect">
                                  <p:stCondLst>
                                    <p:cond delay="0"/>
                                  </p:stCondLst>
                                  <p:childTnLst>
                                    <p:set>
                                      <p:cBhvr>
                                        <p:cTn id="132" dur="1" fill="hold">
                                          <p:stCondLst>
                                            <p:cond delay="0"/>
                                          </p:stCondLst>
                                        </p:cTn>
                                        <p:tgtEl>
                                          <p:spTgt spid="98"/>
                                        </p:tgtEl>
                                        <p:attrNameLst>
                                          <p:attrName>style.visibility</p:attrName>
                                        </p:attrNameLst>
                                      </p:cBhvr>
                                      <p:to>
                                        <p:strVal val="visible"/>
                                      </p:to>
                                    </p:set>
                                  </p:childTnLst>
                                </p:cTn>
                              </p:par>
                            </p:childTnLst>
                          </p:cTn>
                        </p:par>
                      </p:childTnLst>
                    </p:cTn>
                  </p:par>
                  <p:par>
                    <p:cTn id="133" fill="hold">
                      <p:stCondLst>
                        <p:cond delay="indefinite"/>
                      </p:stCondLst>
                      <p:childTnLst>
                        <p:par>
                          <p:cTn id="134" fill="hold">
                            <p:stCondLst>
                              <p:cond delay="0"/>
                            </p:stCondLst>
                            <p:childTnLst>
                              <p:par>
                                <p:cTn id="135" presetID="1" presetClass="entr" presetSubtype="0" fill="hold" grpId="0" nodeType="clickEffect">
                                  <p:stCondLst>
                                    <p:cond delay="0"/>
                                  </p:stCondLst>
                                  <p:childTnLst>
                                    <p:set>
                                      <p:cBhvr>
                                        <p:cTn id="136" dur="1" fill="hold">
                                          <p:stCondLst>
                                            <p:cond delay="0"/>
                                          </p:stCondLst>
                                        </p:cTn>
                                        <p:tgtEl>
                                          <p:spTgt spid="88"/>
                                        </p:tgtEl>
                                        <p:attrNameLst>
                                          <p:attrName>style.visibility</p:attrName>
                                        </p:attrNameLst>
                                      </p:cBhvr>
                                      <p:to>
                                        <p:strVal val="visible"/>
                                      </p:to>
                                    </p:set>
                                  </p:childTnLst>
                                </p:cTn>
                              </p:par>
                            </p:childTnLst>
                          </p:cTn>
                        </p:par>
                      </p:childTnLst>
                    </p:cTn>
                  </p:par>
                  <p:par>
                    <p:cTn id="137" fill="hold">
                      <p:stCondLst>
                        <p:cond delay="indefinite"/>
                      </p:stCondLst>
                      <p:childTnLst>
                        <p:par>
                          <p:cTn id="138" fill="hold">
                            <p:stCondLst>
                              <p:cond delay="0"/>
                            </p:stCondLst>
                            <p:childTnLst>
                              <p:par>
                                <p:cTn id="139" presetID="1" presetClass="entr" presetSubtype="0" fill="hold" nodeType="clickEffect">
                                  <p:stCondLst>
                                    <p:cond delay="0"/>
                                  </p:stCondLst>
                                  <p:childTnLst>
                                    <p:set>
                                      <p:cBhvr>
                                        <p:cTn id="140" dur="1" fill="hold">
                                          <p:stCondLst>
                                            <p:cond delay="0"/>
                                          </p:stCondLst>
                                        </p:cTn>
                                        <p:tgtEl>
                                          <p:spTgt spid="80"/>
                                        </p:tgtEl>
                                        <p:attrNameLst>
                                          <p:attrName>style.visibility</p:attrName>
                                        </p:attrNameLst>
                                      </p:cBhvr>
                                      <p:to>
                                        <p:strVal val="visible"/>
                                      </p:to>
                                    </p:set>
                                  </p:childTnLst>
                                </p:cTn>
                              </p:par>
                              <p:par>
                                <p:cTn id="141" presetID="1" presetClass="entr" presetSubtype="0" fill="hold" grpId="0" nodeType="withEffect">
                                  <p:stCondLst>
                                    <p:cond delay="0"/>
                                  </p:stCondLst>
                                  <p:childTnLst>
                                    <p:set>
                                      <p:cBhvr>
                                        <p:cTn id="142" dur="1" fill="hold">
                                          <p:stCondLst>
                                            <p:cond delay="0"/>
                                          </p:stCondLst>
                                        </p:cTn>
                                        <p:tgtEl>
                                          <p:spTgt spid="76"/>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nodeType="clickEffect">
                                  <p:stCondLst>
                                    <p:cond delay="0"/>
                                  </p:stCondLst>
                                  <p:childTnLst>
                                    <p:set>
                                      <p:cBhvr>
                                        <p:cTn id="146" dur="1" fill="hold">
                                          <p:stCondLst>
                                            <p:cond delay="0"/>
                                          </p:stCondLst>
                                        </p:cTn>
                                        <p:tgtEl>
                                          <p:spTgt spid="67"/>
                                        </p:tgtEl>
                                        <p:attrNameLst>
                                          <p:attrName>style.visibility</p:attrName>
                                        </p:attrNameLst>
                                      </p:cBhvr>
                                      <p:to>
                                        <p:strVal val="visible"/>
                                      </p:to>
                                    </p:set>
                                  </p:childTnLst>
                                </p:cTn>
                              </p:par>
                              <p:par>
                                <p:cTn id="147" presetID="1" presetClass="entr" presetSubtype="0" fill="hold" grpId="0" nodeType="withEffect">
                                  <p:stCondLst>
                                    <p:cond delay="0"/>
                                  </p:stCondLst>
                                  <p:childTnLst>
                                    <p:set>
                                      <p:cBhvr>
                                        <p:cTn id="148" dur="1" fill="hold">
                                          <p:stCondLst>
                                            <p:cond delay="0"/>
                                          </p:stCondLst>
                                        </p:cTn>
                                        <p:tgtEl>
                                          <p:spTgt spid="70"/>
                                        </p:tgtEl>
                                        <p:attrNameLst>
                                          <p:attrName>style.visibility</p:attrName>
                                        </p:attrNameLst>
                                      </p:cBhvr>
                                      <p:to>
                                        <p:strVal val="visible"/>
                                      </p:to>
                                    </p:set>
                                  </p:childTnLst>
                                </p:cTn>
                              </p:par>
                            </p:childTnLst>
                          </p:cTn>
                        </p:par>
                      </p:childTnLst>
                    </p:cTn>
                  </p:par>
                  <p:par>
                    <p:cTn id="149" fill="hold">
                      <p:stCondLst>
                        <p:cond delay="indefinite"/>
                      </p:stCondLst>
                      <p:childTnLst>
                        <p:par>
                          <p:cTn id="150" fill="hold">
                            <p:stCondLst>
                              <p:cond delay="0"/>
                            </p:stCondLst>
                            <p:childTnLst>
                              <p:par>
                                <p:cTn id="151" presetID="1" presetClass="entr" presetSubtype="0" fill="hold" nodeType="clickEffect">
                                  <p:stCondLst>
                                    <p:cond delay="0"/>
                                  </p:stCondLst>
                                  <p:childTnLst>
                                    <p:set>
                                      <p:cBhvr>
                                        <p:cTn id="152" dur="1" fill="hold">
                                          <p:stCondLst>
                                            <p:cond delay="0"/>
                                          </p:stCondLst>
                                        </p:cTn>
                                        <p:tgtEl>
                                          <p:spTgt spid="85"/>
                                        </p:tgtEl>
                                        <p:attrNameLst>
                                          <p:attrName>style.visibility</p:attrName>
                                        </p:attrNameLst>
                                      </p:cBhvr>
                                      <p:to>
                                        <p:strVal val="visible"/>
                                      </p:to>
                                    </p:set>
                                  </p:childTnLst>
                                </p:cTn>
                              </p:par>
                            </p:childTnLst>
                          </p:cTn>
                        </p:par>
                      </p:childTnLst>
                    </p:cTn>
                  </p:par>
                  <p:par>
                    <p:cTn id="153" fill="hold">
                      <p:stCondLst>
                        <p:cond delay="indefinite"/>
                      </p:stCondLst>
                      <p:childTnLst>
                        <p:par>
                          <p:cTn id="154" fill="hold">
                            <p:stCondLst>
                              <p:cond delay="0"/>
                            </p:stCondLst>
                            <p:childTnLst>
                              <p:par>
                                <p:cTn id="155" presetID="1" presetClass="entr" presetSubtype="0" fill="hold" grpId="0" nodeType="clickEffect">
                                  <p:stCondLst>
                                    <p:cond delay="0"/>
                                  </p:stCondLst>
                                  <p:childTnLst>
                                    <p:set>
                                      <p:cBhvr>
                                        <p:cTn id="156" dur="1" fill="hold">
                                          <p:stCondLst>
                                            <p:cond delay="0"/>
                                          </p:stCondLst>
                                        </p:cTn>
                                        <p:tgtEl>
                                          <p:spTgt spid="89"/>
                                        </p:tgtEl>
                                        <p:attrNameLst>
                                          <p:attrName>style.visibility</p:attrName>
                                        </p:attrNameLst>
                                      </p:cBhvr>
                                      <p:to>
                                        <p:strVal val="visible"/>
                                      </p:to>
                                    </p:set>
                                  </p:childTnLst>
                                </p:cTn>
                              </p:par>
                            </p:childTnLst>
                          </p:cTn>
                        </p:par>
                      </p:childTnLst>
                    </p:cTn>
                  </p:par>
                  <p:par>
                    <p:cTn id="157" fill="hold">
                      <p:stCondLst>
                        <p:cond delay="indefinite"/>
                      </p:stCondLst>
                      <p:childTnLst>
                        <p:par>
                          <p:cTn id="158" fill="hold">
                            <p:stCondLst>
                              <p:cond delay="0"/>
                            </p:stCondLst>
                            <p:childTnLst>
                              <p:par>
                                <p:cTn id="159" presetID="1" presetClass="entr" presetSubtype="0" fill="hold" nodeType="clickEffect">
                                  <p:stCondLst>
                                    <p:cond delay="0"/>
                                  </p:stCondLst>
                                  <p:childTnLst>
                                    <p:set>
                                      <p:cBhvr>
                                        <p:cTn id="160" dur="1" fill="hold">
                                          <p:stCondLst>
                                            <p:cond delay="0"/>
                                          </p:stCondLst>
                                        </p:cTn>
                                        <p:tgtEl>
                                          <p:spTgt spid="68"/>
                                        </p:tgtEl>
                                        <p:attrNameLst>
                                          <p:attrName>style.visibility</p:attrName>
                                        </p:attrNameLst>
                                      </p:cBhvr>
                                      <p:to>
                                        <p:strVal val="visible"/>
                                      </p:to>
                                    </p:set>
                                  </p:childTnLst>
                                </p:cTn>
                              </p:par>
                              <p:par>
                                <p:cTn id="161" presetID="1" presetClass="entr" presetSubtype="0" fill="hold" grpId="0" nodeType="withEffect">
                                  <p:stCondLst>
                                    <p:cond delay="0"/>
                                  </p:stCondLst>
                                  <p:childTnLst>
                                    <p:set>
                                      <p:cBhvr>
                                        <p:cTn id="162" dur="1" fill="hold">
                                          <p:stCondLst>
                                            <p:cond delay="0"/>
                                          </p:stCondLst>
                                        </p:cTn>
                                        <p:tgtEl>
                                          <p:spTgt spid="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animBg="1"/>
      <p:bldP spid="56" grpId="0" animBg="1"/>
      <p:bldP spid="57" grpId="0" animBg="1"/>
      <p:bldP spid="58" grpId="0" animBg="1"/>
      <p:bldP spid="59" grpId="0"/>
      <p:bldP spid="60" grpId="0"/>
      <p:bldP spid="61" grpId="0"/>
      <p:bldP spid="62" grpId="0"/>
      <p:bldP spid="69" grpId="0"/>
      <p:bldP spid="70" grpId="0"/>
      <p:bldP spid="71" grpId="0"/>
      <p:bldP spid="72" grpId="0"/>
      <p:bldP spid="73" grpId="0"/>
      <p:bldP spid="74" grpId="0"/>
      <p:bldP spid="75" grpId="0"/>
      <p:bldP spid="76" grpId="0"/>
      <p:bldP spid="77" grpId="0"/>
      <p:bldP spid="81" grpId="0"/>
      <p:bldP spid="86" grpId="0"/>
      <p:bldP spid="87" grpId="0"/>
      <p:bldP spid="88" grpId="0"/>
      <p:bldP spid="89" grpId="0"/>
      <p:bldP spid="90" grpId="0" animBg="1"/>
      <p:bldP spid="93" grpId="0" animBg="1"/>
      <p:bldP spid="95" grpId="0" animBg="1"/>
      <p:bldP spid="97" grpId="0" animBg="1"/>
      <p:bldP spid="99" grpId="0" animBg="1"/>
      <p:bldP spid="99" grpId="1" animBg="1"/>
      <p:bldP spid="100" grpId="0" animBg="1"/>
      <p:bldP spid="100" grpId="1" animBg="1"/>
      <p:bldP spid="101" grpId="0" animBg="1"/>
      <p:bldP spid="101" grpId="1" animBg="1"/>
      <p:bldP spid="102" grpId="0" animBg="1"/>
      <p:bldP spid="102" grpId="1" animBg="1"/>
      <p:bldP spid="103" grpId="0" animBg="1"/>
      <p:bldP spid="103" grpId="1"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A Centralized Algorithm – Advantages and Disadvantages</a:t>
            </a:r>
          </a:p>
        </p:txBody>
      </p:sp>
      <p:sp>
        <p:nvSpPr>
          <p:cNvPr id="28" name="Content Placeholder 2">
            <a:extLst>
              <a:ext uri="{FF2B5EF4-FFF2-40B4-BE49-F238E27FC236}">
                <a16:creationId xmlns:a16="http://schemas.microsoft.com/office/drawing/2014/main" xmlns="" id="{05FF24D1-5277-417B-BCE3-776DD62CA93A}"/>
              </a:ext>
            </a:extLst>
          </p:cNvPr>
          <p:cNvSpPr>
            <a:spLocks noGrp="1"/>
          </p:cNvSpPr>
          <p:nvPr>
            <p:ph idx="1"/>
          </p:nvPr>
        </p:nvSpPr>
        <p:spPr/>
        <p:txBody>
          <a:bodyPr>
            <a:noAutofit/>
          </a:bodyPr>
          <a:lstStyle/>
          <a:p>
            <a:pPr marL="0" indent="0">
              <a:lnSpc>
                <a:spcPct val="100000"/>
              </a:lnSpc>
              <a:spcBef>
                <a:spcPts val="300"/>
              </a:spcBef>
              <a:spcAft>
                <a:spcPts val="300"/>
              </a:spcAft>
              <a:buNone/>
            </a:pPr>
            <a:r>
              <a:rPr lang="en-US" altLang="en-US" sz="2800" b="1" dirty="0" smtClean="0">
                <a:solidFill>
                  <a:srgbClr val="1D3064"/>
                </a:solidFill>
                <a:latin typeface="+mj-lt"/>
                <a:ea typeface="MS PGothic" panose="020B0600070205080204" pitchFamily="34" charset="-128"/>
              </a:rPr>
              <a:t>Advantages</a:t>
            </a:r>
          </a:p>
          <a:p>
            <a:pPr>
              <a:lnSpc>
                <a:spcPct val="100000"/>
              </a:lnSpc>
              <a:spcBef>
                <a:spcPts val="300"/>
              </a:spcBef>
              <a:spcAft>
                <a:spcPts val="300"/>
              </a:spcAft>
            </a:pPr>
            <a:r>
              <a:rPr lang="en-US" altLang="en-US" dirty="0" smtClean="0">
                <a:solidFill>
                  <a:schemeClr val="accent6"/>
                </a:solidFill>
                <a:latin typeface="+mj-lt"/>
                <a:ea typeface="MS PGothic" panose="020B0600070205080204" pitchFamily="34" charset="-128"/>
              </a:rPr>
              <a:t>Flexibility </a:t>
            </a:r>
            <a:r>
              <a:rPr lang="en-US" altLang="en-US" dirty="0" smtClean="0">
                <a:latin typeface="+mj-lt"/>
                <a:ea typeface="MS PGothic" panose="020B0600070205080204" pitchFamily="34" charset="-128"/>
              </a:rPr>
              <a:t>: </a:t>
            </a:r>
            <a:r>
              <a:rPr lang="en-US" altLang="en-US" dirty="0" smtClean="0">
                <a:latin typeface="+mj-lt"/>
                <a:ea typeface="Arial" panose="020B0604020202020204" pitchFamily="34" charset="0"/>
              </a:rPr>
              <a:t>Blocking </a:t>
            </a:r>
            <a:r>
              <a:rPr lang="en-US" altLang="en-US" dirty="0">
                <a:latin typeface="+mj-lt"/>
                <a:ea typeface="Arial" panose="020B0604020202020204" pitchFamily="34" charset="0"/>
              </a:rPr>
              <a:t>versus non-blocking requests</a:t>
            </a:r>
          </a:p>
          <a:p>
            <a:pPr lvl="1">
              <a:lnSpc>
                <a:spcPct val="100000"/>
              </a:lnSpc>
              <a:spcBef>
                <a:spcPts val="200"/>
              </a:spcBef>
              <a:spcAft>
                <a:spcPts val="200"/>
              </a:spcAft>
              <a:buFont typeface="Wingdings" panose="05000000000000000000" pitchFamily="2" charset="2"/>
              <a:buChar char="§"/>
            </a:pPr>
            <a:r>
              <a:rPr lang="en-US" altLang="en-US" sz="2400" dirty="0">
                <a:latin typeface="+mj-lt"/>
                <a:ea typeface="Arial" panose="020B0604020202020204" pitchFamily="34" charset="0"/>
              </a:rPr>
              <a:t>The coordinator can block the requesting process until the resource is free</a:t>
            </a:r>
          </a:p>
          <a:p>
            <a:pPr lvl="1">
              <a:lnSpc>
                <a:spcPct val="100000"/>
              </a:lnSpc>
              <a:spcBef>
                <a:spcPts val="200"/>
              </a:spcBef>
              <a:spcAft>
                <a:spcPts val="200"/>
              </a:spcAft>
              <a:buFont typeface="Wingdings" panose="05000000000000000000" pitchFamily="2" charset="2"/>
              <a:buChar char="§"/>
            </a:pPr>
            <a:r>
              <a:rPr lang="en-US" altLang="en-US" sz="2400" dirty="0">
                <a:latin typeface="+mj-lt"/>
                <a:ea typeface="Arial" panose="020B0604020202020204" pitchFamily="34" charset="0"/>
              </a:rPr>
              <a:t>Or, the coordinator can send a “permission-denied” message back to the </a:t>
            </a:r>
            <a:r>
              <a:rPr lang="en-US" altLang="en-US" sz="2400" dirty="0" smtClean="0">
                <a:latin typeface="+mj-lt"/>
                <a:ea typeface="Arial" panose="020B0604020202020204" pitchFamily="34" charset="0"/>
              </a:rPr>
              <a:t>process</a:t>
            </a:r>
          </a:p>
          <a:p>
            <a:pPr marL="265113" lvl="1" indent="-265113">
              <a:lnSpc>
                <a:spcPct val="100000"/>
              </a:lnSpc>
              <a:spcBef>
                <a:spcPts val="300"/>
              </a:spcBef>
              <a:spcAft>
                <a:spcPts val="300"/>
              </a:spcAft>
              <a:buFont typeface="Webdings" panose="05030102010509060703" pitchFamily="18" charset="2"/>
              <a:buChar char=""/>
            </a:pPr>
            <a:r>
              <a:rPr lang="en-US" altLang="en-US" sz="2400" dirty="0" smtClean="0">
                <a:solidFill>
                  <a:schemeClr val="accent6"/>
                </a:solidFill>
                <a:latin typeface="+mj-lt"/>
                <a:ea typeface="MS PGothic" panose="020B0600070205080204" pitchFamily="34" charset="-128"/>
              </a:rPr>
              <a:t>Simplicity</a:t>
            </a:r>
            <a:r>
              <a:rPr lang="en-US" altLang="en-US" sz="2400" dirty="0" smtClean="0">
                <a:latin typeface="+mj-lt"/>
                <a:ea typeface="MS PGothic" panose="020B0600070205080204" pitchFamily="34" charset="-128"/>
              </a:rPr>
              <a:t> : </a:t>
            </a:r>
            <a:r>
              <a:rPr lang="en-US" altLang="en-US" sz="2400" dirty="0" smtClean="0">
                <a:latin typeface="+mj-lt"/>
                <a:ea typeface="Arial" panose="020B0604020202020204" pitchFamily="34" charset="0"/>
              </a:rPr>
              <a:t>The </a:t>
            </a:r>
            <a:r>
              <a:rPr lang="en-US" altLang="en-US" sz="2400" dirty="0">
                <a:latin typeface="+mj-lt"/>
                <a:ea typeface="Arial" panose="020B0604020202020204" pitchFamily="34" charset="0"/>
              </a:rPr>
              <a:t>algorithm guarantees mutual exclusion, and is simple to implement</a:t>
            </a:r>
          </a:p>
          <a:p>
            <a:pPr marL="0" indent="0">
              <a:lnSpc>
                <a:spcPct val="100000"/>
              </a:lnSpc>
              <a:spcBef>
                <a:spcPts val="300"/>
              </a:spcBef>
              <a:spcAft>
                <a:spcPts val="300"/>
              </a:spcAft>
              <a:buNone/>
            </a:pPr>
            <a:r>
              <a:rPr lang="en-US" altLang="en-US" sz="2800" b="1" dirty="0" smtClean="0">
                <a:solidFill>
                  <a:srgbClr val="1D3064"/>
                </a:solidFill>
                <a:latin typeface="+mj-lt"/>
                <a:ea typeface="MS PGothic" panose="020B0600070205080204" pitchFamily="34" charset="-128"/>
              </a:rPr>
              <a:t>Disadvantages</a:t>
            </a:r>
          </a:p>
          <a:p>
            <a:pPr>
              <a:lnSpc>
                <a:spcPct val="110000"/>
              </a:lnSpc>
              <a:spcBef>
                <a:spcPts val="300"/>
              </a:spcBef>
              <a:spcAft>
                <a:spcPts val="300"/>
              </a:spcAft>
            </a:pPr>
            <a:r>
              <a:rPr lang="en-US" altLang="en-US" dirty="0">
                <a:solidFill>
                  <a:schemeClr val="accent6"/>
                </a:solidFill>
                <a:latin typeface="+mj-lt"/>
                <a:ea typeface="MS PGothic" panose="020B0600070205080204" pitchFamily="34" charset="-128"/>
              </a:rPr>
              <a:t>Fault-Tolerance </a:t>
            </a:r>
            <a:r>
              <a:rPr lang="en-US" altLang="en-US" dirty="0" smtClean="0">
                <a:solidFill>
                  <a:schemeClr val="accent6"/>
                </a:solidFill>
                <a:latin typeface="+mj-lt"/>
                <a:ea typeface="MS PGothic" panose="020B0600070205080204" pitchFamily="34" charset="-128"/>
              </a:rPr>
              <a:t>Deficiency </a:t>
            </a:r>
            <a:r>
              <a:rPr lang="en-US" altLang="en-US" dirty="0" smtClean="0">
                <a:latin typeface="+mj-lt"/>
                <a:ea typeface="MS PGothic" panose="020B0600070205080204" pitchFamily="34" charset="-128"/>
              </a:rPr>
              <a:t>: </a:t>
            </a:r>
            <a:r>
              <a:rPr lang="en-US" altLang="en-US" dirty="0" smtClean="0">
                <a:latin typeface="+mj-lt"/>
                <a:ea typeface="Arial" panose="020B0604020202020204" pitchFamily="34" charset="0"/>
              </a:rPr>
              <a:t>Centralized </a:t>
            </a:r>
            <a:r>
              <a:rPr lang="en-US" altLang="en-US" dirty="0">
                <a:latin typeface="+mj-lt"/>
                <a:ea typeface="Arial" panose="020B0604020202020204" pitchFamily="34" charset="0"/>
              </a:rPr>
              <a:t>algorithm is vulnerable to a single-point of failure (at coordinator)</a:t>
            </a:r>
          </a:p>
          <a:p>
            <a:pPr lvl="1">
              <a:lnSpc>
                <a:spcPct val="110000"/>
              </a:lnSpc>
              <a:spcBef>
                <a:spcPts val="200"/>
              </a:spcBef>
              <a:spcAft>
                <a:spcPts val="200"/>
              </a:spcAft>
              <a:buFont typeface="Wingdings" panose="05000000000000000000" pitchFamily="2" charset="2"/>
              <a:buChar char="§"/>
            </a:pPr>
            <a:r>
              <a:rPr lang="en-US" altLang="en-US" sz="2400" dirty="0">
                <a:latin typeface="+mj-lt"/>
                <a:ea typeface="Arial" panose="020B0604020202020204" pitchFamily="34" charset="0"/>
              </a:rPr>
              <a:t>If processes normally block after making a request, they cannot distinguish a dead coordinator from ‘‘permission denied’’ since no message comes back.</a:t>
            </a:r>
            <a:endParaRPr lang="en-US" altLang="en-US" sz="2400" dirty="0" smtClean="0">
              <a:latin typeface="+mj-lt"/>
              <a:ea typeface="Arial" panose="020B0604020202020204" pitchFamily="34" charset="0"/>
            </a:endParaRPr>
          </a:p>
          <a:p>
            <a:pPr marL="265113" lvl="1" indent="-265113">
              <a:lnSpc>
                <a:spcPct val="110000"/>
              </a:lnSpc>
              <a:spcBef>
                <a:spcPts val="300"/>
              </a:spcBef>
              <a:spcAft>
                <a:spcPts val="300"/>
              </a:spcAft>
              <a:buFont typeface="Webdings" panose="05030102010509060703" pitchFamily="18" charset="2"/>
              <a:buChar char=""/>
            </a:pPr>
            <a:r>
              <a:rPr lang="en-US" altLang="en-US" sz="2400" dirty="0" smtClean="0">
                <a:solidFill>
                  <a:schemeClr val="accent6"/>
                </a:solidFill>
                <a:latin typeface="+mj-lt"/>
                <a:ea typeface="MS PGothic" panose="020B0600070205080204" pitchFamily="34" charset="-128"/>
              </a:rPr>
              <a:t>Performance Bottleneck </a:t>
            </a:r>
            <a:r>
              <a:rPr lang="en-US" altLang="en-US" sz="2400" dirty="0" smtClean="0">
                <a:latin typeface="+mj-lt"/>
                <a:ea typeface="MS PGothic" panose="020B0600070205080204" pitchFamily="34" charset="-128"/>
              </a:rPr>
              <a:t>: </a:t>
            </a:r>
            <a:r>
              <a:rPr lang="en-US" altLang="en-US" sz="2400" dirty="0" smtClean="0">
                <a:latin typeface="+mj-lt"/>
                <a:ea typeface="Arial" panose="020B0604020202020204" pitchFamily="34" charset="0"/>
              </a:rPr>
              <a:t>In </a:t>
            </a:r>
            <a:r>
              <a:rPr lang="en-US" altLang="en-US" sz="2400" dirty="0">
                <a:latin typeface="+mj-lt"/>
                <a:ea typeface="Arial" panose="020B0604020202020204" pitchFamily="34" charset="0"/>
              </a:rPr>
              <a:t>a large-scale system, single coordinator can be overwhelmed with requests</a:t>
            </a:r>
          </a:p>
        </p:txBody>
      </p:sp>
    </p:spTree>
    <p:extLst>
      <p:ext uri="{BB962C8B-B14F-4D97-AF65-F5344CB8AC3E}">
        <p14:creationId xmlns:p14="http://schemas.microsoft.com/office/powerpoint/2010/main" val="1568175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8">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8">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8">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Distributed Mutual Exclusion Algorithm</a:t>
            </a:r>
          </a:p>
        </p:txBody>
      </p:sp>
      <p:sp>
        <p:nvSpPr>
          <p:cNvPr id="28" name="Content Placeholder 2">
            <a:extLst>
              <a:ext uri="{FF2B5EF4-FFF2-40B4-BE49-F238E27FC236}">
                <a16:creationId xmlns:a16="http://schemas.microsoft.com/office/drawing/2014/main" xmlns="" id="{05FF24D1-5277-417B-BCE3-776DD62CA93A}"/>
              </a:ext>
            </a:extLst>
          </p:cNvPr>
          <p:cNvSpPr>
            <a:spLocks noGrp="1"/>
          </p:cNvSpPr>
          <p:nvPr>
            <p:ph idx="1"/>
          </p:nvPr>
        </p:nvSpPr>
        <p:spPr/>
        <p:txBody>
          <a:bodyPr>
            <a:noAutofit/>
          </a:bodyPr>
          <a:lstStyle/>
          <a:p>
            <a:pPr>
              <a:lnSpc>
                <a:spcPct val="100000"/>
              </a:lnSpc>
              <a:spcBef>
                <a:spcPts val="300"/>
              </a:spcBef>
              <a:spcAft>
                <a:spcPts val="300"/>
              </a:spcAft>
            </a:pPr>
            <a:r>
              <a:rPr lang="en-US" altLang="en-US" dirty="0" smtClean="0">
                <a:latin typeface="+mj-lt"/>
                <a:ea typeface="MS PGothic" panose="020B0600070205080204" pitchFamily="34" charset="-128"/>
              </a:rPr>
              <a:t>When </a:t>
            </a:r>
            <a:r>
              <a:rPr lang="en-US" altLang="en-US" dirty="0">
                <a:latin typeface="+mj-lt"/>
                <a:ea typeface="MS PGothic" panose="020B0600070205080204" pitchFamily="34" charset="-128"/>
              </a:rPr>
              <a:t>a process wants to enter the </a:t>
            </a:r>
            <a:r>
              <a:rPr lang="en-US" altLang="en-US" b="1" dirty="0" smtClean="0">
                <a:latin typeface="+mj-lt"/>
                <a:ea typeface="MS PGothic" panose="020B0600070205080204" pitchFamily="34" charset="-128"/>
              </a:rPr>
              <a:t>CS (critical section) </a:t>
            </a:r>
            <a:r>
              <a:rPr lang="en-US" altLang="en-US" dirty="0" smtClean="0">
                <a:latin typeface="+mj-lt"/>
                <a:ea typeface="MS PGothic" panose="020B0600070205080204" pitchFamily="34" charset="-128"/>
              </a:rPr>
              <a:t>, </a:t>
            </a:r>
            <a:r>
              <a:rPr lang="en-US" altLang="en-US" dirty="0">
                <a:latin typeface="+mj-lt"/>
                <a:ea typeface="MS PGothic" panose="020B0600070205080204" pitchFamily="34" charset="-128"/>
              </a:rPr>
              <a:t>it sends a request message to all other processes, and when it receives reply from all processes, then only it is allowed to enter the CS.</a:t>
            </a:r>
          </a:p>
          <a:p>
            <a:pPr>
              <a:lnSpc>
                <a:spcPct val="100000"/>
              </a:lnSpc>
              <a:spcBef>
                <a:spcPts val="300"/>
              </a:spcBef>
              <a:spcAft>
                <a:spcPts val="300"/>
              </a:spcAft>
            </a:pPr>
            <a:r>
              <a:rPr lang="en-US" altLang="en-US" dirty="0">
                <a:latin typeface="+mj-lt"/>
                <a:ea typeface="MS PGothic" panose="020B0600070205080204" pitchFamily="34" charset="-128"/>
              </a:rPr>
              <a:t>The request message contains following information:</a:t>
            </a:r>
          </a:p>
          <a:p>
            <a:pPr lvl="1">
              <a:lnSpc>
                <a:spcPct val="100000"/>
              </a:lnSpc>
              <a:spcBef>
                <a:spcPts val="200"/>
              </a:spcBef>
              <a:spcAft>
                <a:spcPts val="200"/>
              </a:spcAft>
              <a:buFont typeface="Wingdings" panose="05000000000000000000" pitchFamily="2" charset="2"/>
              <a:buChar char="§"/>
            </a:pPr>
            <a:r>
              <a:rPr lang="en-US" altLang="en-US" sz="2400" dirty="0">
                <a:latin typeface="+mj-lt"/>
                <a:ea typeface="Arial" panose="020B0604020202020204" pitchFamily="34" charset="0"/>
              </a:rPr>
              <a:t>Process identifier</a:t>
            </a:r>
          </a:p>
          <a:p>
            <a:pPr lvl="1">
              <a:lnSpc>
                <a:spcPct val="100000"/>
              </a:lnSpc>
              <a:spcBef>
                <a:spcPts val="200"/>
              </a:spcBef>
              <a:spcAft>
                <a:spcPts val="200"/>
              </a:spcAft>
              <a:buFont typeface="Wingdings" panose="05000000000000000000" pitchFamily="2" charset="2"/>
              <a:buChar char="§"/>
            </a:pPr>
            <a:r>
              <a:rPr lang="en-US" altLang="en-US" sz="2400" dirty="0">
                <a:latin typeface="+mj-lt"/>
                <a:ea typeface="Arial" panose="020B0604020202020204" pitchFamily="34" charset="0"/>
              </a:rPr>
              <a:t>Name of CS</a:t>
            </a:r>
          </a:p>
          <a:p>
            <a:pPr lvl="1">
              <a:lnSpc>
                <a:spcPct val="100000"/>
              </a:lnSpc>
              <a:spcBef>
                <a:spcPts val="200"/>
              </a:spcBef>
              <a:spcAft>
                <a:spcPts val="200"/>
              </a:spcAft>
              <a:buFont typeface="Wingdings" panose="05000000000000000000" pitchFamily="2" charset="2"/>
              <a:buChar char="§"/>
            </a:pPr>
            <a:r>
              <a:rPr lang="en-US" altLang="en-US" sz="2400" dirty="0">
                <a:latin typeface="+mj-lt"/>
                <a:ea typeface="Arial" panose="020B0604020202020204" pitchFamily="34" charset="0"/>
              </a:rPr>
              <a:t>Unique time stamp generated by process for request message</a:t>
            </a:r>
          </a:p>
        </p:txBody>
      </p:sp>
    </p:spTree>
    <p:extLst>
      <p:ext uri="{BB962C8B-B14F-4D97-AF65-F5344CB8AC3E}">
        <p14:creationId xmlns:p14="http://schemas.microsoft.com/office/powerpoint/2010/main" val="29619717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Distributed Mutual Exclusion Algorithm</a:t>
            </a:r>
          </a:p>
        </p:txBody>
      </p:sp>
      <p:sp>
        <p:nvSpPr>
          <p:cNvPr id="28" name="Content Placeholder 2">
            <a:extLst>
              <a:ext uri="{FF2B5EF4-FFF2-40B4-BE49-F238E27FC236}">
                <a16:creationId xmlns:a16="http://schemas.microsoft.com/office/drawing/2014/main" xmlns="" id="{05FF24D1-5277-417B-BCE3-776DD62CA93A}"/>
              </a:ext>
            </a:extLst>
          </p:cNvPr>
          <p:cNvSpPr>
            <a:spLocks noGrp="1"/>
          </p:cNvSpPr>
          <p:nvPr>
            <p:ph idx="1"/>
          </p:nvPr>
        </p:nvSpPr>
        <p:spPr/>
        <p:txBody>
          <a:bodyPr>
            <a:noAutofit/>
          </a:bodyPr>
          <a:lstStyle/>
          <a:p>
            <a:pPr>
              <a:lnSpc>
                <a:spcPct val="113000"/>
              </a:lnSpc>
            </a:pPr>
            <a:r>
              <a:rPr lang="en-US" altLang="en-US" dirty="0"/>
              <a:t>The decision whether receiving process replies immediately to a request message or defers its reply is based on three cases:</a:t>
            </a:r>
          </a:p>
          <a:p>
            <a:pPr marL="914400" lvl="1" indent="-457200">
              <a:lnSpc>
                <a:spcPct val="113000"/>
              </a:lnSpc>
              <a:buFont typeface="+mj-lt"/>
              <a:buAutoNum type="arabicPeriod"/>
            </a:pPr>
            <a:r>
              <a:rPr lang="en-US" altLang="en-US" sz="2400" dirty="0"/>
              <a:t>If </a:t>
            </a:r>
            <a:r>
              <a:rPr lang="en-US" altLang="en-US" sz="2400" dirty="0">
                <a:solidFill>
                  <a:schemeClr val="accent6"/>
                </a:solidFill>
              </a:rPr>
              <a:t>receiver </a:t>
            </a:r>
            <a:r>
              <a:rPr lang="en-US" altLang="en-US" sz="2400" dirty="0"/>
              <a:t>process is in its </a:t>
            </a:r>
            <a:r>
              <a:rPr lang="en-US" altLang="en-US" sz="2400" dirty="0">
                <a:solidFill>
                  <a:schemeClr val="accent6"/>
                </a:solidFill>
              </a:rPr>
              <a:t>critical section</a:t>
            </a:r>
            <a:r>
              <a:rPr lang="en-US" altLang="en-US" sz="2400" dirty="0"/>
              <a:t>, then it </a:t>
            </a:r>
            <a:r>
              <a:rPr lang="en-US" altLang="en-US" sz="2400" dirty="0">
                <a:solidFill>
                  <a:schemeClr val="accent6"/>
                </a:solidFill>
              </a:rPr>
              <a:t>defers its reply.</a:t>
            </a:r>
          </a:p>
          <a:p>
            <a:pPr marL="914400" lvl="1" indent="-457200">
              <a:lnSpc>
                <a:spcPct val="113000"/>
              </a:lnSpc>
              <a:buFont typeface="+mj-lt"/>
              <a:buAutoNum type="arabicPeriod"/>
            </a:pPr>
            <a:r>
              <a:rPr lang="en-US" altLang="en-US" sz="2400" dirty="0"/>
              <a:t>If </a:t>
            </a:r>
            <a:r>
              <a:rPr lang="en-US" altLang="en-US" sz="2400" dirty="0">
                <a:solidFill>
                  <a:schemeClr val="accent6"/>
                </a:solidFill>
              </a:rPr>
              <a:t>receiver </a:t>
            </a:r>
            <a:r>
              <a:rPr lang="en-US" altLang="en-US" sz="2400" dirty="0"/>
              <a:t>process does </a:t>
            </a:r>
            <a:r>
              <a:rPr lang="en-US" altLang="en-US" sz="2400" dirty="0">
                <a:solidFill>
                  <a:schemeClr val="accent6"/>
                </a:solidFill>
              </a:rPr>
              <a:t>not want to enter its critical section</a:t>
            </a:r>
            <a:r>
              <a:rPr lang="en-US" altLang="en-US" sz="2400" dirty="0"/>
              <a:t>, then it immediately </a:t>
            </a:r>
            <a:r>
              <a:rPr lang="en-US" altLang="en-US" sz="2400" dirty="0">
                <a:solidFill>
                  <a:schemeClr val="accent6"/>
                </a:solidFill>
              </a:rPr>
              <a:t>sends a reply.</a:t>
            </a:r>
          </a:p>
          <a:p>
            <a:pPr marL="914400" lvl="1" indent="-457200">
              <a:lnSpc>
                <a:spcPct val="113000"/>
              </a:lnSpc>
              <a:buFont typeface="+mj-lt"/>
              <a:buAutoNum type="arabicPeriod"/>
            </a:pPr>
            <a:r>
              <a:rPr lang="en-US" altLang="en-US" sz="2400" dirty="0"/>
              <a:t>If </a:t>
            </a:r>
            <a:r>
              <a:rPr lang="en-US" altLang="en-US" sz="2400" dirty="0">
                <a:solidFill>
                  <a:schemeClr val="accent6"/>
                </a:solidFill>
              </a:rPr>
              <a:t>receiver </a:t>
            </a:r>
            <a:r>
              <a:rPr lang="en-US" altLang="en-US" sz="2400" dirty="0"/>
              <a:t>process itself is </a:t>
            </a:r>
            <a:r>
              <a:rPr lang="en-US" altLang="en-US" sz="2400" dirty="0">
                <a:solidFill>
                  <a:schemeClr val="accent6"/>
                </a:solidFill>
              </a:rPr>
              <a:t>waiting to enter critical section</a:t>
            </a:r>
            <a:r>
              <a:rPr lang="en-US" altLang="en-US" sz="2400" dirty="0"/>
              <a:t>, then it compares its own request timestamp with the timestamp in request message</a:t>
            </a:r>
          </a:p>
          <a:p>
            <a:pPr lvl="3">
              <a:lnSpc>
                <a:spcPct val="113000"/>
              </a:lnSpc>
            </a:pPr>
            <a:r>
              <a:rPr lang="en-US" altLang="en-US" sz="2400" dirty="0"/>
              <a:t>If its </a:t>
            </a:r>
            <a:r>
              <a:rPr lang="en-US" altLang="en-US" sz="2400" dirty="0">
                <a:solidFill>
                  <a:schemeClr val="accent6"/>
                </a:solidFill>
              </a:rPr>
              <a:t>own request timestamp </a:t>
            </a:r>
            <a:r>
              <a:rPr lang="en-US" altLang="en-US" sz="2400" dirty="0"/>
              <a:t>is </a:t>
            </a:r>
            <a:r>
              <a:rPr lang="en-US" altLang="en-US" sz="2400" dirty="0">
                <a:solidFill>
                  <a:schemeClr val="accent6"/>
                </a:solidFill>
              </a:rPr>
              <a:t>greater </a:t>
            </a:r>
            <a:r>
              <a:rPr lang="en-US" altLang="en-US" sz="2400" dirty="0"/>
              <a:t>than timestamp in request message, then it </a:t>
            </a:r>
            <a:r>
              <a:rPr lang="en-US" altLang="en-US" sz="2400" dirty="0">
                <a:solidFill>
                  <a:schemeClr val="accent6"/>
                </a:solidFill>
              </a:rPr>
              <a:t>sends a reply </a:t>
            </a:r>
            <a:r>
              <a:rPr lang="en-US" altLang="en-US" sz="2400" dirty="0"/>
              <a:t>immediately.</a:t>
            </a:r>
          </a:p>
          <a:p>
            <a:pPr lvl="3">
              <a:lnSpc>
                <a:spcPct val="113000"/>
              </a:lnSpc>
            </a:pPr>
            <a:r>
              <a:rPr lang="en-US" altLang="en-US" sz="2400" dirty="0"/>
              <a:t>Otherwise, the </a:t>
            </a:r>
            <a:r>
              <a:rPr lang="en-US" altLang="en-US" sz="2400" dirty="0">
                <a:solidFill>
                  <a:schemeClr val="accent6"/>
                </a:solidFill>
              </a:rPr>
              <a:t>reply is deferred.</a:t>
            </a:r>
          </a:p>
        </p:txBody>
      </p:sp>
    </p:spTree>
    <p:extLst>
      <p:ext uri="{BB962C8B-B14F-4D97-AF65-F5344CB8AC3E}">
        <p14:creationId xmlns:p14="http://schemas.microsoft.com/office/powerpoint/2010/main" val="39907585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Distributed Mutual Exclusion Algorithm</a:t>
            </a:r>
          </a:p>
        </p:txBody>
      </p:sp>
      <p:sp>
        <p:nvSpPr>
          <p:cNvPr id="100" name="Line 16">
            <a:extLst>
              <a:ext uri="{FF2B5EF4-FFF2-40B4-BE49-F238E27FC236}">
                <a16:creationId xmlns="" xmlns:a16="http://schemas.microsoft.com/office/drawing/2014/main" id="{FD39C400-AC4C-438A-A087-D09E994DD81C}"/>
              </a:ext>
            </a:extLst>
          </p:cNvPr>
          <p:cNvSpPr>
            <a:spLocks noChangeShapeType="1"/>
          </p:cNvSpPr>
          <p:nvPr/>
        </p:nvSpPr>
        <p:spPr bwMode="auto">
          <a:xfrm>
            <a:off x="6831230" y="1358767"/>
            <a:ext cx="1927226" cy="0"/>
          </a:xfrm>
          <a:prstGeom prst="line">
            <a:avLst/>
          </a:prstGeom>
          <a:noFill/>
          <a:ln w="1905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IN" sz="2000">
              <a:latin typeface="+mj-lt"/>
            </a:endParaRPr>
          </a:p>
        </p:txBody>
      </p:sp>
      <p:sp>
        <p:nvSpPr>
          <p:cNvPr id="101" name="Line 17">
            <a:extLst>
              <a:ext uri="{FF2B5EF4-FFF2-40B4-BE49-F238E27FC236}">
                <a16:creationId xmlns="" xmlns:a16="http://schemas.microsoft.com/office/drawing/2014/main" id="{C10AFD12-45B3-465C-A3E1-26E27892333E}"/>
              </a:ext>
            </a:extLst>
          </p:cNvPr>
          <p:cNvSpPr>
            <a:spLocks noChangeShapeType="1"/>
          </p:cNvSpPr>
          <p:nvPr/>
        </p:nvSpPr>
        <p:spPr bwMode="auto">
          <a:xfrm>
            <a:off x="8944194" y="1673092"/>
            <a:ext cx="0" cy="981075"/>
          </a:xfrm>
          <a:prstGeom prst="line">
            <a:avLst/>
          </a:prstGeom>
          <a:noFill/>
          <a:ln w="19050">
            <a:solidFill>
              <a:schemeClr val="tx1"/>
            </a:solidFill>
            <a:round/>
            <a:headEnd type="triangle" w="lg" len="lg"/>
            <a:tailEnd type="none" w="lg" len="lg"/>
          </a:ln>
          <a:extLst>
            <a:ext uri="{909E8E84-426E-40DD-AFC4-6F175D3DCCD1}">
              <a14:hiddenFill xmlns:a14="http://schemas.microsoft.com/office/drawing/2010/main">
                <a:noFill/>
              </a14:hiddenFill>
            </a:ext>
          </a:extLst>
        </p:spPr>
        <p:txBody>
          <a:bodyPr/>
          <a:lstStyle/>
          <a:p>
            <a:endParaRPr lang="en-IN" sz="2000">
              <a:latin typeface="+mj-lt"/>
            </a:endParaRPr>
          </a:p>
        </p:txBody>
      </p:sp>
      <p:sp>
        <p:nvSpPr>
          <p:cNvPr id="102" name="Text Box 25">
            <a:extLst>
              <a:ext uri="{FF2B5EF4-FFF2-40B4-BE49-F238E27FC236}">
                <a16:creationId xmlns="" xmlns:a16="http://schemas.microsoft.com/office/drawing/2014/main" id="{F66B6F85-764C-46E9-B4FA-CD5B265657E4}"/>
              </a:ext>
            </a:extLst>
          </p:cNvPr>
          <p:cNvSpPr txBox="1">
            <a:spLocks noChangeArrowheads="1"/>
          </p:cNvSpPr>
          <p:nvPr/>
        </p:nvSpPr>
        <p:spPr bwMode="auto">
          <a:xfrm>
            <a:off x="7602756" y="1047617"/>
            <a:ext cx="83820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spcBef>
                <a:spcPct val="50000"/>
              </a:spcBef>
            </a:pPr>
            <a:r>
              <a:rPr lang="en-US" altLang="en-US" sz="2000" dirty="0">
                <a:latin typeface="+mj-lt"/>
              </a:rPr>
              <a:t>OK</a:t>
            </a:r>
          </a:p>
        </p:txBody>
      </p:sp>
      <p:sp>
        <p:nvSpPr>
          <p:cNvPr id="103" name="Text Box 26">
            <a:extLst>
              <a:ext uri="{FF2B5EF4-FFF2-40B4-BE49-F238E27FC236}">
                <a16:creationId xmlns="" xmlns:a16="http://schemas.microsoft.com/office/drawing/2014/main" id="{39171B83-E0F8-4E6E-A265-14EEDC3B909B}"/>
              </a:ext>
            </a:extLst>
          </p:cNvPr>
          <p:cNvSpPr txBox="1">
            <a:spLocks noChangeArrowheads="1"/>
          </p:cNvSpPr>
          <p:nvPr/>
        </p:nvSpPr>
        <p:spPr bwMode="auto">
          <a:xfrm rot="1832236">
            <a:off x="7475755" y="1914362"/>
            <a:ext cx="83820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spcBef>
                <a:spcPct val="50000"/>
              </a:spcBef>
            </a:pPr>
            <a:r>
              <a:rPr lang="en-US" altLang="en-US" sz="2000" dirty="0">
                <a:latin typeface="+mj-lt"/>
              </a:rPr>
              <a:t>OK</a:t>
            </a:r>
          </a:p>
        </p:txBody>
      </p:sp>
      <p:sp>
        <p:nvSpPr>
          <p:cNvPr id="104" name="Text Box 28">
            <a:extLst>
              <a:ext uri="{FF2B5EF4-FFF2-40B4-BE49-F238E27FC236}">
                <a16:creationId xmlns="" xmlns:a16="http://schemas.microsoft.com/office/drawing/2014/main" id="{84B2CF4C-09AD-45A2-BE41-C2FFE84081E5}"/>
              </a:ext>
            </a:extLst>
          </p:cNvPr>
          <p:cNvSpPr txBox="1">
            <a:spLocks noChangeArrowheads="1"/>
          </p:cNvSpPr>
          <p:nvPr/>
        </p:nvSpPr>
        <p:spPr bwMode="auto">
          <a:xfrm>
            <a:off x="7585293" y="3276467"/>
            <a:ext cx="6858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spcBef>
                <a:spcPct val="50000"/>
              </a:spcBef>
            </a:pPr>
            <a:r>
              <a:rPr lang="en-US" altLang="en-US" b="1" dirty="0">
                <a:latin typeface="+mj-lt"/>
              </a:rPr>
              <a:t>(b)</a:t>
            </a:r>
          </a:p>
        </p:txBody>
      </p:sp>
      <p:grpSp>
        <p:nvGrpSpPr>
          <p:cNvPr id="105" name="Group 104">
            <a:extLst>
              <a:ext uri="{FF2B5EF4-FFF2-40B4-BE49-F238E27FC236}">
                <a16:creationId xmlns="" xmlns:a16="http://schemas.microsoft.com/office/drawing/2014/main" id="{F2745FAF-46B1-4625-A30A-7F3CD38E62A7}"/>
              </a:ext>
            </a:extLst>
          </p:cNvPr>
          <p:cNvGrpSpPr/>
          <p:nvPr/>
        </p:nvGrpSpPr>
        <p:grpSpPr>
          <a:xfrm>
            <a:off x="6381635" y="1213375"/>
            <a:ext cx="469464" cy="445408"/>
            <a:chOff x="4738503" y="1597348"/>
            <a:chExt cx="469464" cy="445408"/>
          </a:xfrm>
        </p:grpSpPr>
        <p:sp>
          <p:nvSpPr>
            <p:cNvPr id="106" name="Oval 105">
              <a:extLst>
                <a:ext uri="{FF2B5EF4-FFF2-40B4-BE49-F238E27FC236}">
                  <a16:creationId xmlns="" xmlns:a16="http://schemas.microsoft.com/office/drawing/2014/main" id="{D7ED1FFC-AE31-4EDA-ADF5-C5357DA922D3}"/>
                </a:ext>
              </a:extLst>
            </p:cNvPr>
            <p:cNvSpPr/>
            <p:nvPr/>
          </p:nvSpPr>
          <p:spPr>
            <a:xfrm>
              <a:off x="4738503" y="1597348"/>
              <a:ext cx="445556" cy="443186"/>
            </a:xfrm>
            <a:prstGeom prst="ellipse">
              <a:avLst/>
            </a:prstGeom>
            <a:solidFill>
              <a:schemeClr val="tx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baseline="-25000" dirty="0">
                <a:solidFill>
                  <a:schemeClr val="tx1"/>
                </a:solidFill>
                <a:latin typeface="+mj-lt"/>
              </a:endParaRPr>
            </a:p>
          </p:txBody>
        </p:sp>
        <p:sp>
          <p:nvSpPr>
            <p:cNvPr id="107" name="TextBox 106">
              <a:extLst>
                <a:ext uri="{FF2B5EF4-FFF2-40B4-BE49-F238E27FC236}">
                  <a16:creationId xmlns="" xmlns:a16="http://schemas.microsoft.com/office/drawing/2014/main" id="{88ECCCFC-3F6E-4388-B8E4-3B4B00237FA9}"/>
                </a:ext>
              </a:extLst>
            </p:cNvPr>
            <p:cNvSpPr txBox="1"/>
            <p:nvPr/>
          </p:nvSpPr>
          <p:spPr>
            <a:xfrm>
              <a:off x="4795675" y="1642646"/>
              <a:ext cx="412292" cy="400110"/>
            </a:xfrm>
            <a:prstGeom prst="rect">
              <a:avLst/>
            </a:prstGeom>
            <a:noFill/>
          </p:spPr>
          <p:txBody>
            <a:bodyPr wrap="none" rtlCol="0">
              <a:spAutoFit/>
            </a:bodyPr>
            <a:lstStyle/>
            <a:p>
              <a:r>
                <a:rPr lang="en-IN" sz="2000" dirty="0">
                  <a:latin typeface="+mj-lt"/>
                </a:rPr>
                <a:t>P</a:t>
              </a:r>
              <a:r>
                <a:rPr lang="en-IN" sz="2000" baseline="-25000" dirty="0">
                  <a:latin typeface="+mj-lt"/>
                </a:rPr>
                <a:t>1</a:t>
              </a:r>
            </a:p>
          </p:txBody>
        </p:sp>
      </p:grpSp>
      <p:grpSp>
        <p:nvGrpSpPr>
          <p:cNvPr id="108" name="Group 107">
            <a:extLst>
              <a:ext uri="{FF2B5EF4-FFF2-40B4-BE49-F238E27FC236}">
                <a16:creationId xmlns="" xmlns:a16="http://schemas.microsoft.com/office/drawing/2014/main" id="{ED252FBB-F4CF-47CF-832D-A5032645A6D8}"/>
              </a:ext>
            </a:extLst>
          </p:cNvPr>
          <p:cNvGrpSpPr/>
          <p:nvPr/>
        </p:nvGrpSpPr>
        <p:grpSpPr>
          <a:xfrm>
            <a:off x="6381635" y="2657978"/>
            <a:ext cx="469464" cy="445408"/>
            <a:chOff x="4738503" y="1597348"/>
            <a:chExt cx="469464" cy="445408"/>
          </a:xfrm>
        </p:grpSpPr>
        <p:sp>
          <p:nvSpPr>
            <p:cNvPr id="109" name="Oval 108">
              <a:extLst>
                <a:ext uri="{FF2B5EF4-FFF2-40B4-BE49-F238E27FC236}">
                  <a16:creationId xmlns="" xmlns:a16="http://schemas.microsoft.com/office/drawing/2014/main" id="{10689058-652A-4262-8F03-EBD58F850BF6}"/>
                </a:ext>
              </a:extLst>
            </p:cNvPr>
            <p:cNvSpPr/>
            <p:nvPr/>
          </p:nvSpPr>
          <p:spPr>
            <a:xfrm>
              <a:off x="4738503" y="1597348"/>
              <a:ext cx="445556" cy="443186"/>
            </a:xfrm>
            <a:prstGeom prst="ellipse">
              <a:avLst/>
            </a:prstGeom>
            <a:solidFill>
              <a:schemeClr val="tx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baseline="-25000" dirty="0">
                <a:solidFill>
                  <a:schemeClr val="tx1"/>
                </a:solidFill>
                <a:latin typeface="+mj-lt"/>
              </a:endParaRPr>
            </a:p>
          </p:txBody>
        </p:sp>
        <p:sp>
          <p:nvSpPr>
            <p:cNvPr id="110" name="TextBox 109">
              <a:extLst>
                <a:ext uri="{FF2B5EF4-FFF2-40B4-BE49-F238E27FC236}">
                  <a16:creationId xmlns="" xmlns:a16="http://schemas.microsoft.com/office/drawing/2014/main" id="{DE9EAF3D-83E5-4A09-B218-926BCCCDDE1A}"/>
                </a:ext>
              </a:extLst>
            </p:cNvPr>
            <p:cNvSpPr txBox="1"/>
            <p:nvPr/>
          </p:nvSpPr>
          <p:spPr>
            <a:xfrm>
              <a:off x="4795675" y="1642646"/>
              <a:ext cx="412292" cy="400110"/>
            </a:xfrm>
            <a:prstGeom prst="rect">
              <a:avLst/>
            </a:prstGeom>
            <a:noFill/>
          </p:spPr>
          <p:txBody>
            <a:bodyPr wrap="none" rtlCol="0">
              <a:spAutoFit/>
            </a:bodyPr>
            <a:lstStyle/>
            <a:p>
              <a:r>
                <a:rPr lang="en-IN" sz="2000" dirty="0">
                  <a:latin typeface="+mj-lt"/>
                </a:rPr>
                <a:t>P</a:t>
              </a:r>
              <a:r>
                <a:rPr lang="en-IN" sz="2000" baseline="-25000" dirty="0">
                  <a:latin typeface="+mj-lt"/>
                </a:rPr>
                <a:t>4</a:t>
              </a:r>
            </a:p>
          </p:txBody>
        </p:sp>
      </p:grpSp>
      <p:grpSp>
        <p:nvGrpSpPr>
          <p:cNvPr id="111" name="Group 110">
            <a:extLst>
              <a:ext uri="{FF2B5EF4-FFF2-40B4-BE49-F238E27FC236}">
                <a16:creationId xmlns="" xmlns:a16="http://schemas.microsoft.com/office/drawing/2014/main" id="{39FC72C4-0D01-44E6-92AD-F702790448DE}"/>
              </a:ext>
            </a:extLst>
          </p:cNvPr>
          <p:cNvGrpSpPr/>
          <p:nvPr/>
        </p:nvGrpSpPr>
        <p:grpSpPr>
          <a:xfrm>
            <a:off x="8719829" y="2650960"/>
            <a:ext cx="469464" cy="445408"/>
            <a:chOff x="4738503" y="1597348"/>
            <a:chExt cx="469464" cy="445408"/>
          </a:xfrm>
        </p:grpSpPr>
        <p:sp>
          <p:nvSpPr>
            <p:cNvPr id="112" name="Oval 111">
              <a:extLst>
                <a:ext uri="{FF2B5EF4-FFF2-40B4-BE49-F238E27FC236}">
                  <a16:creationId xmlns="" xmlns:a16="http://schemas.microsoft.com/office/drawing/2014/main" id="{2DD5B06F-80F8-4387-94F7-A1E4D3B908B7}"/>
                </a:ext>
              </a:extLst>
            </p:cNvPr>
            <p:cNvSpPr/>
            <p:nvPr/>
          </p:nvSpPr>
          <p:spPr>
            <a:xfrm>
              <a:off x="4738503" y="1597348"/>
              <a:ext cx="445556" cy="443186"/>
            </a:xfrm>
            <a:prstGeom prst="ellipse">
              <a:avLst/>
            </a:prstGeom>
            <a:solidFill>
              <a:schemeClr val="tx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baseline="-25000" dirty="0">
                <a:solidFill>
                  <a:schemeClr val="tx1"/>
                </a:solidFill>
                <a:latin typeface="+mj-lt"/>
              </a:endParaRPr>
            </a:p>
          </p:txBody>
        </p:sp>
        <p:sp>
          <p:nvSpPr>
            <p:cNvPr id="113" name="TextBox 112">
              <a:extLst>
                <a:ext uri="{FF2B5EF4-FFF2-40B4-BE49-F238E27FC236}">
                  <a16:creationId xmlns="" xmlns:a16="http://schemas.microsoft.com/office/drawing/2014/main" id="{5487F23E-F07A-4AC1-8236-9629D94AFB15}"/>
                </a:ext>
              </a:extLst>
            </p:cNvPr>
            <p:cNvSpPr txBox="1"/>
            <p:nvPr/>
          </p:nvSpPr>
          <p:spPr>
            <a:xfrm>
              <a:off x="4795675" y="1642646"/>
              <a:ext cx="412292" cy="400110"/>
            </a:xfrm>
            <a:prstGeom prst="rect">
              <a:avLst/>
            </a:prstGeom>
            <a:noFill/>
          </p:spPr>
          <p:txBody>
            <a:bodyPr wrap="none" rtlCol="0">
              <a:spAutoFit/>
            </a:bodyPr>
            <a:lstStyle/>
            <a:p>
              <a:r>
                <a:rPr lang="en-IN" sz="2000" dirty="0">
                  <a:latin typeface="+mj-lt"/>
                </a:rPr>
                <a:t>P</a:t>
              </a:r>
              <a:r>
                <a:rPr lang="en-IN" sz="2000" baseline="-25000" dirty="0">
                  <a:latin typeface="+mj-lt"/>
                </a:rPr>
                <a:t>3</a:t>
              </a:r>
            </a:p>
          </p:txBody>
        </p:sp>
      </p:grpSp>
      <p:grpSp>
        <p:nvGrpSpPr>
          <p:cNvPr id="114" name="Group 113">
            <a:extLst>
              <a:ext uri="{FF2B5EF4-FFF2-40B4-BE49-F238E27FC236}">
                <a16:creationId xmlns="" xmlns:a16="http://schemas.microsoft.com/office/drawing/2014/main" id="{150DC674-EB76-4024-AEE1-6776FD93A494}"/>
              </a:ext>
            </a:extLst>
          </p:cNvPr>
          <p:cNvGrpSpPr/>
          <p:nvPr/>
        </p:nvGrpSpPr>
        <p:grpSpPr>
          <a:xfrm>
            <a:off x="8743835" y="1230180"/>
            <a:ext cx="469464" cy="445408"/>
            <a:chOff x="4738503" y="1597348"/>
            <a:chExt cx="469464" cy="445408"/>
          </a:xfrm>
        </p:grpSpPr>
        <p:sp>
          <p:nvSpPr>
            <p:cNvPr id="115" name="Oval 114">
              <a:extLst>
                <a:ext uri="{FF2B5EF4-FFF2-40B4-BE49-F238E27FC236}">
                  <a16:creationId xmlns="" xmlns:a16="http://schemas.microsoft.com/office/drawing/2014/main" id="{2310EC49-44D7-4A12-9CD2-E27C119C8110}"/>
                </a:ext>
              </a:extLst>
            </p:cNvPr>
            <p:cNvSpPr/>
            <p:nvPr/>
          </p:nvSpPr>
          <p:spPr>
            <a:xfrm>
              <a:off x="4738503" y="1597348"/>
              <a:ext cx="445556" cy="443186"/>
            </a:xfrm>
            <a:prstGeom prst="ellipse">
              <a:avLst/>
            </a:prstGeom>
            <a:solidFill>
              <a:schemeClr val="tx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baseline="-25000" dirty="0">
                <a:solidFill>
                  <a:schemeClr val="tx1"/>
                </a:solidFill>
                <a:latin typeface="+mj-lt"/>
              </a:endParaRPr>
            </a:p>
          </p:txBody>
        </p:sp>
        <p:sp>
          <p:nvSpPr>
            <p:cNvPr id="116" name="TextBox 115">
              <a:extLst>
                <a:ext uri="{FF2B5EF4-FFF2-40B4-BE49-F238E27FC236}">
                  <a16:creationId xmlns="" xmlns:a16="http://schemas.microsoft.com/office/drawing/2014/main" id="{EB965F07-EAA5-4D56-8807-73475DED05BC}"/>
                </a:ext>
              </a:extLst>
            </p:cNvPr>
            <p:cNvSpPr txBox="1"/>
            <p:nvPr/>
          </p:nvSpPr>
          <p:spPr>
            <a:xfrm>
              <a:off x="4795675" y="1642646"/>
              <a:ext cx="412292" cy="400110"/>
            </a:xfrm>
            <a:prstGeom prst="rect">
              <a:avLst/>
            </a:prstGeom>
            <a:noFill/>
          </p:spPr>
          <p:txBody>
            <a:bodyPr wrap="none" rtlCol="0">
              <a:spAutoFit/>
            </a:bodyPr>
            <a:lstStyle/>
            <a:p>
              <a:r>
                <a:rPr lang="en-IN" sz="2000" dirty="0">
                  <a:latin typeface="+mj-lt"/>
                </a:rPr>
                <a:t>P</a:t>
              </a:r>
              <a:r>
                <a:rPr lang="en-IN" sz="2000" baseline="-25000" dirty="0">
                  <a:latin typeface="+mj-lt"/>
                </a:rPr>
                <a:t>2</a:t>
              </a:r>
            </a:p>
          </p:txBody>
        </p:sp>
      </p:grpSp>
      <p:sp>
        <p:nvSpPr>
          <p:cNvPr id="117" name="Line 18">
            <a:extLst>
              <a:ext uri="{FF2B5EF4-FFF2-40B4-BE49-F238E27FC236}">
                <a16:creationId xmlns="" xmlns:a16="http://schemas.microsoft.com/office/drawing/2014/main" id="{56C9ACCF-819C-4F49-AA63-A279A211DABA}"/>
              </a:ext>
            </a:extLst>
          </p:cNvPr>
          <p:cNvSpPr>
            <a:spLocks noChangeShapeType="1"/>
          </p:cNvSpPr>
          <p:nvPr/>
        </p:nvSpPr>
        <p:spPr bwMode="auto">
          <a:xfrm>
            <a:off x="740599" y="1593040"/>
            <a:ext cx="1927844" cy="1206377"/>
          </a:xfrm>
          <a:prstGeom prst="line">
            <a:avLst/>
          </a:prstGeom>
          <a:noFill/>
          <a:ln w="19050">
            <a:solidFill>
              <a:schemeClr val="tx1"/>
            </a:solidFill>
            <a:round/>
            <a:headEnd w="lg" len="lg"/>
            <a:tailEnd type="triangle" w="lg" len="lg"/>
          </a:ln>
          <a:extLst>
            <a:ext uri="{909E8E84-426E-40DD-AFC4-6F175D3DCCD1}">
              <a14:hiddenFill xmlns:a14="http://schemas.microsoft.com/office/drawing/2010/main">
                <a:noFill/>
              </a14:hiddenFill>
            </a:ext>
          </a:extLst>
        </p:spPr>
        <p:txBody>
          <a:bodyPr/>
          <a:lstStyle/>
          <a:p>
            <a:endParaRPr lang="en-IN" sz="2000" dirty="0">
              <a:latin typeface="+mj-lt"/>
            </a:endParaRPr>
          </a:p>
        </p:txBody>
      </p:sp>
      <p:sp>
        <p:nvSpPr>
          <p:cNvPr id="118" name="Line 15">
            <a:extLst>
              <a:ext uri="{FF2B5EF4-FFF2-40B4-BE49-F238E27FC236}">
                <a16:creationId xmlns="" xmlns:a16="http://schemas.microsoft.com/office/drawing/2014/main" id="{2C0605B5-E928-4DC3-8FE2-295F5817DB1F}"/>
              </a:ext>
            </a:extLst>
          </p:cNvPr>
          <p:cNvSpPr>
            <a:spLocks noChangeShapeType="1"/>
          </p:cNvSpPr>
          <p:nvPr/>
        </p:nvSpPr>
        <p:spPr bwMode="auto">
          <a:xfrm>
            <a:off x="558400" y="1648601"/>
            <a:ext cx="0" cy="965200"/>
          </a:xfrm>
          <a:prstGeom prst="line">
            <a:avLst/>
          </a:prstGeom>
          <a:noFill/>
          <a:ln w="19050">
            <a:solidFill>
              <a:schemeClr val="tx1"/>
            </a:solidFill>
            <a:round/>
            <a:headEnd w="lg" len="lg"/>
            <a:tailEnd type="triangle" w="lg" len="lg"/>
          </a:ln>
          <a:extLst>
            <a:ext uri="{909E8E84-426E-40DD-AFC4-6F175D3DCCD1}">
              <a14:hiddenFill xmlns:a14="http://schemas.microsoft.com/office/drawing/2010/main">
                <a:noFill/>
              </a14:hiddenFill>
            </a:ext>
          </a:extLst>
        </p:spPr>
        <p:txBody>
          <a:bodyPr/>
          <a:lstStyle/>
          <a:p>
            <a:endParaRPr lang="en-IN" sz="2000" dirty="0">
              <a:latin typeface="+mj-lt"/>
            </a:endParaRPr>
          </a:p>
        </p:txBody>
      </p:sp>
      <p:sp>
        <p:nvSpPr>
          <p:cNvPr id="119" name="Line 16">
            <a:extLst>
              <a:ext uri="{FF2B5EF4-FFF2-40B4-BE49-F238E27FC236}">
                <a16:creationId xmlns="" xmlns:a16="http://schemas.microsoft.com/office/drawing/2014/main" id="{DE08BA16-2632-4EE6-B22A-CDCA7CA94BB1}"/>
              </a:ext>
            </a:extLst>
          </p:cNvPr>
          <p:cNvSpPr>
            <a:spLocks noChangeShapeType="1"/>
          </p:cNvSpPr>
          <p:nvPr/>
        </p:nvSpPr>
        <p:spPr bwMode="auto">
          <a:xfrm>
            <a:off x="782238" y="1364439"/>
            <a:ext cx="1927227" cy="0"/>
          </a:xfrm>
          <a:prstGeom prst="line">
            <a:avLst/>
          </a:prstGeom>
          <a:noFill/>
          <a:ln w="1905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IN" sz="2000">
              <a:latin typeface="+mj-lt"/>
            </a:endParaRPr>
          </a:p>
        </p:txBody>
      </p:sp>
      <p:sp>
        <p:nvSpPr>
          <p:cNvPr id="120" name="Line 17">
            <a:extLst>
              <a:ext uri="{FF2B5EF4-FFF2-40B4-BE49-F238E27FC236}">
                <a16:creationId xmlns="" xmlns:a16="http://schemas.microsoft.com/office/drawing/2014/main" id="{2F18B920-747F-456F-A7A0-64DB3F055155}"/>
              </a:ext>
            </a:extLst>
          </p:cNvPr>
          <p:cNvSpPr>
            <a:spLocks noChangeShapeType="1"/>
          </p:cNvSpPr>
          <p:nvPr/>
        </p:nvSpPr>
        <p:spPr bwMode="auto">
          <a:xfrm>
            <a:off x="2895202" y="1637489"/>
            <a:ext cx="0" cy="976312"/>
          </a:xfrm>
          <a:prstGeom prst="line">
            <a:avLst/>
          </a:prstGeom>
          <a:noFill/>
          <a:ln w="1905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IN" sz="2000">
              <a:latin typeface="+mj-lt"/>
            </a:endParaRPr>
          </a:p>
        </p:txBody>
      </p:sp>
      <p:sp>
        <p:nvSpPr>
          <p:cNvPr id="121" name="Line 18">
            <a:extLst>
              <a:ext uri="{FF2B5EF4-FFF2-40B4-BE49-F238E27FC236}">
                <a16:creationId xmlns="" xmlns:a16="http://schemas.microsoft.com/office/drawing/2014/main" id="{BCD458AA-CAC0-497B-892F-21BABF339816}"/>
              </a:ext>
            </a:extLst>
          </p:cNvPr>
          <p:cNvSpPr>
            <a:spLocks noChangeShapeType="1"/>
          </p:cNvSpPr>
          <p:nvPr/>
        </p:nvSpPr>
        <p:spPr bwMode="auto">
          <a:xfrm flipH="1">
            <a:off x="760013" y="1596214"/>
            <a:ext cx="1981202" cy="1123950"/>
          </a:xfrm>
          <a:prstGeom prst="line">
            <a:avLst/>
          </a:prstGeom>
          <a:noFill/>
          <a:ln w="19050">
            <a:solidFill>
              <a:schemeClr val="tx1"/>
            </a:solidFill>
            <a:round/>
            <a:headEnd w="lg" len="lg"/>
            <a:tailEnd type="triangle" w="lg" len="lg"/>
          </a:ln>
          <a:extLst>
            <a:ext uri="{909E8E84-426E-40DD-AFC4-6F175D3DCCD1}">
              <a14:hiddenFill xmlns:a14="http://schemas.microsoft.com/office/drawing/2010/main">
                <a:noFill/>
              </a14:hiddenFill>
            </a:ext>
          </a:extLst>
        </p:spPr>
        <p:txBody>
          <a:bodyPr/>
          <a:lstStyle/>
          <a:p>
            <a:endParaRPr lang="en-IN" sz="2000">
              <a:latin typeface="+mj-lt"/>
            </a:endParaRPr>
          </a:p>
        </p:txBody>
      </p:sp>
      <p:sp>
        <p:nvSpPr>
          <p:cNvPr id="122" name="Line 20">
            <a:extLst>
              <a:ext uri="{FF2B5EF4-FFF2-40B4-BE49-F238E27FC236}">
                <a16:creationId xmlns="" xmlns:a16="http://schemas.microsoft.com/office/drawing/2014/main" id="{703AE779-29DD-40DC-A722-27C630225102}"/>
              </a:ext>
            </a:extLst>
          </p:cNvPr>
          <p:cNvSpPr>
            <a:spLocks noChangeShapeType="1"/>
          </p:cNvSpPr>
          <p:nvPr/>
        </p:nvSpPr>
        <p:spPr bwMode="auto">
          <a:xfrm flipH="1">
            <a:off x="782238" y="1516839"/>
            <a:ext cx="1927227" cy="0"/>
          </a:xfrm>
          <a:prstGeom prst="line">
            <a:avLst/>
          </a:prstGeom>
          <a:noFill/>
          <a:ln w="1905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IN" sz="2000" dirty="0">
              <a:latin typeface="+mj-lt"/>
            </a:endParaRPr>
          </a:p>
        </p:txBody>
      </p:sp>
      <p:sp>
        <p:nvSpPr>
          <p:cNvPr id="123" name="Text Box 21">
            <a:extLst>
              <a:ext uri="{FF2B5EF4-FFF2-40B4-BE49-F238E27FC236}">
                <a16:creationId xmlns="" xmlns:a16="http://schemas.microsoft.com/office/drawing/2014/main" id="{3C01C808-319F-48E9-A282-9DA2B300C43C}"/>
              </a:ext>
            </a:extLst>
          </p:cNvPr>
          <p:cNvSpPr txBox="1">
            <a:spLocks noChangeArrowheads="1"/>
          </p:cNvSpPr>
          <p:nvPr/>
        </p:nvSpPr>
        <p:spPr bwMode="auto">
          <a:xfrm>
            <a:off x="1398189" y="1477151"/>
            <a:ext cx="83820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spcBef>
                <a:spcPct val="50000"/>
              </a:spcBef>
            </a:pPr>
            <a:r>
              <a:rPr lang="en-US" altLang="en-US" sz="2000" dirty="0">
                <a:latin typeface="+mj-lt"/>
              </a:rPr>
              <a:t>TS=4</a:t>
            </a:r>
          </a:p>
        </p:txBody>
      </p:sp>
      <p:sp>
        <p:nvSpPr>
          <p:cNvPr id="124" name="Text Box 22">
            <a:extLst>
              <a:ext uri="{FF2B5EF4-FFF2-40B4-BE49-F238E27FC236}">
                <a16:creationId xmlns="" xmlns:a16="http://schemas.microsoft.com/office/drawing/2014/main" id="{8EDC85FC-2961-4B11-A723-ED86971B43EC}"/>
              </a:ext>
            </a:extLst>
          </p:cNvPr>
          <p:cNvSpPr txBox="1">
            <a:spLocks noChangeArrowheads="1"/>
          </p:cNvSpPr>
          <p:nvPr/>
        </p:nvSpPr>
        <p:spPr bwMode="auto">
          <a:xfrm rot="19802312">
            <a:off x="914001" y="2062909"/>
            <a:ext cx="83820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spcBef>
                <a:spcPct val="50000"/>
              </a:spcBef>
            </a:pPr>
            <a:r>
              <a:rPr lang="en-US" altLang="en-US" sz="2000" dirty="0">
                <a:latin typeface="+mj-lt"/>
              </a:rPr>
              <a:t>TS=4</a:t>
            </a:r>
          </a:p>
        </p:txBody>
      </p:sp>
      <p:sp>
        <p:nvSpPr>
          <p:cNvPr id="125" name="Text Box 23">
            <a:extLst>
              <a:ext uri="{FF2B5EF4-FFF2-40B4-BE49-F238E27FC236}">
                <a16:creationId xmlns="" xmlns:a16="http://schemas.microsoft.com/office/drawing/2014/main" id="{9C15E90C-6933-429D-86AC-DBB1BC214A49}"/>
              </a:ext>
            </a:extLst>
          </p:cNvPr>
          <p:cNvSpPr txBox="1">
            <a:spLocks noChangeArrowheads="1"/>
          </p:cNvSpPr>
          <p:nvPr/>
        </p:nvSpPr>
        <p:spPr bwMode="auto">
          <a:xfrm rot="16200000">
            <a:off x="90088" y="1894633"/>
            <a:ext cx="6985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spcBef>
                <a:spcPct val="50000"/>
              </a:spcBef>
            </a:pPr>
            <a:r>
              <a:rPr lang="en-US" altLang="en-US" sz="2000" dirty="0">
                <a:latin typeface="+mj-lt"/>
              </a:rPr>
              <a:t>TS=6</a:t>
            </a:r>
          </a:p>
        </p:txBody>
      </p:sp>
      <p:sp>
        <p:nvSpPr>
          <p:cNvPr id="126" name="Text Box 24">
            <a:extLst>
              <a:ext uri="{FF2B5EF4-FFF2-40B4-BE49-F238E27FC236}">
                <a16:creationId xmlns="" xmlns:a16="http://schemas.microsoft.com/office/drawing/2014/main" id="{CF617A1E-A2E5-4CD2-B26D-DD3109C1CB20}"/>
              </a:ext>
            </a:extLst>
          </p:cNvPr>
          <p:cNvSpPr txBox="1">
            <a:spLocks noChangeArrowheads="1"/>
          </p:cNvSpPr>
          <p:nvPr/>
        </p:nvSpPr>
        <p:spPr bwMode="auto">
          <a:xfrm rot="5400000">
            <a:off x="2674143" y="2002583"/>
            <a:ext cx="71596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spcBef>
                <a:spcPct val="50000"/>
              </a:spcBef>
            </a:pPr>
            <a:r>
              <a:rPr lang="en-US" altLang="en-US" sz="2000" dirty="0">
                <a:latin typeface="+mj-lt"/>
              </a:rPr>
              <a:t>TS=4</a:t>
            </a:r>
          </a:p>
        </p:txBody>
      </p:sp>
      <p:sp>
        <p:nvSpPr>
          <p:cNvPr id="127" name="Text Box 25">
            <a:extLst>
              <a:ext uri="{FF2B5EF4-FFF2-40B4-BE49-F238E27FC236}">
                <a16:creationId xmlns="" xmlns:a16="http://schemas.microsoft.com/office/drawing/2014/main" id="{82E42D3A-15AE-4650-B9E7-DD18092C7F82}"/>
              </a:ext>
            </a:extLst>
          </p:cNvPr>
          <p:cNvSpPr txBox="1">
            <a:spLocks noChangeArrowheads="1"/>
          </p:cNvSpPr>
          <p:nvPr/>
        </p:nvSpPr>
        <p:spPr bwMode="auto">
          <a:xfrm>
            <a:off x="1434701" y="1083451"/>
            <a:ext cx="83820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spcBef>
                <a:spcPct val="50000"/>
              </a:spcBef>
            </a:pPr>
            <a:r>
              <a:rPr lang="en-US" altLang="en-US" sz="2000" dirty="0">
                <a:latin typeface="+mj-lt"/>
              </a:rPr>
              <a:t>TS=6</a:t>
            </a:r>
          </a:p>
        </p:txBody>
      </p:sp>
      <p:sp>
        <p:nvSpPr>
          <p:cNvPr id="128" name="Text Box 26">
            <a:extLst>
              <a:ext uri="{FF2B5EF4-FFF2-40B4-BE49-F238E27FC236}">
                <a16:creationId xmlns="" xmlns:a16="http://schemas.microsoft.com/office/drawing/2014/main" id="{76B7BDE3-B13D-453F-B83A-CD875B2E181C}"/>
              </a:ext>
            </a:extLst>
          </p:cNvPr>
          <p:cNvSpPr txBox="1">
            <a:spLocks noChangeArrowheads="1"/>
          </p:cNvSpPr>
          <p:nvPr/>
        </p:nvSpPr>
        <p:spPr bwMode="auto">
          <a:xfrm rot="1832236">
            <a:off x="1877614" y="2207371"/>
            <a:ext cx="83820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spcBef>
                <a:spcPct val="50000"/>
              </a:spcBef>
            </a:pPr>
            <a:r>
              <a:rPr lang="en-US" altLang="en-US" sz="2000" dirty="0">
                <a:latin typeface="+mj-lt"/>
              </a:rPr>
              <a:t>TS=6</a:t>
            </a:r>
          </a:p>
        </p:txBody>
      </p:sp>
      <p:sp>
        <p:nvSpPr>
          <p:cNvPr id="129" name="Text Box 27">
            <a:extLst>
              <a:ext uri="{FF2B5EF4-FFF2-40B4-BE49-F238E27FC236}">
                <a16:creationId xmlns="" xmlns:a16="http://schemas.microsoft.com/office/drawing/2014/main" id="{4606B615-5F79-4A03-9F4D-9EBB94C8F27C}"/>
              </a:ext>
            </a:extLst>
          </p:cNvPr>
          <p:cNvSpPr txBox="1">
            <a:spLocks noChangeArrowheads="1"/>
          </p:cNvSpPr>
          <p:nvPr/>
        </p:nvSpPr>
        <p:spPr bwMode="auto">
          <a:xfrm>
            <a:off x="37700" y="3101164"/>
            <a:ext cx="175840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spcBef>
                <a:spcPct val="50000"/>
              </a:spcBef>
            </a:pPr>
            <a:r>
              <a:rPr lang="en-US" altLang="en-US" sz="2000" dirty="0">
                <a:latin typeface="+mj-lt"/>
              </a:rPr>
              <a:t>Already in CS</a:t>
            </a:r>
          </a:p>
        </p:txBody>
      </p:sp>
      <p:sp>
        <p:nvSpPr>
          <p:cNvPr id="130" name="Text Box 28">
            <a:extLst>
              <a:ext uri="{FF2B5EF4-FFF2-40B4-BE49-F238E27FC236}">
                <a16:creationId xmlns="" xmlns:a16="http://schemas.microsoft.com/office/drawing/2014/main" id="{E90B095F-BFE9-4A68-A13F-B977B8511D23}"/>
              </a:ext>
            </a:extLst>
          </p:cNvPr>
          <p:cNvSpPr txBox="1">
            <a:spLocks noChangeArrowheads="1"/>
          </p:cNvSpPr>
          <p:nvPr/>
        </p:nvSpPr>
        <p:spPr bwMode="auto">
          <a:xfrm>
            <a:off x="1536301" y="3282139"/>
            <a:ext cx="68580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spcBef>
                <a:spcPct val="50000"/>
              </a:spcBef>
            </a:pPr>
            <a:r>
              <a:rPr lang="en-US" altLang="en-US" b="1" dirty="0">
                <a:latin typeface="+mj-lt"/>
              </a:rPr>
              <a:t>(a)</a:t>
            </a:r>
          </a:p>
        </p:txBody>
      </p:sp>
      <p:grpSp>
        <p:nvGrpSpPr>
          <p:cNvPr id="131" name="Group 130">
            <a:extLst>
              <a:ext uri="{FF2B5EF4-FFF2-40B4-BE49-F238E27FC236}">
                <a16:creationId xmlns="" xmlns:a16="http://schemas.microsoft.com/office/drawing/2014/main" id="{AD838CAE-6C75-42AF-B9E2-7B9DCB4A93DB}"/>
              </a:ext>
            </a:extLst>
          </p:cNvPr>
          <p:cNvGrpSpPr/>
          <p:nvPr/>
        </p:nvGrpSpPr>
        <p:grpSpPr>
          <a:xfrm>
            <a:off x="336680" y="1230180"/>
            <a:ext cx="469464" cy="445408"/>
            <a:chOff x="4738503" y="1597348"/>
            <a:chExt cx="469464" cy="445408"/>
          </a:xfrm>
        </p:grpSpPr>
        <p:sp>
          <p:nvSpPr>
            <p:cNvPr id="132" name="Oval 131">
              <a:extLst>
                <a:ext uri="{FF2B5EF4-FFF2-40B4-BE49-F238E27FC236}">
                  <a16:creationId xmlns="" xmlns:a16="http://schemas.microsoft.com/office/drawing/2014/main" id="{B0EA3C09-49C0-4931-BEEF-A3A62F832E81}"/>
                </a:ext>
              </a:extLst>
            </p:cNvPr>
            <p:cNvSpPr/>
            <p:nvPr/>
          </p:nvSpPr>
          <p:spPr>
            <a:xfrm>
              <a:off x="4738503" y="1597348"/>
              <a:ext cx="445556" cy="443186"/>
            </a:xfrm>
            <a:prstGeom prst="ellipse">
              <a:avLst/>
            </a:prstGeom>
            <a:solidFill>
              <a:schemeClr val="tx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baseline="-25000" dirty="0">
                <a:solidFill>
                  <a:schemeClr val="tx1"/>
                </a:solidFill>
                <a:latin typeface="+mj-lt"/>
              </a:endParaRPr>
            </a:p>
          </p:txBody>
        </p:sp>
        <p:sp>
          <p:nvSpPr>
            <p:cNvPr id="133" name="TextBox 132">
              <a:extLst>
                <a:ext uri="{FF2B5EF4-FFF2-40B4-BE49-F238E27FC236}">
                  <a16:creationId xmlns="" xmlns:a16="http://schemas.microsoft.com/office/drawing/2014/main" id="{FB850769-1D3D-40FA-9046-E8EBC1583AB7}"/>
                </a:ext>
              </a:extLst>
            </p:cNvPr>
            <p:cNvSpPr txBox="1"/>
            <p:nvPr/>
          </p:nvSpPr>
          <p:spPr>
            <a:xfrm>
              <a:off x="4795675" y="1642646"/>
              <a:ext cx="412292" cy="400110"/>
            </a:xfrm>
            <a:prstGeom prst="rect">
              <a:avLst/>
            </a:prstGeom>
            <a:noFill/>
          </p:spPr>
          <p:txBody>
            <a:bodyPr wrap="none" rtlCol="0">
              <a:spAutoFit/>
            </a:bodyPr>
            <a:lstStyle/>
            <a:p>
              <a:r>
                <a:rPr lang="en-IN" sz="2000" dirty="0">
                  <a:latin typeface="+mj-lt"/>
                </a:rPr>
                <a:t>P</a:t>
              </a:r>
              <a:r>
                <a:rPr lang="en-IN" sz="2000" baseline="-25000" dirty="0">
                  <a:latin typeface="+mj-lt"/>
                </a:rPr>
                <a:t>1</a:t>
              </a:r>
            </a:p>
          </p:txBody>
        </p:sp>
      </p:grpSp>
      <p:grpSp>
        <p:nvGrpSpPr>
          <p:cNvPr id="134" name="Group 133">
            <a:extLst>
              <a:ext uri="{FF2B5EF4-FFF2-40B4-BE49-F238E27FC236}">
                <a16:creationId xmlns="" xmlns:a16="http://schemas.microsoft.com/office/drawing/2014/main" id="{E8CBC897-CCB5-4989-AF2A-1C9B6B9AF5CA}"/>
              </a:ext>
            </a:extLst>
          </p:cNvPr>
          <p:cNvGrpSpPr/>
          <p:nvPr/>
        </p:nvGrpSpPr>
        <p:grpSpPr>
          <a:xfrm>
            <a:off x="336398" y="2614389"/>
            <a:ext cx="469464" cy="445408"/>
            <a:chOff x="4738503" y="1597348"/>
            <a:chExt cx="469464" cy="445408"/>
          </a:xfrm>
        </p:grpSpPr>
        <p:sp>
          <p:nvSpPr>
            <p:cNvPr id="135" name="Oval 134">
              <a:extLst>
                <a:ext uri="{FF2B5EF4-FFF2-40B4-BE49-F238E27FC236}">
                  <a16:creationId xmlns="" xmlns:a16="http://schemas.microsoft.com/office/drawing/2014/main" id="{E153B669-D8C9-42CD-AB10-477196A03ABA}"/>
                </a:ext>
              </a:extLst>
            </p:cNvPr>
            <p:cNvSpPr/>
            <p:nvPr/>
          </p:nvSpPr>
          <p:spPr>
            <a:xfrm>
              <a:off x="4738503" y="1597348"/>
              <a:ext cx="445556" cy="443186"/>
            </a:xfrm>
            <a:prstGeom prst="ellipse">
              <a:avLst/>
            </a:prstGeom>
            <a:solidFill>
              <a:schemeClr val="tx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baseline="-25000" dirty="0">
                <a:solidFill>
                  <a:schemeClr val="tx1"/>
                </a:solidFill>
                <a:latin typeface="+mj-lt"/>
              </a:endParaRPr>
            </a:p>
          </p:txBody>
        </p:sp>
        <p:sp>
          <p:nvSpPr>
            <p:cNvPr id="136" name="TextBox 135">
              <a:extLst>
                <a:ext uri="{FF2B5EF4-FFF2-40B4-BE49-F238E27FC236}">
                  <a16:creationId xmlns="" xmlns:a16="http://schemas.microsoft.com/office/drawing/2014/main" id="{14E094D5-D742-4939-BD1D-4C0883C5AD65}"/>
                </a:ext>
              </a:extLst>
            </p:cNvPr>
            <p:cNvSpPr txBox="1"/>
            <p:nvPr/>
          </p:nvSpPr>
          <p:spPr>
            <a:xfrm>
              <a:off x="4795675" y="1642646"/>
              <a:ext cx="412292" cy="400110"/>
            </a:xfrm>
            <a:prstGeom prst="rect">
              <a:avLst/>
            </a:prstGeom>
            <a:noFill/>
          </p:spPr>
          <p:txBody>
            <a:bodyPr wrap="none" rtlCol="0">
              <a:spAutoFit/>
            </a:bodyPr>
            <a:lstStyle/>
            <a:p>
              <a:r>
                <a:rPr lang="en-IN" sz="2000" dirty="0">
                  <a:latin typeface="+mj-lt"/>
                </a:rPr>
                <a:t>P</a:t>
              </a:r>
              <a:r>
                <a:rPr lang="en-IN" sz="2000" baseline="-25000" dirty="0">
                  <a:latin typeface="+mj-lt"/>
                </a:rPr>
                <a:t>4</a:t>
              </a:r>
            </a:p>
          </p:txBody>
        </p:sp>
      </p:grpSp>
      <p:grpSp>
        <p:nvGrpSpPr>
          <p:cNvPr id="137" name="Group 136">
            <a:extLst>
              <a:ext uri="{FF2B5EF4-FFF2-40B4-BE49-F238E27FC236}">
                <a16:creationId xmlns="" xmlns:a16="http://schemas.microsoft.com/office/drawing/2014/main" id="{7254F6E6-71C9-45A8-9FB1-F5AD4BDC409E}"/>
              </a:ext>
            </a:extLst>
          </p:cNvPr>
          <p:cNvGrpSpPr/>
          <p:nvPr/>
        </p:nvGrpSpPr>
        <p:grpSpPr>
          <a:xfrm>
            <a:off x="2678644" y="2617429"/>
            <a:ext cx="470702" cy="443186"/>
            <a:chOff x="4738503" y="1597348"/>
            <a:chExt cx="470702" cy="443186"/>
          </a:xfrm>
        </p:grpSpPr>
        <p:sp>
          <p:nvSpPr>
            <p:cNvPr id="138" name="Oval 137">
              <a:extLst>
                <a:ext uri="{FF2B5EF4-FFF2-40B4-BE49-F238E27FC236}">
                  <a16:creationId xmlns="" xmlns:a16="http://schemas.microsoft.com/office/drawing/2014/main" id="{3F989999-169F-49F6-AD2D-07DB9DE11941}"/>
                </a:ext>
              </a:extLst>
            </p:cNvPr>
            <p:cNvSpPr/>
            <p:nvPr/>
          </p:nvSpPr>
          <p:spPr>
            <a:xfrm>
              <a:off x="4738503" y="1597348"/>
              <a:ext cx="445556" cy="443186"/>
            </a:xfrm>
            <a:prstGeom prst="ellipse">
              <a:avLst/>
            </a:prstGeom>
            <a:solidFill>
              <a:schemeClr val="tx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baseline="-25000" dirty="0">
                <a:solidFill>
                  <a:schemeClr val="tx1"/>
                </a:solidFill>
                <a:latin typeface="+mj-lt"/>
              </a:endParaRPr>
            </a:p>
          </p:txBody>
        </p:sp>
        <p:sp>
          <p:nvSpPr>
            <p:cNvPr id="139" name="TextBox 138">
              <a:extLst>
                <a:ext uri="{FF2B5EF4-FFF2-40B4-BE49-F238E27FC236}">
                  <a16:creationId xmlns="" xmlns:a16="http://schemas.microsoft.com/office/drawing/2014/main" id="{34F0764C-DF1D-4618-98CB-577267141154}"/>
                </a:ext>
              </a:extLst>
            </p:cNvPr>
            <p:cNvSpPr txBox="1"/>
            <p:nvPr/>
          </p:nvSpPr>
          <p:spPr>
            <a:xfrm>
              <a:off x="4796913" y="1622666"/>
              <a:ext cx="412292" cy="400110"/>
            </a:xfrm>
            <a:prstGeom prst="rect">
              <a:avLst/>
            </a:prstGeom>
            <a:noFill/>
          </p:spPr>
          <p:txBody>
            <a:bodyPr wrap="none" rtlCol="0">
              <a:spAutoFit/>
            </a:bodyPr>
            <a:lstStyle/>
            <a:p>
              <a:r>
                <a:rPr lang="en-IN" sz="2000" dirty="0">
                  <a:latin typeface="+mj-lt"/>
                </a:rPr>
                <a:t>P</a:t>
              </a:r>
              <a:r>
                <a:rPr lang="en-IN" sz="2000" baseline="-25000" dirty="0">
                  <a:latin typeface="+mj-lt"/>
                </a:rPr>
                <a:t>3</a:t>
              </a:r>
            </a:p>
          </p:txBody>
        </p:sp>
      </p:grpSp>
      <p:grpSp>
        <p:nvGrpSpPr>
          <p:cNvPr id="140" name="Group 139">
            <a:extLst>
              <a:ext uri="{FF2B5EF4-FFF2-40B4-BE49-F238E27FC236}">
                <a16:creationId xmlns="" xmlns:a16="http://schemas.microsoft.com/office/drawing/2014/main" id="{E57419BA-A44C-4220-AFD3-181AF7316CC3}"/>
              </a:ext>
            </a:extLst>
          </p:cNvPr>
          <p:cNvGrpSpPr/>
          <p:nvPr/>
        </p:nvGrpSpPr>
        <p:grpSpPr>
          <a:xfrm>
            <a:off x="2698880" y="1230180"/>
            <a:ext cx="469464" cy="445408"/>
            <a:chOff x="4738503" y="1597348"/>
            <a:chExt cx="469464" cy="445408"/>
          </a:xfrm>
        </p:grpSpPr>
        <p:sp>
          <p:nvSpPr>
            <p:cNvPr id="141" name="Oval 140">
              <a:extLst>
                <a:ext uri="{FF2B5EF4-FFF2-40B4-BE49-F238E27FC236}">
                  <a16:creationId xmlns="" xmlns:a16="http://schemas.microsoft.com/office/drawing/2014/main" id="{643BAE87-6D3E-42C7-A3D3-80E11B6B4958}"/>
                </a:ext>
              </a:extLst>
            </p:cNvPr>
            <p:cNvSpPr/>
            <p:nvPr/>
          </p:nvSpPr>
          <p:spPr>
            <a:xfrm>
              <a:off x="4738503" y="1597348"/>
              <a:ext cx="445556" cy="443186"/>
            </a:xfrm>
            <a:prstGeom prst="ellipse">
              <a:avLst/>
            </a:prstGeom>
            <a:solidFill>
              <a:schemeClr val="tx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baseline="-25000" dirty="0">
                <a:solidFill>
                  <a:schemeClr val="tx1"/>
                </a:solidFill>
                <a:latin typeface="+mj-lt"/>
              </a:endParaRPr>
            </a:p>
          </p:txBody>
        </p:sp>
        <p:sp>
          <p:nvSpPr>
            <p:cNvPr id="142" name="TextBox 141">
              <a:extLst>
                <a:ext uri="{FF2B5EF4-FFF2-40B4-BE49-F238E27FC236}">
                  <a16:creationId xmlns="" xmlns:a16="http://schemas.microsoft.com/office/drawing/2014/main" id="{603BEEDE-FC1D-422E-B480-EE79B84E59D9}"/>
                </a:ext>
              </a:extLst>
            </p:cNvPr>
            <p:cNvSpPr txBox="1"/>
            <p:nvPr/>
          </p:nvSpPr>
          <p:spPr>
            <a:xfrm>
              <a:off x="4795675" y="1642646"/>
              <a:ext cx="412292" cy="400110"/>
            </a:xfrm>
            <a:prstGeom prst="rect">
              <a:avLst/>
            </a:prstGeom>
            <a:noFill/>
          </p:spPr>
          <p:txBody>
            <a:bodyPr wrap="none" rtlCol="0">
              <a:spAutoFit/>
            </a:bodyPr>
            <a:lstStyle/>
            <a:p>
              <a:r>
                <a:rPr lang="en-IN" sz="2000" dirty="0">
                  <a:latin typeface="+mj-lt"/>
                </a:rPr>
                <a:t>P</a:t>
              </a:r>
              <a:r>
                <a:rPr lang="en-IN" sz="2000" baseline="-25000" dirty="0">
                  <a:latin typeface="+mj-lt"/>
                </a:rPr>
                <a:t>2</a:t>
              </a:r>
            </a:p>
          </p:txBody>
        </p:sp>
      </p:grpSp>
      <p:sp>
        <p:nvSpPr>
          <p:cNvPr id="143" name="Line 18">
            <a:extLst>
              <a:ext uri="{FF2B5EF4-FFF2-40B4-BE49-F238E27FC236}">
                <a16:creationId xmlns="" xmlns:a16="http://schemas.microsoft.com/office/drawing/2014/main" id="{BA672243-6CD2-47CE-A3E1-D8F746D379A2}"/>
              </a:ext>
            </a:extLst>
          </p:cNvPr>
          <p:cNvSpPr>
            <a:spLocks noChangeShapeType="1"/>
          </p:cNvSpPr>
          <p:nvPr/>
        </p:nvSpPr>
        <p:spPr bwMode="auto">
          <a:xfrm>
            <a:off x="6777598" y="1596605"/>
            <a:ext cx="1952467" cy="1221785"/>
          </a:xfrm>
          <a:prstGeom prst="line">
            <a:avLst/>
          </a:prstGeom>
          <a:noFill/>
          <a:ln w="19050">
            <a:solidFill>
              <a:schemeClr val="tx1"/>
            </a:solidFill>
            <a:round/>
            <a:headEnd type="triangle" w="lg" len="lg"/>
            <a:tailEnd type="none" w="lg" len="lg"/>
          </a:ln>
          <a:extLst>
            <a:ext uri="{909E8E84-426E-40DD-AFC4-6F175D3DCCD1}">
              <a14:hiddenFill xmlns:a14="http://schemas.microsoft.com/office/drawing/2010/main">
                <a:noFill/>
              </a14:hiddenFill>
            </a:ext>
          </a:extLst>
        </p:spPr>
        <p:txBody>
          <a:bodyPr/>
          <a:lstStyle/>
          <a:p>
            <a:endParaRPr lang="en-IN" sz="2000">
              <a:latin typeface="+mj-lt"/>
            </a:endParaRPr>
          </a:p>
        </p:txBody>
      </p:sp>
      <p:graphicFrame>
        <p:nvGraphicFramePr>
          <p:cNvPr id="144" name="Table 143">
            <a:extLst>
              <a:ext uri="{FF2B5EF4-FFF2-40B4-BE49-F238E27FC236}">
                <a16:creationId xmlns="" xmlns:a16="http://schemas.microsoft.com/office/drawing/2014/main" id="{B1875DB1-3B97-4FBA-B63E-CB663FFA4BEF}"/>
              </a:ext>
            </a:extLst>
          </p:cNvPr>
          <p:cNvGraphicFramePr>
            <a:graphicFrameLocks noGrp="1"/>
          </p:cNvGraphicFramePr>
          <p:nvPr>
            <p:extLst>
              <p:ext uri="{D42A27DB-BD31-4B8C-83A1-F6EECF244321}">
                <p14:modId xmlns:p14="http://schemas.microsoft.com/office/powerpoint/2010/main" val="3159370274"/>
              </p:ext>
            </p:extLst>
          </p:nvPr>
        </p:nvGraphicFramePr>
        <p:xfrm>
          <a:off x="4935973" y="2745857"/>
          <a:ext cx="1354112" cy="326968"/>
        </p:xfrm>
        <a:graphic>
          <a:graphicData uri="http://schemas.openxmlformats.org/drawingml/2006/table">
            <a:tbl>
              <a:tblPr firstRow="1" bandRow="1">
                <a:tableStyleId>{5940675A-B579-460E-94D1-54222C63F5DA}</a:tableStyleId>
              </a:tblPr>
              <a:tblGrid>
                <a:gridCol w="1354112">
                  <a:extLst>
                    <a:ext uri="{9D8B030D-6E8A-4147-A177-3AD203B41FA5}">
                      <a16:colId xmlns="" xmlns:a16="http://schemas.microsoft.com/office/drawing/2014/main" val="1530787219"/>
                    </a:ext>
                  </a:extLst>
                </a:gridCol>
              </a:tblGrid>
              <a:tr h="290920">
                <a:tc>
                  <a:txBody>
                    <a:bodyPr/>
                    <a:lstStyle/>
                    <a:p>
                      <a:endParaRPr lang="en-IN" sz="1600" dirty="0">
                        <a:solidFill>
                          <a:schemeClr val="tx1"/>
                        </a:solidFill>
                      </a:endParaRPr>
                    </a:p>
                  </a:txBody>
                  <a:tcPr marL="83127" marR="83127" marT="41564" marB="41564"/>
                </a:tc>
                <a:extLst>
                  <a:ext uri="{0D108BD9-81ED-4DB2-BD59-A6C34878D82A}">
                    <a16:rowId xmlns="" xmlns:a16="http://schemas.microsoft.com/office/drawing/2014/main" val="4047261007"/>
                  </a:ext>
                </a:extLst>
              </a:tr>
            </a:tbl>
          </a:graphicData>
        </a:graphic>
      </p:graphicFrame>
      <mc:AlternateContent xmlns:mc="http://schemas.openxmlformats.org/markup-compatibility/2006" xmlns:a14="http://schemas.microsoft.com/office/drawing/2010/main">
        <mc:Choice Requires="a14">
          <p:sp>
            <p:nvSpPr>
              <p:cNvPr id="145" name="TextBox 144">
                <a:extLst>
                  <a:ext uri="{FF2B5EF4-FFF2-40B4-BE49-F238E27FC236}">
                    <a16:creationId xmlns="" xmlns:a16="http://schemas.microsoft.com/office/drawing/2014/main" id="{DF51A6E0-6E13-464A-B155-59646C621545}"/>
                  </a:ext>
                </a:extLst>
              </p:cNvPr>
              <p:cNvSpPr txBox="1"/>
              <p:nvPr/>
            </p:nvSpPr>
            <p:spPr>
              <a:xfrm>
                <a:off x="5902475" y="2759777"/>
                <a:ext cx="379043" cy="307777"/>
              </a:xfrm>
              <a:prstGeom prst="rect">
                <a:avLst/>
              </a:prstGeom>
              <a:solidFill>
                <a:schemeClr val="bg1"/>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sz="2000" i="1" smtClean="0">
                              <a:latin typeface="Cambria Math" panose="02040503050406030204" pitchFamily="18" charset="0"/>
                            </a:rPr>
                          </m:ctrlPr>
                        </m:sSubPr>
                        <m:e>
                          <m:r>
                            <a:rPr lang="en-IN" sz="2000" b="0" i="1" smtClean="0">
                              <a:latin typeface="Cambria Math" panose="02040503050406030204" pitchFamily="18" charset="0"/>
                            </a:rPr>
                            <m:t>𝑃</m:t>
                          </m:r>
                        </m:e>
                        <m:sub>
                          <m:r>
                            <a:rPr lang="en-IN" sz="2000" b="0" i="1" smtClean="0">
                              <a:latin typeface="Cambria Math" panose="02040503050406030204" pitchFamily="18" charset="0"/>
                            </a:rPr>
                            <m:t>1</m:t>
                          </m:r>
                        </m:sub>
                      </m:sSub>
                    </m:oMath>
                  </m:oMathPara>
                </a14:m>
                <a:endParaRPr lang="en-IN" sz="2000" dirty="0">
                  <a:latin typeface="+mj-lt"/>
                </a:endParaRPr>
              </a:p>
            </p:txBody>
          </p:sp>
        </mc:Choice>
        <mc:Fallback xmlns="">
          <p:sp>
            <p:nvSpPr>
              <p:cNvPr id="145" name="TextBox 144">
                <a:extLst>
                  <a:ext uri="{FF2B5EF4-FFF2-40B4-BE49-F238E27FC236}">
                    <a16:creationId xmlns:a16="http://schemas.microsoft.com/office/drawing/2014/main" xmlns:a14="http://schemas.microsoft.com/office/drawing/2010/main" xmlns="" id="{DF51A6E0-6E13-464A-B155-59646C621545}"/>
                  </a:ext>
                </a:extLst>
              </p:cNvPr>
              <p:cNvSpPr txBox="1">
                <a:spLocks noRot="1" noChangeAspect="1" noMove="1" noResize="1" noEditPoints="1" noAdjustHandles="1" noChangeArrowheads="1" noChangeShapeType="1" noTextEdit="1"/>
              </p:cNvSpPr>
              <p:nvPr/>
            </p:nvSpPr>
            <p:spPr>
              <a:xfrm>
                <a:off x="5902475" y="2759777"/>
                <a:ext cx="379043" cy="307777"/>
              </a:xfrm>
              <a:prstGeom prst="rect">
                <a:avLst/>
              </a:prstGeom>
              <a:blipFill rotWithShape="0">
                <a:blip r:embed="rId2"/>
                <a:stretch>
                  <a:fillRect l="-8065" r="-1613" b="-2000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6" name="TextBox 145">
                <a:extLst>
                  <a:ext uri="{FF2B5EF4-FFF2-40B4-BE49-F238E27FC236}">
                    <a16:creationId xmlns="" xmlns:a16="http://schemas.microsoft.com/office/drawing/2014/main" id="{E1DB8A5D-FAD9-4EEF-9E7B-51ECBBFBD698}"/>
                  </a:ext>
                </a:extLst>
              </p:cNvPr>
              <p:cNvSpPr txBox="1"/>
              <p:nvPr/>
            </p:nvSpPr>
            <p:spPr>
              <a:xfrm>
                <a:off x="5454827" y="2759777"/>
                <a:ext cx="354922" cy="307777"/>
              </a:xfrm>
              <a:prstGeom prst="rect">
                <a:avLst/>
              </a:prstGeom>
              <a:solidFill>
                <a:schemeClr val="bg1"/>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sz="2000" i="1" smtClean="0">
                              <a:latin typeface="Cambria Math" panose="02040503050406030204" pitchFamily="18" charset="0"/>
                            </a:rPr>
                          </m:ctrlPr>
                        </m:sSubPr>
                        <m:e>
                          <m:r>
                            <a:rPr lang="en-IN" sz="2000" b="0" i="1" smtClean="0">
                              <a:latin typeface="Cambria Math" panose="02040503050406030204" pitchFamily="18" charset="0"/>
                            </a:rPr>
                            <m:t>𝑃</m:t>
                          </m:r>
                        </m:e>
                        <m:sub>
                          <m:r>
                            <a:rPr lang="en-IN" sz="2000" b="0" i="1" smtClean="0">
                              <a:latin typeface="Cambria Math" panose="02040503050406030204" pitchFamily="18" charset="0"/>
                            </a:rPr>
                            <m:t>2</m:t>
                          </m:r>
                        </m:sub>
                      </m:sSub>
                    </m:oMath>
                  </m:oMathPara>
                </a14:m>
                <a:endParaRPr lang="en-IN" sz="2000" dirty="0">
                  <a:latin typeface="+mj-lt"/>
                </a:endParaRPr>
              </a:p>
            </p:txBody>
          </p:sp>
        </mc:Choice>
        <mc:Fallback xmlns="">
          <p:sp>
            <p:nvSpPr>
              <p:cNvPr id="146" name="TextBox 145">
                <a:extLst>
                  <a:ext uri="{FF2B5EF4-FFF2-40B4-BE49-F238E27FC236}">
                    <a16:creationId xmlns:a16="http://schemas.microsoft.com/office/drawing/2014/main" xmlns:a14="http://schemas.microsoft.com/office/drawing/2010/main" xmlns="" id="{E1DB8A5D-FAD9-4EEF-9E7B-51ECBBFBD698}"/>
                  </a:ext>
                </a:extLst>
              </p:cNvPr>
              <p:cNvSpPr txBox="1">
                <a:spLocks noRot="1" noChangeAspect="1" noMove="1" noResize="1" noEditPoints="1" noAdjustHandles="1" noChangeArrowheads="1" noChangeShapeType="1" noTextEdit="1"/>
              </p:cNvSpPr>
              <p:nvPr/>
            </p:nvSpPr>
            <p:spPr>
              <a:xfrm>
                <a:off x="5454827" y="2759777"/>
                <a:ext cx="354922" cy="307777"/>
              </a:xfrm>
              <a:prstGeom prst="rect">
                <a:avLst/>
              </a:prstGeom>
              <a:blipFill rotWithShape="0">
                <a:blip r:embed="rId3"/>
                <a:stretch>
                  <a:fillRect l="-13793" r="-5172" b="-20000"/>
                </a:stretch>
              </a:blipFill>
            </p:spPr>
            <p:txBody>
              <a:bodyPr/>
              <a:lstStyle/>
              <a:p>
                <a:r>
                  <a:rPr lang="en-IN">
                    <a:noFill/>
                  </a:rPr>
                  <a:t> </a:t>
                </a:r>
              </a:p>
            </p:txBody>
          </p:sp>
        </mc:Fallback>
      </mc:AlternateContent>
      <p:cxnSp>
        <p:nvCxnSpPr>
          <p:cNvPr id="147" name="Straight Connector 146">
            <a:extLst>
              <a:ext uri="{FF2B5EF4-FFF2-40B4-BE49-F238E27FC236}">
                <a16:creationId xmlns="" xmlns:a16="http://schemas.microsoft.com/office/drawing/2014/main" id="{3E6FA454-339E-44BA-A21C-72F8E3545370}"/>
              </a:ext>
            </a:extLst>
          </p:cNvPr>
          <p:cNvCxnSpPr>
            <a:cxnSpLocks/>
          </p:cNvCxnSpPr>
          <p:nvPr/>
        </p:nvCxnSpPr>
        <p:spPr>
          <a:xfrm>
            <a:off x="5382316" y="2748949"/>
            <a:ext cx="0" cy="32387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8" name="Straight Connector 147">
            <a:extLst>
              <a:ext uri="{FF2B5EF4-FFF2-40B4-BE49-F238E27FC236}">
                <a16:creationId xmlns="" xmlns:a16="http://schemas.microsoft.com/office/drawing/2014/main" id="{6C155487-9DD2-4747-A443-F381992DF5C5}"/>
              </a:ext>
            </a:extLst>
          </p:cNvPr>
          <p:cNvCxnSpPr>
            <a:cxnSpLocks/>
          </p:cNvCxnSpPr>
          <p:nvPr/>
        </p:nvCxnSpPr>
        <p:spPr>
          <a:xfrm>
            <a:off x="5825620" y="2745856"/>
            <a:ext cx="0" cy="32696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49" name="Table 148">
            <a:extLst>
              <a:ext uri="{FF2B5EF4-FFF2-40B4-BE49-F238E27FC236}">
                <a16:creationId xmlns="" xmlns:a16="http://schemas.microsoft.com/office/drawing/2014/main" id="{8182535C-AACE-43DD-A921-3168F3C476AE}"/>
              </a:ext>
            </a:extLst>
          </p:cNvPr>
          <p:cNvGraphicFramePr>
            <a:graphicFrameLocks noGrp="1"/>
          </p:cNvGraphicFramePr>
          <p:nvPr>
            <p:extLst>
              <p:ext uri="{D42A27DB-BD31-4B8C-83A1-F6EECF244321}">
                <p14:modId xmlns:p14="http://schemas.microsoft.com/office/powerpoint/2010/main" val="4131851064"/>
              </p:ext>
            </p:extLst>
          </p:nvPr>
        </p:nvGraphicFramePr>
        <p:xfrm>
          <a:off x="9255761" y="1266072"/>
          <a:ext cx="1020346" cy="326968"/>
        </p:xfrm>
        <a:graphic>
          <a:graphicData uri="http://schemas.openxmlformats.org/drawingml/2006/table">
            <a:tbl>
              <a:tblPr firstRow="1" bandRow="1">
                <a:tableStyleId>{5940675A-B579-460E-94D1-54222C63F5DA}</a:tableStyleId>
              </a:tblPr>
              <a:tblGrid>
                <a:gridCol w="1020346">
                  <a:extLst>
                    <a:ext uri="{9D8B030D-6E8A-4147-A177-3AD203B41FA5}">
                      <a16:colId xmlns="" xmlns:a16="http://schemas.microsoft.com/office/drawing/2014/main" val="1530787219"/>
                    </a:ext>
                  </a:extLst>
                </a:gridCol>
              </a:tblGrid>
              <a:tr h="290920">
                <a:tc>
                  <a:txBody>
                    <a:bodyPr/>
                    <a:lstStyle/>
                    <a:p>
                      <a:endParaRPr lang="en-IN" sz="1600" dirty="0">
                        <a:solidFill>
                          <a:schemeClr val="tx1"/>
                        </a:solidFill>
                      </a:endParaRPr>
                    </a:p>
                  </a:txBody>
                  <a:tcPr marL="83127" marR="83127" marT="41564" marB="41564"/>
                </a:tc>
                <a:extLst>
                  <a:ext uri="{0D108BD9-81ED-4DB2-BD59-A6C34878D82A}">
                    <a16:rowId xmlns="" xmlns:a16="http://schemas.microsoft.com/office/drawing/2014/main" val="4047261007"/>
                  </a:ext>
                </a:extLst>
              </a:tr>
            </a:tbl>
          </a:graphicData>
        </a:graphic>
      </p:graphicFrame>
      <p:cxnSp>
        <p:nvCxnSpPr>
          <p:cNvPr id="150" name="Straight Connector 149">
            <a:extLst>
              <a:ext uri="{FF2B5EF4-FFF2-40B4-BE49-F238E27FC236}">
                <a16:creationId xmlns="" xmlns:a16="http://schemas.microsoft.com/office/drawing/2014/main" id="{07458D08-5BA5-44A8-962C-78E8F7A046B2}"/>
              </a:ext>
            </a:extLst>
          </p:cNvPr>
          <p:cNvCxnSpPr>
            <a:cxnSpLocks/>
          </p:cNvCxnSpPr>
          <p:nvPr/>
        </p:nvCxnSpPr>
        <p:spPr>
          <a:xfrm>
            <a:off x="9895107" y="1266072"/>
            <a:ext cx="0" cy="31936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1" name="TextBox 150">
                <a:extLst>
                  <a:ext uri="{FF2B5EF4-FFF2-40B4-BE49-F238E27FC236}">
                    <a16:creationId xmlns="" xmlns:a16="http://schemas.microsoft.com/office/drawing/2014/main" id="{E97853ED-0EB1-4EAE-AA3C-FE9F16DE4415}"/>
                  </a:ext>
                </a:extLst>
              </p:cNvPr>
              <p:cNvSpPr txBox="1"/>
              <p:nvPr/>
            </p:nvSpPr>
            <p:spPr>
              <a:xfrm>
                <a:off x="9942049" y="1282682"/>
                <a:ext cx="304801" cy="307777"/>
              </a:xfrm>
              <a:prstGeom prst="rect">
                <a:avLst/>
              </a:prstGeom>
              <a:solidFill>
                <a:schemeClr val="bg1"/>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sz="2000" i="1" smtClean="0">
                              <a:latin typeface="Cambria Math" panose="02040503050406030204" pitchFamily="18" charset="0"/>
                            </a:rPr>
                          </m:ctrlPr>
                        </m:sSubPr>
                        <m:e>
                          <m:r>
                            <a:rPr lang="en-IN" sz="2000" b="0" i="1" smtClean="0">
                              <a:latin typeface="Cambria Math" panose="02040503050406030204" pitchFamily="18" charset="0"/>
                            </a:rPr>
                            <m:t>𝑃</m:t>
                          </m:r>
                        </m:e>
                        <m:sub>
                          <m:r>
                            <a:rPr lang="en-IN" sz="2000" b="0" i="1" smtClean="0">
                              <a:latin typeface="Cambria Math" panose="02040503050406030204" pitchFamily="18" charset="0"/>
                            </a:rPr>
                            <m:t>1</m:t>
                          </m:r>
                        </m:sub>
                      </m:sSub>
                    </m:oMath>
                  </m:oMathPara>
                </a14:m>
                <a:endParaRPr lang="en-IN" sz="2000" dirty="0">
                  <a:latin typeface="+mj-lt"/>
                </a:endParaRPr>
              </a:p>
            </p:txBody>
          </p:sp>
        </mc:Choice>
        <mc:Fallback xmlns="">
          <p:sp>
            <p:nvSpPr>
              <p:cNvPr id="151" name="TextBox 150">
                <a:extLst>
                  <a:ext uri="{FF2B5EF4-FFF2-40B4-BE49-F238E27FC236}">
                    <a16:creationId xmlns:a16="http://schemas.microsoft.com/office/drawing/2014/main" xmlns:a14="http://schemas.microsoft.com/office/drawing/2010/main" xmlns="" id="{E97853ED-0EB1-4EAE-AA3C-FE9F16DE4415}"/>
                  </a:ext>
                </a:extLst>
              </p:cNvPr>
              <p:cNvSpPr txBox="1">
                <a:spLocks noRot="1" noChangeAspect="1" noMove="1" noResize="1" noEditPoints="1" noAdjustHandles="1" noChangeArrowheads="1" noChangeShapeType="1" noTextEdit="1"/>
              </p:cNvSpPr>
              <p:nvPr/>
            </p:nvSpPr>
            <p:spPr>
              <a:xfrm>
                <a:off x="9942049" y="1282682"/>
                <a:ext cx="304801" cy="307777"/>
              </a:xfrm>
              <a:prstGeom prst="rect">
                <a:avLst/>
              </a:prstGeom>
              <a:blipFill rotWithShape="0">
                <a:blip r:embed="rId4"/>
                <a:stretch>
                  <a:fillRect l="-24000" r="-14000" b="-17647"/>
                </a:stretch>
              </a:blipFill>
            </p:spPr>
            <p:txBody>
              <a:bodyPr/>
              <a:lstStyle/>
              <a:p>
                <a:r>
                  <a:rPr lang="en-IN">
                    <a:noFill/>
                  </a:rPr>
                  <a:t> </a:t>
                </a:r>
              </a:p>
            </p:txBody>
          </p:sp>
        </mc:Fallback>
      </mc:AlternateContent>
      <p:sp>
        <p:nvSpPr>
          <p:cNvPr id="152" name="Text Box 27">
            <a:extLst>
              <a:ext uri="{FF2B5EF4-FFF2-40B4-BE49-F238E27FC236}">
                <a16:creationId xmlns="" xmlns:a16="http://schemas.microsoft.com/office/drawing/2014/main" id="{90C1BF61-99ED-45C5-AF6E-B4243E5545EC}"/>
              </a:ext>
            </a:extLst>
          </p:cNvPr>
          <p:cNvSpPr txBox="1">
            <a:spLocks noChangeArrowheads="1"/>
          </p:cNvSpPr>
          <p:nvPr/>
        </p:nvSpPr>
        <p:spPr bwMode="auto">
          <a:xfrm>
            <a:off x="4585089" y="3072825"/>
            <a:ext cx="1938513"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spcBef>
                <a:spcPct val="50000"/>
              </a:spcBef>
            </a:pPr>
            <a:r>
              <a:rPr lang="en-US" altLang="en-US" sz="2000" dirty="0">
                <a:latin typeface="+mj-lt"/>
              </a:rPr>
              <a:t>Defers sending a reply to P</a:t>
            </a:r>
            <a:r>
              <a:rPr lang="en-US" altLang="en-US" sz="2000" baseline="-25000" dirty="0">
                <a:latin typeface="+mj-lt"/>
              </a:rPr>
              <a:t>1</a:t>
            </a:r>
            <a:r>
              <a:rPr lang="en-US" altLang="en-US" sz="2000" dirty="0">
                <a:latin typeface="+mj-lt"/>
              </a:rPr>
              <a:t> and P</a:t>
            </a:r>
            <a:r>
              <a:rPr lang="en-US" altLang="en-US" sz="2000" baseline="-25000" dirty="0">
                <a:latin typeface="+mj-lt"/>
              </a:rPr>
              <a:t>2</a:t>
            </a:r>
          </a:p>
        </p:txBody>
      </p:sp>
      <p:sp>
        <p:nvSpPr>
          <p:cNvPr id="153" name="Text Box 27">
            <a:extLst>
              <a:ext uri="{FF2B5EF4-FFF2-40B4-BE49-F238E27FC236}">
                <a16:creationId xmlns="" xmlns:a16="http://schemas.microsoft.com/office/drawing/2014/main" id="{EEBE911E-CC67-41DF-9483-118DA1F10CC5}"/>
              </a:ext>
            </a:extLst>
          </p:cNvPr>
          <p:cNvSpPr txBox="1">
            <a:spLocks noChangeArrowheads="1"/>
          </p:cNvSpPr>
          <p:nvPr/>
        </p:nvSpPr>
        <p:spPr bwMode="auto">
          <a:xfrm>
            <a:off x="9356486" y="1585432"/>
            <a:ext cx="1916964"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spcBef>
                <a:spcPct val="50000"/>
              </a:spcBef>
            </a:pPr>
            <a:r>
              <a:rPr lang="en-US" altLang="en-US" sz="2000" dirty="0">
                <a:latin typeface="+mj-lt"/>
              </a:rPr>
              <a:t>Defers sending a reply to P</a:t>
            </a:r>
            <a:r>
              <a:rPr lang="en-US" altLang="en-US" sz="2000" baseline="-25000" dirty="0">
                <a:latin typeface="+mj-lt"/>
              </a:rPr>
              <a:t>1</a:t>
            </a:r>
            <a:r>
              <a:rPr lang="en-US" altLang="en-US" sz="2000" dirty="0">
                <a:latin typeface="+mj-lt"/>
              </a:rPr>
              <a:t> </a:t>
            </a:r>
            <a:endParaRPr lang="en-US" altLang="en-US" sz="2000" baseline="-25000" dirty="0">
              <a:latin typeface="+mj-lt"/>
            </a:endParaRPr>
          </a:p>
        </p:txBody>
      </p:sp>
      <p:grpSp>
        <p:nvGrpSpPr>
          <p:cNvPr id="154" name="Group 153">
            <a:extLst>
              <a:ext uri="{FF2B5EF4-FFF2-40B4-BE49-F238E27FC236}">
                <a16:creationId xmlns="" xmlns:a16="http://schemas.microsoft.com/office/drawing/2014/main" id="{994F03A8-615F-4FFA-94CA-7FBF72240F09}"/>
              </a:ext>
            </a:extLst>
          </p:cNvPr>
          <p:cNvGrpSpPr/>
          <p:nvPr/>
        </p:nvGrpSpPr>
        <p:grpSpPr>
          <a:xfrm>
            <a:off x="304800" y="4055811"/>
            <a:ext cx="469464" cy="445408"/>
            <a:chOff x="4738503" y="1597348"/>
            <a:chExt cx="469464" cy="445408"/>
          </a:xfrm>
        </p:grpSpPr>
        <p:sp>
          <p:nvSpPr>
            <p:cNvPr id="155" name="Oval 154">
              <a:extLst>
                <a:ext uri="{FF2B5EF4-FFF2-40B4-BE49-F238E27FC236}">
                  <a16:creationId xmlns="" xmlns:a16="http://schemas.microsoft.com/office/drawing/2014/main" id="{01DA3CC5-D3ED-40C3-8BC7-AB3573AEB1F1}"/>
                </a:ext>
              </a:extLst>
            </p:cNvPr>
            <p:cNvSpPr/>
            <p:nvPr/>
          </p:nvSpPr>
          <p:spPr>
            <a:xfrm>
              <a:off x="4738503" y="1597348"/>
              <a:ext cx="445556" cy="443186"/>
            </a:xfrm>
            <a:prstGeom prst="ellipse">
              <a:avLst/>
            </a:prstGeom>
            <a:solidFill>
              <a:schemeClr val="tx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baseline="-25000" dirty="0">
                <a:solidFill>
                  <a:schemeClr val="tx1"/>
                </a:solidFill>
                <a:latin typeface="+mj-lt"/>
              </a:endParaRPr>
            </a:p>
          </p:txBody>
        </p:sp>
        <p:sp>
          <p:nvSpPr>
            <p:cNvPr id="156" name="TextBox 155">
              <a:extLst>
                <a:ext uri="{FF2B5EF4-FFF2-40B4-BE49-F238E27FC236}">
                  <a16:creationId xmlns="" xmlns:a16="http://schemas.microsoft.com/office/drawing/2014/main" id="{E28BDC9E-09C2-42AD-82DC-239C0E2BBED7}"/>
                </a:ext>
              </a:extLst>
            </p:cNvPr>
            <p:cNvSpPr txBox="1"/>
            <p:nvPr/>
          </p:nvSpPr>
          <p:spPr>
            <a:xfrm>
              <a:off x="4795675" y="1642646"/>
              <a:ext cx="412292" cy="400110"/>
            </a:xfrm>
            <a:prstGeom prst="rect">
              <a:avLst/>
            </a:prstGeom>
            <a:noFill/>
          </p:spPr>
          <p:txBody>
            <a:bodyPr wrap="none" rtlCol="0">
              <a:spAutoFit/>
            </a:bodyPr>
            <a:lstStyle/>
            <a:p>
              <a:r>
                <a:rPr lang="en-IN" sz="2000" dirty="0">
                  <a:latin typeface="+mj-lt"/>
                </a:rPr>
                <a:t>P</a:t>
              </a:r>
              <a:r>
                <a:rPr lang="en-IN" sz="2000" baseline="-25000" dirty="0">
                  <a:latin typeface="+mj-lt"/>
                </a:rPr>
                <a:t>1</a:t>
              </a:r>
            </a:p>
          </p:txBody>
        </p:sp>
      </p:grpSp>
      <p:grpSp>
        <p:nvGrpSpPr>
          <p:cNvPr id="157" name="Group 156">
            <a:extLst>
              <a:ext uri="{FF2B5EF4-FFF2-40B4-BE49-F238E27FC236}">
                <a16:creationId xmlns="" xmlns:a16="http://schemas.microsoft.com/office/drawing/2014/main" id="{D776F84A-7716-47EF-9B3D-266F5A512AB5}"/>
              </a:ext>
            </a:extLst>
          </p:cNvPr>
          <p:cNvGrpSpPr/>
          <p:nvPr/>
        </p:nvGrpSpPr>
        <p:grpSpPr>
          <a:xfrm>
            <a:off x="304800" y="5500414"/>
            <a:ext cx="469464" cy="445408"/>
            <a:chOff x="4738503" y="1597348"/>
            <a:chExt cx="469464" cy="445408"/>
          </a:xfrm>
        </p:grpSpPr>
        <p:sp>
          <p:nvSpPr>
            <p:cNvPr id="158" name="Oval 157">
              <a:extLst>
                <a:ext uri="{FF2B5EF4-FFF2-40B4-BE49-F238E27FC236}">
                  <a16:creationId xmlns="" xmlns:a16="http://schemas.microsoft.com/office/drawing/2014/main" id="{DF9B1320-FD96-4950-979D-A4FEC4009D49}"/>
                </a:ext>
              </a:extLst>
            </p:cNvPr>
            <p:cNvSpPr/>
            <p:nvPr/>
          </p:nvSpPr>
          <p:spPr>
            <a:xfrm>
              <a:off x="4738503" y="1597348"/>
              <a:ext cx="445556" cy="443186"/>
            </a:xfrm>
            <a:prstGeom prst="ellipse">
              <a:avLst/>
            </a:prstGeom>
            <a:solidFill>
              <a:schemeClr val="tx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baseline="-25000" dirty="0">
                <a:solidFill>
                  <a:schemeClr val="tx1"/>
                </a:solidFill>
                <a:latin typeface="+mj-lt"/>
              </a:endParaRPr>
            </a:p>
          </p:txBody>
        </p:sp>
        <p:sp>
          <p:nvSpPr>
            <p:cNvPr id="159" name="TextBox 158">
              <a:extLst>
                <a:ext uri="{FF2B5EF4-FFF2-40B4-BE49-F238E27FC236}">
                  <a16:creationId xmlns="" xmlns:a16="http://schemas.microsoft.com/office/drawing/2014/main" id="{B419BF69-4A93-4B5F-BD22-57BAA6B5D9D9}"/>
                </a:ext>
              </a:extLst>
            </p:cNvPr>
            <p:cNvSpPr txBox="1"/>
            <p:nvPr/>
          </p:nvSpPr>
          <p:spPr>
            <a:xfrm>
              <a:off x="4795675" y="1642646"/>
              <a:ext cx="412292" cy="400110"/>
            </a:xfrm>
            <a:prstGeom prst="rect">
              <a:avLst/>
            </a:prstGeom>
            <a:noFill/>
          </p:spPr>
          <p:txBody>
            <a:bodyPr wrap="none" rtlCol="0">
              <a:spAutoFit/>
            </a:bodyPr>
            <a:lstStyle/>
            <a:p>
              <a:r>
                <a:rPr lang="en-IN" sz="2000" dirty="0">
                  <a:latin typeface="+mj-lt"/>
                </a:rPr>
                <a:t>P</a:t>
              </a:r>
              <a:r>
                <a:rPr lang="en-IN" sz="2000" baseline="-25000" dirty="0">
                  <a:latin typeface="+mj-lt"/>
                </a:rPr>
                <a:t>4</a:t>
              </a:r>
            </a:p>
          </p:txBody>
        </p:sp>
      </p:grpSp>
      <p:grpSp>
        <p:nvGrpSpPr>
          <p:cNvPr id="160" name="Group 159">
            <a:extLst>
              <a:ext uri="{FF2B5EF4-FFF2-40B4-BE49-F238E27FC236}">
                <a16:creationId xmlns="" xmlns:a16="http://schemas.microsoft.com/office/drawing/2014/main" id="{7835A3E5-2CCD-4446-93F4-089C6A2513FF}"/>
              </a:ext>
            </a:extLst>
          </p:cNvPr>
          <p:cNvGrpSpPr/>
          <p:nvPr/>
        </p:nvGrpSpPr>
        <p:grpSpPr>
          <a:xfrm>
            <a:off x="2642994" y="5493396"/>
            <a:ext cx="469464" cy="445408"/>
            <a:chOff x="4738503" y="1597348"/>
            <a:chExt cx="469464" cy="445408"/>
          </a:xfrm>
        </p:grpSpPr>
        <p:sp>
          <p:nvSpPr>
            <p:cNvPr id="161" name="Oval 160">
              <a:extLst>
                <a:ext uri="{FF2B5EF4-FFF2-40B4-BE49-F238E27FC236}">
                  <a16:creationId xmlns="" xmlns:a16="http://schemas.microsoft.com/office/drawing/2014/main" id="{7F1FAA7E-FC6B-4E2A-94C6-72325CF28390}"/>
                </a:ext>
              </a:extLst>
            </p:cNvPr>
            <p:cNvSpPr/>
            <p:nvPr/>
          </p:nvSpPr>
          <p:spPr>
            <a:xfrm>
              <a:off x="4738503" y="1597348"/>
              <a:ext cx="445556" cy="443186"/>
            </a:xfrm>
            <a:prstGeom prst="ellipse">
              <a:avLst/>
            </a:prstGeom>
            <a:solidFill>
              <a:schemeClr val="tx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baseline="-25000" dirty="0">
                <a:solidFill>
                  <a:schemeClr val="tx1"/>
                </a:solidFill>
                <a:latin typeface="+mj-lt"/>
              </a:endParaRPr>
            </a:p>
          </p:txBody>
        </p:sp>
        <p:sp>
          <p:nvSpPr>
            <p:cNvPr id="162" name="TextBox 161">
              <a:extLst>
                <a:ext uri="{FF2B5EF4-FFF2-40B4-BE49-F238E27FC236}">
                  <a16:creationId xmlns="" xmlns:a16="http://schemas.microsoft.com/office/drawing/2014/main" id="{D81C884D-2FEB-41BB-9945-4A66D1CB4CFC}"/>
                </a:ext>
              </a:extLst>
            </p:cNvPr>
            <p:cNvSpPr txBox="1"/>
            <p:nvPr/>
          </p:nvSpPr>
          <p:spPr>
            <a:xfrm>
              <a:off x="4795675" y="1642646"/>
              <a:ext cx="412292" cy="400110"/>
            </a:xfrm>
            <a:prstGeom prst="rect">
              <a:avLst/>
            </a:prstGeom>
            <a:noFill/>
          </p:spPr>
          <p:txBody>
            <a:bodyPr wrap="none" rtlCol="0">
              <a:spAutoFit/>
            </a:bodyPr>
            <a:lstStyle/>
            <a:p>
              <a:r>
                <a:rPr lang="en-IN" sz="2000" dirty="0">
                  <a:latin typeface="+mj-lt"/>
                </a:rPr>
                <a:t>P</a:t>
              </a:r>
              <a:r>
                <a:rPr lang="en-IN" sz="2000" baseline="-25000" dirty="0">
                  <a:latin typeface="+mj-lt"/>
                </a:rPr>
                <a:t>3</a:t>
              </a:r>
            </a:p>
          </p:txBody>
        </p:sp>
      </p:grpSp>
      <p:grpSp>
        <p:nvGrpSpPr>
          <p:cNvPr id="163" name="Group 162">
            <a:extLst>
              <a:ext uri="{FF2B5EF4-FFF2-40B4-BE49-F238E27FC236}">
                <a16:creationId xmlns="" xmlns:a16="http://schemas.microsoft.com/office/drawing/2014/main" id="{5D808F2C-4579-4E97-948B-717DD19E15AF}"/>
              </a:ext>
            </a:extLst>
          </p:cNvPr>
          <p:cNvGrpSpPr/>
          <p:nvPr/>
        </p:nvGrpSpPr>
        <p:grpSpPr>
          <a:xfrm>
            <a:off x="2667000" y="4072616"/>
            <a:ext cx="469464" cy="445408"/>
            <a:chOff x="4738503" y="1597348"/>
            <a:chExt cx="469464" cy="445408"/>
          </a:xfrm>
        </p:grpSpPr>
        <p:sp>
          <p:nvSpPr>
            <p:cNvPr id="164" name="Oval 163">
              <a:extLst>
                <a:ext uri="{FF2B5EF4-FFF2-40B4-BE49-F238E27FC236}">
                  <a16:creationId xmlns="" xmlns:a16="http://schemas.microsoft.com/office/drawing/2014/main" id="{D27AE14E-4210-4504-B81C-CDD98E615927}"/>
                </a:ext>
              </a:extLst>
            </p:cNvPr>
            <p:cNvSpPr/>
            <p:nvPr/>
          </p:nvSpPr>
          <p:spPr>
            <a:xfrm>
              <a:off x="4738503" y="1597348"/>
              <a:ext cx="445556" cy="443186"/>
            </a:xfrm>
            <a:prstGeom prst="ellipse">
              <a:avLst/>
            </a:prstGeom>
            <a:solidFill>
              <a:schemeClr val="tx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baseline="-25000" dirty="0">
                <a:solidFill>
                  <a:schemeClr val="tx1"/>
                </a:solidFill>
                <a:latin typeface="+mj-lt"/>
              </a:endParaRPr>
            </a:p>
          </p:txBody>
        </p:sp>
        <p:sp>
          <p:nvSpPr>
            <p:cNvPr id="165" name="TextBox 164">
              <a:extLst>
                <a:ext uri="{FF2B5EF4-FFF2-40B4-BE49-F238E27FC236}">
                  <a16:creationId xmlns="" xmlns:a16="http://schemas.microsoft.com/office/drawing/2014/main" id="{6C9FBE9B-76B4-443A-A6DE-1185414D2726}"/>
                </a:ext>
              </a:extLst>
            </p:cNvPr>
            <p:cNvSpPr txBox="1"/>
            <p:nvPr/>
          </p:nvSpPr>
          <p:spPr>
            <a:xfrm>
              <a:off x="4795675" y="1642646"/>
              <a:ext cx="412292" cy="400110"/>
            </a:xfrm>
            <a:prstGeom prst="rect">
              <a:avLst/>
            </a:prstGeom>
            <a:noFill/>
          </p:spPr>
          <p:txBody>
            <a:bodyPr wrap="none" rtlCol="0">
              <a:spAutoFit/>
            </a:bodyPr>
            <a:lstStyle/>
            <a:p>
              <a:r>
                <a:rPr lang="en-IN" sz="2000" dirty="0">
                  <a:latin typeface="+mj-lt"/>
                </a:rPr>
                <a:t>P</a:t>
              </a:r>
              <a:r>
                <a:rPr lang="en-IN" sz="2000" baseline="-25000" dirty="0">
                  <a:latin typeface="+mj-lt"/>
                </a:rPr>
                <a:t>2</a:t>
              </a:r>
            </a:p>
          </p:txBody>
        </p:sp>
      </p:grpSp>
      <p:grpSp>
        <p:nvGrpSpPr>
          <p:cNvPr id="166" name="Group 165">
            <a:extLst>
              <a:ext uri="{FF2B5EF4-FFF2-40B4-BE49-F238E27FC236}">
                <a16:creationId xmlns="" xmlns:a16="http://schemas.microsoft.com/office/drawing/2014/main" id="{6FE7B8F2-D1C6-4906-9C85-63935EF54461}"/>
              </a:ext>
            </a:extLst>
          </p:cNvPr>
          <p:cNvGrpSpPr/>
          <p:nvPr/>
        </p:nvGrpSpPr>
        <p:grpSpPr>
          <a:xfrm>
            <a:off x="6389907" y="4055811"/>
            <a:ext cx="469464" cy="445408"/>
            <a:chOff x="4738503" y="1597348"/>
            <a:chExt cx="469464" cy="445408"/>
          </a:xfrm>
        </p:grpSpPr>
        <p:sp>
          <p:nvSpPr>
            <p:cNvPr id="167" name="Oval 166">
              <a:extLst>
                <a:ext uri="{FF2B5EF4-FFF2-40B4-BE49-F238E27FC236}">
                  <a16:creationId xmlns="" xmlns:a16="http://schemas.microsoft.com/office/drawing/2014/main" id="{02A46C59-33B8-4578-AAFB-0B150F7AD9D5}"/>
                </a:ext>
              </a:extLst>
            </p:cNvPr>
            <p:cNvSpPr/>
            <p:nvPr/>
          </p:nvSpPr>
          <p:spPr>
            <a:xfrm>
              <a:off x="4738503" y="1597348"/>
              <a:ext cx="445556" cy="443186"/>
            </a:xfrm>
            <a:prstGeom prst="ellipse">
              <a:avLst/>
            </a:prstGeom>
            <a:solidFill>
              <a:schemeClr val="tx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baseline="-25000" dirty="0">
                <a:solidFill>
                  <a:schemeClr val="tx1"/>
                </a:solidFill>
                <a:latin typeface="+mj-lt"/>
              </a:endParaRPr>
            </a:p>
          </p:txBody>
        </p:sp>
        <p:sp>
          <p:nvSpPr>
            <p:cNvPr id="168" name="TextBox 167">
              <a:extLst>
                <a:ext uri="{FF2B5EF4-FFF2-40B4-BE49-F238E27FC236}">
                  <a16:creationId xmlns="" xmlns:a16="http://schemas.microsoft.com/office/drawing/2014/main" id="{D9C52172-55C5-4E64-B7FA-A6DF99A8689F}"/>
                </a:ext>
              </a:extLst>
            </p:cNvPr>
            <p:cNvSpPr txBox="1"/>
            <p:nvPr/>
          </p:nvSpPr>
          <p:spPr>
            <a:xfrm>
              <a:off x="4795675" y="1642646"/>
              <a:ext cx="412292" cy="400110"/>
            </a:xfrm>
            <a:prstGeom prst="rect">
              <a:avLst/>
            </a:prstGeom>
            <a:noFill/>
          </p:spPr>
          <p:txBody>
            <a:bodyPr wrap="none" rtlCol="0">
              <a:spAutoFit/>
            </a:bodyPr>
            <a:lstStyle/>
            <a:p>
              <a:r>
                <a:rPr lang="en-IN" sz="2000" dirty="0">
                  <a:latin typeface="+mj-lt"/>
                </a:rPr>
                <a:t>P</a:t>
              </a:r>
              <a:r>
                <a:rPr lang="en-IN" sz="2000" baseline="-25000" dirty="0">
                  <a:latin typeface="+mj-lt"/>
                </a:rPr>
                <a:t>1</a:t>
              </a:r>
            </a:p>
          </p:txBody>
        </p:sp>
      </p:grpSp>
      <p:grpSp>
        <p:nvGrpSpPr>
          <p:cNvPr id="169" name="Group 168">
            <a:extLst>
              <a:ext uri="{FF2B5EF4-FFF2-40B4-BE49-F238E27FC236}">
                <a16:creationId xmlns="" xmlns:a16="http://schemas.microsoft.com/office/drawing/2014/main" id="{1C0D0EC5-F6CE-4DDB-AC3C-669B131031A3}"/>
              </a:ext>
            </a:extLst>
          </p:cNvPr>
          <p:cNvGrpSpPr/>
          <p:nvPr/>
        </p:nvGrpSpPr>
        <p:grpSpPr>
          <a:xfrm>
            <a:off x="6389907" y="5500414"/>
            <a:ext cx="469464" cy="445408"/>
            <a:chOff x="4738503" y="1597348"/>
            <a:chExt cx="469464" cy="445408"/>
          </a:xfrm>
        </p:grpSpPr>
        <p:sp>
          <p:nvSpPr>
            <p:cNvPr id="170" name="Oval 169">
              <a:extLst>
                <a:ext uri="{FF2B5EF4-FFF2-40B4-BE49-F238E27FC236}">
                  <a16:creationId xmlns="" xmlns:a16="http://schemas.microsoft.com/office/drawing/2014/main" id="{ECC1ACE8-7901-427F-81EC-C7A455911C36}"/>
                </a:ext>
              </a:extLst>
            </p:cNvPr>
            <p:cNvSpPr/>
            <p:nvPr/>
          </p:nvSpPr>
          <p:spPr>
            <a:xfrm>
              <a:off x="4738503" y="1597348"/>
              <a:ext cx="445556" cy="443186"/>
            </a:xfrm>
            <a:prstGeom prst="ellipse">
              <a:avLst/>
            </a:prstGeom>
            <a:solidFill>
              <a:schemeClr val="tx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baseline="-25000" dirty="0">
                <a:solidFill>
                  <a:schemeClr val="tx1"/>
                </a:solidFill>
                <a:latin typeface="+mj-lt"/>
              </a:endParaRPr>
            </a:p>
          </p:txBody>
        </p:sp>
        <p:sp>
          <p:nvSpPr>
            <p:cNvPr id="171" name="TextBox 170">
              <a:extLst>
                <a:ext uri="{FF2B5EF4-FFF2-40B4-BE49-F238E27FC236}">
                  <a16:creationId xmlns="" xmlns:a16="http://schemas.microsoft.com/office/drawing/2014/main" id="{AF8AEAA8-A60B-4A30-A977-20E09DF3CF2E}"/>
                </a:ext>
              </a:extLst>
            </p:cNvPr>
            <p:cNvSpPr txBox="1"/>
            <p:nvPr/>
          </p:nvSpPr>
          <p:spPr>
            <a:xfrm>
              <a:off x="4795675" y="1642646"/>
              <a:ext cx="412292" cy="400110"/>
            </a:xfrm>
            <a:prstGeom prst="rect">
              <a:avLst/>
            </a:prstGeom>
            <a:noFill/>
          </p:spPr>
          <p:txBody>
            <a:bodyPr wrap="none" rtlCol="0">
              <a:spAutoFit/>
            </a:bodyPr>
            <a:lstStyle/>
            <a:p>
              <a:r>
                <a:rPr lang="en-IN" sz="2000" dirty="0">
                  <a:latin typeface="+mj-lt"/>
                </a:rPr>
                <a:t>P</a:t>
              </a:r>
              <a:r>
                <a:rPr lang="en-IN" sz="2000" baseline="-25000" dirty="0">
                  <a:latin typeface="+mj-lt"/>
                </a:rPr>
                <a:t>4</a:t>
              </a:r>
            </a:p>
          </p:txBody>
        </p:sp>
      </p:grpSp>
      <p:grpSp>
        <p:nvGrpSpPr>
          <p:cNvPr id="172" name="Group 171">
            <a:extLst>
              <a:ext uri="{FF2B5EF4-FFF2-40B4-BE49-F238E27FC236}">
                <a16:creationId xmlns="" xmlns:a16="http://schemas.microsoft.com/office/drawing/2014/main" id="{7BE6556A-54B7-4FA9-B51C-48206FE155A8}"/>
              </a:ext>
            </a:extLst>
          </p:cNvPr>
          <p:cNvGrpSpPr/>
          <p:nvPr/>
        </p:nvGrpSpPr>
        <p:grpSpPr>
          <a:xfrm>
            <a:off x="8728101" y="5493396"/>
            <a:ext cx="469464" cy="445408"/>
            <a:chOff x="4738503" y="1597348"/>
            <a:chExt cx="469464" cy="445408"/>
          </a:xfrm>
        </p:grpSpPr>
        <p:sp>
          <p:nvSpPr>
            <p:cNvPr id="173" name="Oval 172">
              <a:extLst>
                <a:ext uri="{FF2B5EF4-FFF2-40B4-BE49-F238E27FC236}">
                  <a16:creationId xmlns="" xmlns:a16="http://schemas.microsoft.com/office/drawing/2014/main" id="{735A3307-8195-4BFA-8F54-C50CD5104385}"/>
                </a:ext>
              </a:extLst>
            </p:cNvPr>
            <p:cNvSpPr/>
            <p:nvPr/>
          </p:nvSpPr>
          <p:spPr>
            <a:xfrm>
              <a:off x="4738503" y="1597348"/>
              <a:ext cx="445556" cy="443186"/>
            </a:xfrm>
            <a:prstGeom prst="ellipse">
              <a:avLst/>
            </a:prstGeom>
            <a:solidFill>
              <a:schemeClr val="tx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baseline="-25000" dirty="0">
                <a:solidFill>
                  <a:schemeClr val="tx1"/>
                </a:solidFill>
                <a:latin typeface="+mj-lt"/>
              </a:endParaRPr>
            </a:p>
          </p:txBody>
        </p:sp>
        <p:sp>
          <p:nvSpPr>
            <p:cNvPr id="174" name="TextBox 173">
              <a:extLst>
                <a:ext uri="{FF2B5EF4-FFF2-40B4-BE49-F238E27FC236}">
                  <a16:creationId xmlns="" xmlns:a16="http://schemas.microsoft.com/office/drawing/2014/main" id="{EC31513E-6F49-4D92-A6A2-D6DDB128CC0B}"/>
                </a:ext>
              </a:extLst>
            </p:cNvPr>
            <p:cNvSpPr txBox="1"/>
            <p:nvPr/>
          </p:nvSpPr>
          <p:spPr>
            <a:xfrm>
              <a:off x="4795675" y="1642646"/>
              <a:ext cx="412292" cy="400110"/>
            </a:xfrm>
            <a:prstGeom prst="rect">
              <a:avLst/>
            </a:prstGeom>
            <a:noFill/>
          </p:spPr>
          <p:txBody>
            <a:bodyPr wrap="none" rtlCol="0">
              <a:spAutoFit/>
            </a:bodyPr>
            <a:lstStyle/>
            <a:p>
              <a:r>
                <a:rPr lang="en-IN" sz="2000" dirty="0">
                  <a:latin typeface="+mj-lt"/>
                </a:rPr>
                <a:t>P</a:t>
              </a:r>
              <a:r>
                <a:rPr lang="en-IN" sz="2000" baseline="-25000" dirty="0">
                  <a:latin typeface="+mj-lt"/>
                </a:rPr>
                <a:t>3</a:t>
              </a:r>
            </a:p>
          </p:txBody>
        </p:sp>
      </p:grpSp>
      <p:grpSp>
        <p:nvGrpSpPr>
          <p:cNvPr id="175" name="Group 174">
            <a:extLst>
              <a:ext uri="{FF2B5EF4-FFF2-40B4-BE49-F238E27FC236}">
                <a16:creationId xmlns="" xmlns:a16="http://schemas.microsoft.com/office/drawing/2014/main" id="{2A6ADF42-7A1A-4312-AF35-3E9001078BD1}"/>
              </a:ext>
            </a:extLst>
          </p:cNvPr>
          <p:cNvGrpSpPr/>
          <p:nvPr/>
        </p:nvGrpSpPr>
        <p:grpSpPr>
          <a:xfrm>
            <a:off x="8752107" y="4072616"/>
            <a:ext cx="469464" cy="445408"/>
            <a:chOff x="4738503" y="1597348"/>
            <a:chExt cx="469464" cy="445408"/>
          </a:xfrm>
        </p:grpSpPr>
        <p:sp>
          <p:nvSpPr>
            <p:cNvPr id="176" name="Oval 175">
              <a:extLst>
                <a:ext uri="{FF2B5EF4-FFF2-40B4-BE49-F238E27FC236}">
                  <a16:creationId xmlns="" xmlns:a16="http://schemas.microsoft.com/office/drawing/2014/main" id="{C8E3AB7A-E61C-4056-A9FB-F1F6B73C4652}"/>
                </a:ext>
              </a:extLst>
            </p:cNvPr>
            <p:cNvSpPr/>
            <p:nvPr/>
          </p:nvSpPr>
          <p:spPr>
            <a:xfrm>
              <a:off x="4738503" y="1597348"/>
              <a:ext cx="445556" cy="443186"/>
            </a:xfrm>
            <a:prstGeom prst="ellipse">
              <a:avLst/>
            </a:prstGeom>
            <a:solidFill>
              <a:schemeClr val="tx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baseline="-25000" dirty="0">
                <a:solidFill>
                  <a:schemeClr val="tx1"/>
                </a:solidFill>
                <a:latin typeface="+mj-lt"/>
              </a:endParaRPr>
            </a:p>
          </p:txBody>
        </p:sp>
        <p:sp>
          <p:nvSpPr>
            <p:cNvPr id="177" name="TextBox 176">
              <a:extLst>
                <a:ext uri="{FF2B5EF4-FFF2-40B4-BE49-F238E27FC236}">
                  <a16:creationId xmlns="" xmlns:a16="http://schemas.microsoft.com/office/drawing/2014/main" id="{808FC77B-BABF-4CF4-B86D-4F4E41A6C9AE}"/>
                </a:ext>
              </a:extLst>
            </p:cNvPr>
            <p:cNvSpPr txBox="1"/>
            <p:nvPr/>
          </p:nvSpPr>
          <p:spPr>
            <a:xfrm>
              <a:off x="4795675" y="1642646"/>
              <a:ext cx="412292" cy="400110"/>
            </a:xfrm>
            <a:prstGeom prst="rect">
              <a:avLst/>
            </a:prstGeom>
            <a:noFill/>
          </p:spPr>
          <p:txBody>
            <a:bodyPr wrap="none" rtlCol="0">
              <a:spAutoFit/>
            </a:bodyPr>
            <a:lstStyle/>
            <a:p>
              <a:r>
                <a:rPr lang="en-IN" sz="2000" dirty="0">
                  <a:latin typeface="+mj-lt"/>
                </a:rPr>
                <a:t>P</a:t>
              </a:r>
              <a:r>
                <a:rPr lang="en-IN" sz="2000" baseline="-25000" dirty="0">
                  <a:latin typeface="+mj-lt"/>
                </a:rPr>
                <a:t>2</a:t>
              </a:r>
            </a:p>
          </p:txBody>
        </p:sp>
      </p:grpSp>
      <p:sp>
        <p:nvSpPr>
          <p:cNvPr id="178" name="Text Box 27">
            <a:extLst>
              <a:ext uri="{FF2B5EF4-FFF2-40B4-BE49-F238E27FC236}">
                <a16:creationId xmlns="" xmlns:a16="http://schemas.microsoft.com/office/drawing/2014/main" id="{A33E94FE-FDE1-433C-A127-68BE970CB425}"/>
              </a:ext>
            </a:extLst>
          </p:cNvPr>
          <p:cNvSpPr txBox="1">
            <a:spLocks noChangeArrowheads="1"/>
          </p:cNvSpPr>
          <p:nvPr/>
        </p:nvSpPr>
        <p:spPr bwMode="auto">
          <a:xfrm>
            <a:off x="81950" y="5986462"/>
            <a:ext cx="10356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spcBef>
                <a:spcPct val="50000"/>
              </a:spcBef>
            </a:pPr>
            <a:r>
              <a:rPr lang="en-US" altLang="en-US" sz="2000" dirty="0">
                <a:latin typeface="+mj-lt"/>
              </a:rPr>
              <a:t>Exits CS</a:t>
            </a:r>
          </a:p>
        </p:txBody>
      </p:sp>
      <p:sp>
        <p:nvSpPr>
          <p:cNvPr id="179" name="Text Box 27">
            <a:extLst>
              <a:ext uri="{FF2B5EF4-FFF2-40B4-BE49-F238E27FC236}">
                <a16:creationId xmlns="" xmlns:a16="http://schemas.microsoft.com/office/drawing/2014/main" id="{9398DE82-A8AB-48B7-9B87-C96F5B7888C7}"/>
              </a:ext>
            </a:extLst>
          </p:cNvPr>
          <p:cNvSpPr txBox="1">
            <a:spLocks noChangeArrowheads="1"/>
          </p:cNvSpPr>
          <p:nvPr/>
        </p:nvSpPr>
        <p:spPr bwMode="auto">
          <a:xfrm>
            <a:off x="3162981" y="4409938"/>
            <a:ext cx="119757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spcBef>
                <a:spcPct val="50000"/>
              </a:spcBef>
            </a:pPr>
            <a:r>
              <a:rPr lang="en-US" altLang="en-US" sz="2000" dirty="0">
                <a:latin typeface="+mj-lt"/>
              </a:rPr>
              <a:t>Enters CS</a:t>
            </a:r>
          </a:p>
        </p:txBody>
      </p:sp>
      <p:sp>
        <p:nvSpPr>
          <p:cNvPr id="180" name="Text Box 27">
            <a:extLst>
              <a:ext uri="{FF2B5EF4-FFF2-40B4-BE49-F238E27FC236}">
                <a16:creationId xmlns="" xmlns:a16="http://schemas.microsoft.com/office/drawing/2014/main" id="{1AF3D781-982B-4D17-AD74-F14E99916633}"/>
              </a:ext>
            </a:extLst>
          </p:cNvPr>
          <p:cNvSpPr txBox="1">
            <a:spLocks noChangeArrowheads="1"/>
          </p:cNvSpPr>
          <p:nvPr/>
        </p:nvSpPr>
        <p:spPr bwMode="auto">
          <a:xfrm>
            <a:off x="9267584" y="4101109"/>
            <a:ext cx="120899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spcBef>
                <a:spcPct val="50000"/>
              </a:spcBef>
            </a:pPr>
            <a:r>
              <a:rPr lang="en-US" altLang="en-US" sz="2000" dirty="0">
                <a:latin typeface="+mj-lt"/>
              </a:rPr>
              <a:t>Exits CS</a:t>
            </a:r>
          </a:p>
        </p:txBody>
      </p:sp>
      <p:cxnSp>
        <p:nvCxnSpPr>
          <p:cNvPr id="181" name="Straight Arrow Connector 180">
            <a:extLst>
              <a:ext uri="{FF2B5EF4-FFF2-40B4-BE49-F238E27FC236}">
                <a16:creationId xmlns="" xmlns:a16="http://schemas.microsoft.com/office/drawing/2014/main" id="{C399C32C-73C4-445E-BFDE-CB2A3F8DAAFD}"/>
              </a:ext>
            </a:extLst>
          </p:cNvPr>
          <p:cNvCxnSpPr>
            <a:stCxn id="158" idx="0"/>
            <a:endCxn id="155" idx="4"/>
          </p:cNvCxnSpPr>
          <p:nvPr/>
        </p:nvCxnSpPr>
        <p:spPr>
          <a:xfrm flipV="1">
            <a:off x="527578" y="4498997"/>
            <a:ext cx="0" cy="1001417"/>
          </a:xfrm>
          <a:prstGeom prst="straightConnector1">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82" name="Straight Arrow Connector 181">
            <a:extLst>
              <a:ext uri="{FF2B5EF4-FFF2-40B4-BE49-F238E27FC236}">
                <a16:creationId xmlns="" xmlns:a16="http://schemas.microsoft.com/office/drawing/2014/main" id="{0FE39E2B-0721-4376-98FE-750C2039E463}"/>
              </a:ext>
            </a:extLst>
          </p:cNvPr>
          <p:cNvCxnSpPr>
            <a:cxnSpLocks/>
            <a:endCxn id="164" idx="3"/>
          </p:cNvCxnSpPr>
          <p:nvPr/>
        </p:nvCxnSpPr>
        <p:spPr>
          <a:xfrm flipV="1">
            <a:off x="715113" y="4450899"/>
            <a:ext cx="2017137" cy="1131623"/>
          </a:xfrm>
          <a:prstGeom prst="straightConnector1">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83" name="Straight Arrow Connector 182">
            <a:extLst>
              <a:ext uri="{FF2B5EF4-FFF2-40B4-BE49-F238E27FC236}">
                <a16:creationId xmlns="" xmlns:a16="http://schemas.microsoft.com/office/drawing/2014/main" id="{A182A3BC-E1C2-4CB7-AC2A-9CDADBBDE6D5}"/>
              </a:ext>
            </a:extLst>
          </p:cNvPr>
          <p:cNvCxnSpPr>
            <a:stCxn id="176" idx="2"/>
            <a:endCxn id="167" idx="6"/>
          </p:cNvCxnSpPr>
          <p:nvPr/>
        </p:nvCxnSpPr>
        <p:spPr>
          <a:xfrm flipH="1" flipV="1">
            <a:off x="6835463" y="4277404"/>
            <a:ext cx="1916644" cy="16805"/>
          </a:xfrm>
          <a:prstGeom prst="straightConnector1">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84" name="Text Box 28">
            <a:extLst>
              <a:ext uri="{FF2B5EF4-FFF2-40B4-BE49-F238E27FC236}">
                <a16:creationId xmlns="" xmlns:a16="http://schemas.microsoft.com/office/drawing/2014/main" id="{4BBBA9F5-8948-40C5-B0B4-08A11AF1AC6F}"/>
              </a:ext>
            </a:extLst>
          </p:cNvPr>
          <p:cNvSpPr txBox="1">
            <a:spLocks noChangeArrowheads="1"/>
          </p:cNvSpPr>
          <p:nvPr/>
        </p:nvSpPr>
        <p:spPr bwMode="auto">
          <a:xfrm>
            <a:off x="1407713" y="6047135"/>
            <a:ext cx="68580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spcBef>
                <a:spcPct val="50000"/>
              </a:spcBef>
            </a:pPr>
            <a:r>
              <a:rPr lang="en-US" altLang="en-US" b="1" dirty="0">
                <a:latin typeface="+mj-lt"/>
              </a:rPr>
              <a:t>(c)</a:t>
            </a:r>
          </a:p>
        </p:txBody>
      </p:sp>
      <p:sp>
        <p:nvSpPr>
          <p:cNvPr id="185" name="Text Box 28">
            <a:extLst>
              <a:ext uri="{FF2B5EF4-FFF2-40B4-BE49-F238E27FC236}">
                <a16:creationId xmlns="" xmlns:a16="http://schemas.microsoft.com/office/drawing/2014/main" id="{0AB314BF-D0D8-494A-8001-4EBF50E05C85}"/>
              </a:ext>
            </a:extLst>
          </p:cNvPr>
          <p:cNvSpPr txBox="1">
            <a:spLocks noChangeArrowheads="1"/>
          </p:cNvSpPr>
          <p:nvPr/>
        </p:nvSpPr>
        <p:spPr bwMode="auto">
          <a:xfrm>
            <a:off x="7678955" y="6047135"/>
            <a:ext cx="68580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spcBef>
                <a:spcPct val="50000"/>
              </a:spcBef>
            </a:pPr>
            <a:r>
              <a:rPr lang="en-US" altLang="en-US" b="1" dirty="0">
                <a:latin typeface="+mj-lt"/>
              </a:rPr>
              <a:t>(d)</a:t>
            </a:r>
          </a:p>
        </p:txBody>
      </p:sp>
      <p:graphicFrame>
        <p:nvGraphicFramePr>
          <p:cNvPr id="186" name="Table 185">
            <a:extLst>
              <a:ext uri="{FF2B5EF4-FFF2-40B4-BE49-F238E27FC236}">
                <a16:creationId xmlns="" xmlns:a16="http://schemas.microsoft.com/office/drawing/2014/main" id="{9BEAC188-4DF5-4D90-9CB4-20FEBA20E2FB}"/>
              </a:ext>
            </a:extLst>
          </p:cNvPr>
          <p:cNvGraphicFramePr>
            <a:graphicFrameLocks noGrp="1"/>
          </p:cNvGraphicFramePr>
          <p:nvPr>
            <p:extLst>
              <p:ext uri="{D42A27DB-BD31-4B8C-83A1-F6EECF244321}">
                <p14:modId xmlns:p14="http://schemas.microsoft.com/office/powerpoint/2010/main" val="1918993642"/>
              </p:ext>
            </p:extLst>
          </p:nvPr>
        </p:nvGraphicFramePr>
        <p:xfrm>
          <a:off x="3200400" y="4114800"/>
          <a:ext cx="1020346" cy="326968"/>
        </p:xfrm>
        <a:graphic>
          <a:graphicData uri="http://schemas.openxmlformats.org/drawingml/2006/table">
            <a:tbl>
              <a:tblPr firstRow="1" bandRow="1">
                <a:tableStyleId>{5940675A-B579-460E-94D1-54222C63F5DA}</a:tableStyleId>
              </a:tblPr>
              <a:tblGrid>
                <a:gridCol w="1020346">
                  <a:extLst>
                    <a:ext uri="{9D8B030D-6E8A-4147-A177-3AD203B41FA5}">
                      <a16:colId xmlns="" xmlns:a16="http://schemas.microsoft.com/office/drawing/2014/main" val="1530787219"/>
                    </a:ext>
                  </a:extLst>
                </a:gridCol>
              </a:tblGrid>
              <a:tr h="290920">
                <a:tc>
                  <a:txBody>
                    <a:bodyPr/>
                    <a:lstStyle/>
                    <a:p>
                      <a:endParaRPr lang="en-IN" sz="1600" dirty="0">
                        <a:solidFill>
                          <a:schemeClr val="tx1"/>
                        </a:solidFill>
                      </a:endParaRPr>
                    </a:p>
                  </a:txBody>
                  <a:tcPr marL="83127" marR="83127" marT="41564" marB="41564"/>
                </a:tc>
                <a:extLst>
                  <a:ext uri="{0D108BD9-81ED-4DB2-BD59-A6C34878D82A}">
                    <a16:rowId xmlns="" xmlns:a16="http://schemas.microsoft.com/office/drawing/2014/main" val="4047261007"/>
                  </a:ext>
                </a:extLst>
              </a:tr>
            </a:tbl>
          </a:graphicData>
        </a:graphic>
      </p:graphicFrame>
      <mc:AlternateContent xmlns:mc="http://schemas.openxmlformats.org/markup-compatibility/2006" xmlns:a14="http://schemas.microsoft.com/office/drawing/2010/main">
        <mc:Choice Requires="a14">
          <p:sp>
            <p:nvSpPr>
              <p:cNvPr id="187" name="TextBox 186">
                <a:extLst>
                  <a:ext uri="{FF2B5EF4-FFF2-40B4-BE49-F238E27FC236}">
                    <a16:creationId xmlns="" xmlns:a16="http://schemas.microsoft.com/office/drawing/2014/main" id="{D08AE8CE-506B-43D2-92C2-22688D2FA668}"/>
                  </a:ext>
                </a:extLst>
              </p:cNvPr>
              <p:cNvSpPr txBox="1"/>
              <p:nvPr/>
            </p:nvSpPr>
            <p:spPr>
              <a:xfrm>
                <a:off x="3841703" y="4126297"/>
                <a:ext cx="331351" cy="307777"/>
              </a:xfrm>
              <a:prstGeom prst="rect">
                <a:avLst/>
              </a:prstGeom>
              <a:solidFill>
                <a:schemeClr val="bg1"/>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sz="2000" i="1" smtClean="0">
                              <a:latin typeface="Cambria Math" panose="02040503050406030204" pitchFamily="18" charset="0"/>
                            </a:rPr>
                          </m:ctrlPr>
                        </m:sSubPr>
                        <m:e>
                          <m:r>
                            <a:rPr lang="en-IN" sz="2000" b="0" i="1" smtClean="0">
                              <a:latin typeface="Cambria Math" panose="02040503050406030204" pitchFamily="18" charset="0"/>
                            </a:rPr>
                            <m:t>𝑃</m:t>
                          </m:r>
                        </m:e>
                        <m:sub>
                          <m:r>
                            <a:rPr lang="en-IN" sz="2000" b="0" i="1" smtClean="0">
                              <a:latin typeface="Cambria Math" panose="02040503050406030204" pitchFamily="18" charset="0"/>
                            </a:rPr>
                            <m:t>1</m:t>
                          </m:r>
                        </m:sub>
                      </m:sSub>
                    </m:oMath>
                  </m:oMathPara>
                </a14:m>
                <a:endParaRPr lang="en-IN" sz="2000" dirty="0">
                  <a:latin typeface="+mj-lt"/>
                </a:endParaRPr>
              </a:p>
            </p:txBody>
          </p:sp>
        </mc:Choice>
        <mc:Fallback xmlns="">
          <p:sp>
            <p:nvSpPr>
              <p:cNvPr id="187" name="TextBox 186">
                <a:extLst>
                  <a:ext uri="{FF2B5EF4-FFF2-40B4-BE49-F238E27FC236}">
                    <a16:creationId xmlns:a16="http://schemas.microsoft.com/office/drawing/2014/main" xmlns:a14="http://schemas.microsoft.com/office/drawing/2010/main" xmlns="" id="{D08AE8CE-506B-43D2-92C2-22688D2FA668}"/>
                  </a:ext>
                </a:extLst>
              </p:cNvPr>
              <p:cNvSpPr txBox="1">
                <a:spLocks noRot="1" noChangeAspect="1" noMove="1" noResize="1" noEditPoints="1" noAdjustHandles="1" noChangeArrowheads="1" noChangeShapeType="1" noTextEdit="1"/>
              </p:cNvSpPr>
              <p:nvPr/>
            </p:nvSpPr>
            <p:spPr>
              <a:xfrm>
                <a:off x="3841703" y="4126297"/>
                <a:ext cx="331351" cy="307777"/>
              </a:xfrm>
              <a:prstGeom prst="rect">
                <a:avLst/>
              </a:prstGeom>
              <a:blipFill rotWithShape="0">
                <a:blip r:embed="rId5"/>
                <a:stretch>
                  <a:fillRect l="-16364" r="-7273" b="-20000"/>
                </a:stretch>
              </a:blipFill>
            </p:spPr>
            <p:txBody>
              <a:bodyPr/>
              <a:lstStyle/>
              <a:p>
                <a:r>
                  <a:rPr lang="en-IN">
                    <a:noFill/>
                  </a:rPr>
                  <a:t> </a:t>
                </a:r>
              </a:p>
            </p:txBody>
          </p:sp>
        </mc:Fallback>
      </mc:AlternateContent>
      <p:cxnSp>
        <p:nvCxnSpPr>
          <p:cNvPr id="188" name="Straight Connector 187">
            <a:extLst>
              <a:ext uri="{FF2B5EF4-FFF2-40B4-BE49-F238E27FC236}">
                <a16:creationId xmlns="" xmlns:a16="http://schemas.microsoft.com/office/drawing/2014/main" id="{9FB973FC-0E9E-4BC3-8084-C7B290FBB19F}"/>
              </a:ext>
            </a:extLst>
          </p:cNvPr>
          <p:cNvCxnSpPr>
            <a:cxnSpLocks/>
          </p:cNvCxnSpPr>
          <p:nvPr/>
        </p:nvCxnSpPr>
        <p:spPr>
          <a:xfrm>
            <a:off x="3841703" y="4114800"/>
            <a:ext cx="0" cy="32444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89" name="Text Box 27">
            <a:extLst>
              <a:ext uri="{FF2B5EF4-FFF2-40B4-BE49-F238E27FC236}">
                <a16:creationId xmlns="" xmlns:a16="http://schemas.microsoft.com/office/drawing/2014/main" id="{DF8C9320-88AF-41F3-9A30-41A835A14401}"/>
              </a:ext>
            </a:extLst>
          </p:cNvPr>
          <p:cNvSpPr txBox="1">
            <a:spLocks noChangeArrowheads="1"/>
          </p:cNvSpPr>
          <p:nvPr/>
        </p:nvSpPr>
        <p:spPr bwMode="auto">
          <a:xfrm>
            <a:off x="6127963" y="4538624"/>
            <a:ext cx="130427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spcBef>
                <a:spcPct val="50000"/>
              </a:spcBef>
            </a:pPr>
            <a:r>
              <a:rPr lang="en-US" altLang="en-US" sz="2000" dirty="0">
                <a:latin typeface="+mj-lt"/>
              </a:rPr>
              <a:t>Enters CS</a:t>
            </a:r>
          </a:p>
        </p:txBody>
      </p:sp>
      <p:sp>
        <p:nvSpPr>
          <p:cNvPr id="190" name="Text Box 25">
            <a:extLst>
              <a:ext uri="{FF2B5EF4-FFF2-40B4-BE49-F238E27FC236}">
                <a16:creationId xmlns="" xmlns:a16="http://schemas.microsoft.com/office/drawing/2014/main" id="{536EA586-3450-4A99-91B1-B8FA08E056C8}"/>
              </a:ext>
            </a:extLst>
          </p:cNvPr>
          <p:cNvSpPr txBox="1">
            <a:spLocks noChangeArrowheads="1"/>
          </p:cNvSpPr>
          <p:nvPr/>
        </p:nvSpPr>
        <p:spPr bwMode="auto">
          <a:xfrm>
            <a:off x="7602756" y="3969903"/>
            <a:ext cx="83820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spcBef>
                <a:spcPct val="50000"/>
              </a:spcBef>
            </a:pPr>
            <a:r>
              <a:rPr lang="en-US" altLang="en-US" sz="2000" dirty="0">
                <a:latin typeface="+mj-lt"/>
              </a:rPr>
              <a:t>OK</a:t>
            </a:r>
          </a:p>
        </p:txBody>
      </p:sp>
      <p:sp>
        <p:nvSpPr>
          <p:cNvPr id="191" name="Text Box 25">
            <a:extLst>
              <a:ext uri="{FF2B5EF4-FFF2-40B4-BE49-F238E27FC236}">
                <a16:creationId xmlns="" xmlns:a16="http://schemas.microsoft.com/office/drawing/2014/main" id="{1B79C53E-6C5A-4101-B851-6B38FE266A26}"/>
              </a:ext>
            </a:extLst>
          </p:cNvPr>
          <p:cNvSpPr txBox="1">
            <a:spLocks noChangeArrowheads="1"/>
          </p:cNvSpPr>
          <p:nvPr/>
        </p:nvSpPr>
        <p:spPr bwMode="auto">
          <a:xfrm>
            <a:off x="139299" y="4841309"/>
            <a:ext cx="83820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spcBef>
                <a:spcPct val="50000"/>
              </a:spcBef>
            </a:pPr>
            <a:r>
              <a:rPr lang="en-US" altLang="en-US" sz="2000" dirty="0">
                <a:latin typeface="+mj-lt"/>
              </a:rPr>
              <a:t>OK</a:t>
            </a:r>
          </a:p>
        </p:txBody>
      </p:sp>
      <p:sp>
        <p:nvSpPr>
          <p:cNvPr id="192" name="Text Box 25">
            <a:extLst>
              <a:ext uri="{FF2B5EF4-FFF2-40B4-BE49-F238E27FC236}">
                <a16:creationId xmlns="" xmlns:a16="http://schemas.microsoft.com/office/drawing/2014/main" id="{691B2B25-BC93-4EA2-B0C9-C6C540DE352D}"/>
              </a:ext>
            </a:extLst>
          </p:cNvPr>
          <p:cNvSpPr txBox="1">
            <a:spLocks noChangeArrowheads="1"/>
          </p:cNvSpPr>
          <p:nvPr/>
        </p:nvSpPr>
        <p:spPr bwMode="auto">
          <a:xfrm>
            <a:off x="8905833" y="1988364"/>
            <a:ext cx="83820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spcBef>
                <a:spcPct val="50000"/>
              </a:spcBef>
            </a:pPr>
            <a:r>
              <a:rPr lang="en-US" altLang="en-US" sz="2000" dirty="0">
                <a:latin typeface="+mj-lt"/>
              </a:rPr>
              <a:t>OK</a:t>
            </a:r>
          </a:p>
        </p:txBody>
      </p:sp>
      <p:sp>
        <p:nvSpPr>
          <p:cNvPr id="193" name="Text Box 25">
            <a:extLst>
              <a:ext uri="{FF2B5EF4-FFF2-40B4-BE49-F238E27FC236}">
                <a16:creationId xmlns="" xmlns:a16="http://schemas.microsoft.com/office/drawing/2014/main" id="{EAA84DA5-1D4E-4290-9591-8F4ABC6A6D66}"/>
              </a:ext>
            </a:extLst>
          </p:cNvPr>
          <p:cNvSpPr txBox="1">
            <a:spLocks noChangeArrowheads="1"/>
          </p:cNvSpPr>
          <p:nvPr/>
        </p:nvSpPr>
        <p:spPr bwMode="auto">
          <a:xfrm rot="19694017">
            <a:off x="1310659" y="4641254"/>
            <a:ext cx="83820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spcBef>
                <a:spcPct val="50000"/>
              </a:spcBef>
            </a:pPr>
            <a:r>
              <a:rPr lang="en-US" altLang="en-US" sz="2000" dirty="0">
                <a:latin typeface="+mj-lt"/>
              </a:rPr>
              <a:t>OK</a:t>
            </a:r>
          </a:p>
        </p:txBody>
      </p:sp>
    </p:spTree>
    <p:extLst>
      <p:ext uri="{BB962C8B-B14F-4D97-AF65-F5344CB8AC3E}">
        <p14:creationId xmlns:p14="http://schemas.microsoft.com/office/powerpoint/2010/main" val="1856525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2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1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1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2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2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2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26"/>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2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21"/>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24"/>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30"/>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105"/>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114"/>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108"/>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111"/>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144"/>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145"/>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146"/>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147"/>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152"/>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148"/>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143"/>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103"/>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101"/>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192"/>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100"/>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102"/>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151"/>
                                        </p:tgtEl>
                                        <p:attrNameLst>
                                          <p:attrName>style.visibility</p:attrName>
                                        </p:attrNameLst>
                                      </p:cBhvr>
                                      <p:to>
                                        <p:strVal val="visible"/>
                                      </p:to>
                                    </p:set>
                                  </p:childTnLst>
                                </p:cTn>
                              </p:par>
                              <p:par>
                                <p:cTn id="103" presetID="1" presetClass="entr" presetSubtype="0" fill="hold" nodeType="withEffect">
                                  <p:stCondLst>
                                    <p:cond delay="0"/>
                                  </p:stCondLst>
                                  <p:childTnLst>
                                    <p:set>
                                      <p:cBhvr>
                                        <p:cTn id="104" dur="1" fill="hold">
                                          <p:stCondLst>
                                            <p:cond delay="0"/>
                                          </p:stCondLst>
                                        </p:cTn>
                                        <p:tgtEl>
                                          <p:spTgt spid="150"/>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0"/>
                                          </p:stCondLst>
                                        </p:cTn>
                                        <p:tgtEl>
                                          <p:spTgt spid="149"/>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153"/>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grpId="0" nodeType="clickEffect">
                                  <p:stCondLst>
                                    <p:cond delay="0"/>
                                  </p:stCondLst>
                                  <p:childTnLst>
                                    <p:set>
                                      <p:cBhvr>
                                        <p:cTn id="112" dur="1" fill="hold">
                                          <p:stCondLst>
                                            <p:cond delay="0"/>
                                          </p:stCondLst>
                                        </p:cTn>
                                        <p:tgtEl>
                                          <p:spTgt spid="104"/>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nodeType="clickEffect">
                                  <p:stCondLst>
                                    <p:cond delay="0"/>
                                  </p:stCondLst>
                                  <p:childTnLst>
                                    <p:set>
                                      <p:cBhvr>
                                        <p:cTn id="116" dur="1" fill="hold">
                                          <p:stCondLst>
                                            <p:cond delay="0"/>
                                          </p:stCondLst>
                                        </p:cTn>
                                        <p:tgtEl>
                                          <p:spTgt spid="154"/>
                                        </p:tgtEl>
                                        <p:attrNameLst>
                                          <p:attrName>style.visibility</p:attrName>
                                        </p:attrNameLst>
                                      </p:cBhvr>
                                      <p:to>
                                        <p:strVal val="visible"/>
                                      </p:to>
                                    </p:set>
                                  </p:childTnLst>
                                </p:cTn>
                              </p:par>
                              <p:par>
                                <p:cTn id="117" presetID="1" presetClass="entr" presetSubtype="0" fill="hold" nodeType="withEffect">
                                  <p:stCondLst>
                                    <p:cond delay="0"/>
                                  </p:stCondLst>
                                  <p:childTnLst>
                                    <p:set>
                                      <p:cBhvr>
                                        <p:cTn id="118" dur="1" fill="hold">
                                          <p:stCondLst>
                                            <p:cond delay="0"/>
                                          </p:stCondLst>
                                        </p:cTn>
                                        <p:tgtEl>
                                          <p:spTgt spid="157"/>
                                        </p:tgtEl>
                                        <p:attrNameLst>
                                          <p:attrName>style.visibility</p:attrName>
                                        </p:attrNameLst>
                                      </p:cBhvr>
                                      <p:to>
                                        <p:strVal val="visible"/>
                                      </p:to>
                                    </p:set>
                                  </p:childTnLst>
                                </p:cTn>
                              </p:par>
                              <p:par>
                                <p:cTn id="119" presetID="1" presetClass="entr" presetSubtype="0" fill="hold" nodeType="withEffect">
                                  <p:stCondLst>
                                    <p:cond delay="0"/>
                                  </p:stCondLst>
                                  <p:childTnLst>
                                    <p:set>
                                      <p:cBhvr>
                                        <p:cTn id="120" dur="1" fill="hold">
                                          <p:stCondLst>
                                            <p:cond delay="0"/>
                                          </p:stCondLst>
                                        </p:cTn>
                                        <p:tgtEl>
                                          <p:spTgt spid="163"/>
                                        </p:tgtEl>
                                        <p:attrNameLst>
                                          <p:attrName>style.visibility</p:attrName>
                                        </p:attrNameLst>
                                      </p:cBhvr>
                                      <p:to>
                                        <p:strVal val="visible"/>
                                      </p:to>
                                    </p:set>
                                  </p:childTnLst>
                                </p:cTn>
                              </p:par>
                              <p:par>
                                <p:cTn id="121" presetID="1" presetClass="entr" presetSubtype="0" fill="hold" nodeType="withEffect">
                                  <p:stCondLst>
                                    <p:cond delay="0"/>
                                  </p:stCondLst>
                                  <p:childTnLst>
                                    <p:set>
                                      <p:cBhvr>
                                        <p:cTn id="122" dur="1" fill="hold">
                                          <p:stCondLst>
                                            <p:cond delay="0"/>
                                          </p:stCondLst>
                                        </p:cTn>
                                        <p:tgtEl>
                                          <p:spTgt spid="160"/>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grpId="0" nodeType="clickEffect">
                                  <p:stCondLst>
                                    <p:cond delay="0"/>
                                  </p:stCondLst>
                                  <p:childTnLst>
                                    <p:set>
                                      <p:cBhvr>
                                        <p:cTn id="126" dur="1" fill="hold">
                                          <p:stCondLst>
                                            <p:cond delay="0"/>
                                          </p:stCondLst>
                                        </p:cTn>
                                        <p:tgtEl>
                                          <p:spTgt spid="178"/>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grpId="0" nodeType="clickEffect">
                                  <p:stCondLst>
                                    <p:cond delay="0"/>
                                  </p:stCondLst>
                                  <p:childTnLst>
                                    <p:set>
                                      <p:cBhvr>
                                        <p:cTn id="130" dur="1" fill="hold">
                                          <p:stCondLst>
                                            <p:cond delay="0"/>
                                          </p:stCondLst>
                                        </p:cTn>
                                        <p:tgtEl>
                                          <p:spTgt spid="191"/>
                                        </p:tgtEl>
                                        <p:attrNameLst>
                                          <p:attrName>style.visibility</p:attrName>
                                        </p:attrNameLst>
                                      </p:cBhvr>
                                      <p:to>
                                        <p:strVal val="visible"/>
                                      </p:to>
                                    </p:set>
                                  </p:childTnLst>
                                </p:cTn>
                              </p:par>
                              <p:par>
                                <p:cTn id="131" presetID="1" presetClass="entr" presetSubtype="0" fill="hold" nodeType="withEffect">
                                  <p:stCondLst>
                                    <p:cond delay="0"/>
                                  </p:stCondLst>
                                  <p:childTnLst>
                                    <p:set>
                                      <p:cBhvr>
                                        <p:cTn id="132" dur="1" fill="hold">
                                          <p:stCondLst>
                                            <p:cond delay="0"/>
                                          </p:stCondLst>
                                        </p:cTn>
                                        <p:tgtEl>
                                          <p:spTgt spid="181"/>
                                        </p:tgtEl>
                                        <p:attrNameLst>
                                          <p:attrName>style.visibility</p:attrName>
                                        </p:attrNameLst>
                                      </p:cBhvr>
                                      <p:to>
                                        <p:strVal val="visible"/>
                                      </p:to>
                                    </p:set>
                                  </p:childTnLst>
                                </p:cTn>
                              </p:par>
                            </p:childTnLst>
                          </p:cTn>
                        </p:par>
                      </p:childTnLst>
                    </p:cTn>
                  </p:par>
                  <p:par>
                    <p:cTn id="133" fill="hold">
                      <p:stCondLst>
                        <p:cond delay="indefinite"/>
                      </p:stCondLst>
                      <p:childTnLst>
                        <p:par>
                          <p:cTn id="134" fill="hold">
                            <p:stCondLst>
                              <p:cond delay="0"/>
                            </p:stCondLst>
                            <p:childTnLst>
                              <p:par>
                                <p:cTn id="135" presetID="1" presetClass="entr" presetSubtype="0" fill="hold" nodeType="clickEffect">
                                  <p:stCondLst>
                                    <p:cond delay="0"/>
                                  </p:stCondLst>
                                  <p:childTnLst>
                                    <p:set>
                                      <p:cBhvr>
                                        <p:cTn id="136" dur="1" fill="hold">
                                          <p:stCondLst>
                                            <p:cond delay="0"/>
                                          </p:stCondLst>
                                        </p:cTn>
                                        <p:tgtEl>
                                          <p:spTgt spid="182"/>
                                        </p:tgtEl>
                                        <p:attrNameLst>
                                          <p:attrName>style.visibility</p:attrName>
                                        </p:attrNameLst>
                                      </p:cBhvr>
                                      <p:to>
                                        <p:strVal val="visible"/>
                                      </p:to>
                                    </p:set>
                                  </p:childTnLst>
                                </p:cTn>
                              </p:par>
                              <p:par>
                                <p:cTn id="137" presetID="1" presetClass="entr" presetSubtype="0" fill="hold" grpId="0" nodeType="withEffect">
                                  <p:stCondLst>
                                    <p:cond delay="0"/>
                                  </p:stCondLst>
                                  <p:childTnLst>
                                    <p:set>
                                      <p:cBhvr>
                                        <p:cTn id="138" dur="1" fill="hold">
                                          <p:stCondLst>
                                            <p:cond delay="0"/>
                                          </p:stCondLst>
                                        </p:cTn>
                                        <p:tgtEl>
                                          <p:spTgt spid="193"/>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nodeType="clickEffect">
                                  <p:stCondLst>
                                    <p:cond delay="0"/>
                                  </p:stCondLst>
                                  <p:childTnLst>
                                    <p:set>
                                      <p:cBhvr>
                                        <p:cTn id="142" dur="1" fill="hold">
                                          <p:stCondLst>
                                            <p:cond delay="0"/>
                                          </p:stCondLst>
                                        </p:cTn>
                                        <p:tgtEl>
                                          <p:spTgt spid="186"/>
                                        </p:tgtEl>
                                        <p:attrNameLst>
                                          <p:attrName>style.visibility</p:attrName>
                                        </p:attrNameLst>
                                      </p:cBhvr>
                                      <p:to>
                                        <p:strVal val="visible"/>
                                      </p:to>
                                    </p:set>
                                  </p:childTnLst>
                                </p:cTn>
                              </p:par>
                              <p:par>
                                <p:cTn id="143" presetID="1" presetClass="entr" presetSubtype="0" fill="hold" nodeType="withEffect">
                                  <p:stCondLst>
                                    <p:cond delay="0"/>
                                  </p:stCondLst>
                                  <p:childTnLst>
                                    <p:set>
                                      <p:cBhvr>
                                        <p:cTn id="144" dur="1" fill="hold">
                                          <p:stCondLst>
                                            <p:cond delay="0"/>
                                          </p:stCondLst>
                                        </p:cTn>
                                        <p:tgtEl>
                                          <p:spTgt spid="188"/>
                                        </p:tgtEl>
                                        <p:attrNameLst>
                                          <p:attrName>style.visibility</p:attrName>
                                        </p:attrNameLst>
                                      </p:cBhvr>
                                      <p:to>
                                        <p:strVal val="visible"/>
                                      </p:to>
                                    </p:set>
                                  </p:childTnLst>
                                </p:cTn>
                              </p:par>
                              <p:par>
                                <p:cTn id="145" presetID="1" presetClass="entr" presetSubtype="0" fill="hold" grpId="0" nodeType="withEffect">
                                  <p:stCondLst>
                                    <p:cond delay="0"/>
                                  </p:stCondLst>
                                  <p:childTnLst>
                                    <p:set>
                                      <p:cBhvr>
                                        <p:cTn id="146" dur="1" fill="hold">
                                          <p:stCondLst>
                                            <p:cond delay="0"/>
                                          </p:stCondLst>
                                        </p:cTn>
                                        <p:tgtEl>
                                          <p:spTgt spid="179"/>
                                        </p:tgtEl>
                                        <p:attrNameLst>
                                          <p:attrName>style.visibility</p:attrName>
                                        </p:attrNameLst>
                                      </p:cBhvr>
                                      <p:to>
                                        <p:strVal val="visible"/>
                                      </p:to>
                                    </p:set>
                                  </p:childTnLst>
                                </p:cTn>
                              </p:par>
                              <p:par>
                                <p:cTn id="147" presetID="1" presetClass="entr" presetSubtype="0" fill="hold" grpId="0" nodeType="withEffect">
                                  <p:stCondLst>
                                    <p:cond delay="0"/>
                                  </p:stCondLst>
                                  <p:childTnLst>
                                    <p:set>
                                      <p:cBhvr>
                                        <p:cTn id="148" dur="1" fill="hold">
                                          <p:stCondLst>
                                            <p:cond delay="0"/>
                                          </p:stCondLst>
                                        </p:cTn>
                                        <p:tgtEl>
                                          <p:spTgt spid="187"/>
                                        </p:tgtEl>
                                        <p:attrNameLst>
                                          <p:attrName>style.visibility</p:attrName>
                                        </p:attrNameLst>
                                      </p:cBhvr>
                                      <p:to>
                                        <p:strVal val="visible"/>
                                      </p:to>
                                    </p:set>
                                  </p:childTnLst>
                                </p:cTn>
                              </p:par>
                            </p:childTnLst>
                          </p:cTn>
                        </p:par>
                      </p:childTnLst>
                    </p:cTn>
                  </p:par>
                  <p:par>
                    <p:cTn id="149" fill="hold">
                      <p:stCondLst>
                        <p:cond delay="indefinite"/>
                      </p:stCondLst>
                      <p:childTnLst>
                        <p:par>
                          <p:cTn id="150" fill="hold">
                            <p:stCondLst>
                              <p:cond delay="0"/>
                            </p:stCondLst>
                            <p:childTnLst>
                              <p:par>
                                <p:cTn id="151" presetID="1" presetClass="entr" presetSubtype="0" fill="hold" grpId="0" nodeType="clickEffect">
                                  <p:stCondLst>
                                    <p:cond delay="0"/>
                                  </p:stCondLst>
                                  <p:childTnLst>
                                    <p:set>
                                      <p:cBhvr>
                                        <p:cTn id="152" dur="1" fill="hold">
                                          <p:stCondLst>
                                            <p:cond delay="0"/>
                                          </p:stCondLst>
                                        </p:cTn>
                                        <p:tgtEl>
                                          <p:spTgt spid="184"/>
                                        </p:tgtEl>
                                        <p:attrNameLst>
                                          <p:attrName>style.visibility</p:attrName>
                                        </p:attrNameLst>
                                      </p:cBhvr>
                                      <p:to>
                                        <p:strVal val="visible"/>
                                      </p:to>
                                    </p:set>
                                  </p:childTnLst>
                                </p:cTn>
                              </p:par>
                            </p:childTnLst>
                          </p:cTn>
                        </p:par>
                      </p:childTnLst>
                    </p:cTn>
                  </p:par>
                  <p:par>
                    <p:cTn id="153" fill="hold">
                      <p:stCondLst>
                        <p:cond delay="indefinite"/>
                      </p:stCondLst>
                      <p:childTnLst>
                        <p:par>
                          <p:cTn id="154" fill="hold">
                            <p:stCondLst>
                              <p:cond delay="0"/>
                            </p:stCondLst>
                            <p:childTnLst>
                              <p:par>
                                <p:cTn id="155" presetID="1" presetClass="entr" presetSubtype="0" fill="hold" nodeType="clickEffect">
                                  <p:stCondLst>
                                    <p:cond delay="0"/>
                                  </p:stCondLst>
                                  <p:childTnLst>
                                    <p:set>
                                      <p:cBhvr>
                                        <p:cTn id="156" dur="1" fill="hold">
                                          <p:stCondLst>
                                            <p:cond delay="0"/>
                                          </p:stCondLst>
                                        </p:cTn>
                                        <p:tgtEl>
                                          <p:spTgt spid="166"/>
                                        </p:tgtEl>
                                        <p:attrNameLst>
                                          <p:attrName>style.visibility</p:attrName>
                                        </p:attrNameLst>
                                      </p:cBhvr>
                                      <p:to>
                                        <p:strVal val="visible"/>
                                      </p:to>
                                    </p:set>
                                  </p:childTnLst>
                                </p:cTn>
                              </p:par>
                              <p:par>
                                <p:cTn id="157" presetID="1" presetClass="entr" presetSubtype="0" fill="hold" nodeType="withEffect">
                                  <p:stCondLst>
                                    <p:cond delay="0"/>
                                  </p:stCondLst>
                                  <p:childTnLst>
                                    <p:set>
                                      <p:cBhvr>
                                        <p:cTn id="158" dur="1" fill="hold">
                                          <p:stCondLst>
                                            <p:cond delay="0"/>
                                          </p:stCondLst>
                                        </p:cTn>
                                        <p:tgtEl>
                                          <p:spTgt spid="169"/>
                                        </p:tgtEl>
                                        <p:attrNameLst>
                                          <p:attrName>style.visibility</p:attrName>
                                        </p:attrNameLst>
                                      </p:cBhvr>
                                      <p:to>
                                        <p:strVal val="visible"/>
                                      </p:to>
                                    </p:set>
                                  </p:childTnLst>
                                </p:cTn>
                              </p:par>
                              <p:par>
                                <p:cTn id="159" presetID="1" presetClass="entr" presetSubtype="0" fill="hold" nodeType="withEffect">
                                  <p:stCondLst>
                                    <p:cond delay="0"/>
                                  </p:stCondLst>
                                  <p:childTnLst>
                                    <p:set>
                                      <p:cBhvr>
                                        <p:cTn id="160" dur="1" fill="hold">
                                          <p:stCondLst>
                                            <p:cond delay="0"/>
                                          </p:stCondLst>
                                        </p:cTn>
                                        <p:tgtEl>
                                          <p:spTgt spid="172"/>
                                        </p:tgtEl>
                                        <p:attrNameLst>
                                          <p:attrName>style.visibility</p:attrName>
                                        </p:attrNameLst>
                                      </p:cBhvr>
                                      <p:to>
                                        <p:strVal val="visible"/>
                                      </p:to>
                                    </p:set>
                                  </p:childTnLst>
                                </p:cTn>
                              </p:par>
                              <p:par>
                                <p:cTn id="161" presetID="1" presetClass="entr" presetSubtype="0" fill="hold" nodeType="withEffect">
                                  <p:stCondLst>
                                    <p:cond delay="0"/>
                                  </p:stCondLst>
                                  <p:childTnLst>
                                    <p:set>
                                      <p:cBhvr>
                                        <p:cTn id="162" dur="1" fill="hold">
                                          <p:stCondLst>
                                            <p:cond delay="0"/>
                                          </p:stCondLst>
                                        </p:cTn>
                                        <p:tgtEl>
                                          <p:spTgt spid="175"/>
                                        </p:tgtEl>
                                        <p:attrNameLst>
                                          <p:attrName>style.visibility</p:attrName>
                                        </p:attrNameLst>
                                      </p:cBhvr>
                                      <p:to>
                                        <p:strVal val="visible"/>
                                      </p:to>
                                    </p:set>
                                  </p:childTnLst>
                                </p:cTn>
                              </p:par>
                            </p:childTnLst>
                          </p:cTn>
                        </p:par>
                      </p:childTnLst>
                    </p:cTn>
                  </p:par>
                  <p:par>
                    <p:cTn id="163" fill="hold">
                      <p:stCondLst>
                        <p:cond delay="indefinite"/>
                      </p:stCondLst>
                      <p:childTnLst>
                        <p:par>
                          <p:cTn id="164" fill="hold">
                            <p:stCondLst>
                              <p:cond delay="0"/>
                            </p:stCondLst>
                            <p:childTnLst>
                              <p:par>
                                <p:cTn id="165" presetID="1" presetClass="entr" presetSubtype="0" fill="hold" grpId="0" nodeType="clickEffect">
                                  <p:stCondLst>
                                    <p:cond delay="0"/>
                                  </p:stCondLst>
                                  <p:childTnLst>
                                    <p:set>
                                      <p:cBhvr>
                                        <p:cTn id="166" dur="1" fill="hold">
                                          <p:stCondLst>
                                            <p:cond delay="0"/>
                                          </p:stCondLst>
                                        </p:cTn>
                                        <p:tgtEl>
                                          <p:spTgt spid="180"/>
                                        </p:tgtEl>
                                        <p:attrNameLst>
                                          <p:attrName>style.visibility</p:attrName>
                                        </p:attrNameLst>
                                      </p:cBhvr>
                                      <p:to>
                                        <p:strVal val="visible"/>
                                      </p:to>
                                    </p:set>
                                  </p:childTnLst>
                                </p:cTn>
                              </p:par>
                            </p:childTnLst>
                          </p:cTn>
                        </p:par>
                      </p:childTnLst>
                    </p:cTn>
                  </p:par>
                  <p:par>
                    <p:cTn id="167" fill="hold">
                      <p:stCondLst>
                        <p:cond delay="indefinite"/>
                      </p:stCondLst>
                      <p:childTnLst>
                        <p:par>
                          <p:cTn id="168" fill="hold">
                            <p:stCondLst>
                              <p:cond delay="0"/>
                            </p:stCondLst>
                            <p:childTnLst>
                              <p:par>
                                <p:cTn id="169" presetID="1" presetClass="entr" presetSubtype="0" fill="hold" grpId="0" nodeType="clickEffect">
                                  <p:stCondLst>
                                    <p:cond delay="0"/>
                                  </p:stCondLst>
                                  <p:childTnLst>
                                    <p:set>
                                      <p:cBhvr>
                                        <p:cTn id="170" dur="1" fill="hold">
                                          <p:stCondLst>
                                            <p:cond delay="0"/>
                                          </p:stCondLst>
                                        </p:cTn>
                                        <p:tgtEl>
                                          <p:spTgt spid="190"/>
                                        </p:tgtEl>
                                        <p:attrNameLst>
                                          <p:attrName>style.visibility</p:attrName>
                                        </p:attrNameLst>
                                      </p:cBhvr>
                                      <p:to>
                                        <p:strVal val="visible"/>
                                      </p:to>
                                    </p:set>
                                  </p:childTnLst>
                                </p:cTn>
                              </p:par>
                              <p:par>
                                <p:cTn id="171" presetID="1" presetClass="entr" presetSubtype="0" fill="hold" nodeType="withEffect">
                                  <p:stCondLst>
                                    <p:cond delay="0"/>
                                  </p:stCondLst>
                                  <p:childTnLst>
                                    <p:set>
                                      <p:cBhvr>
                                        <p:cTn id="172" dur="1" fill="hold">
                                          <p:stCondLst>
                                            <p:cond delay="0"/>
                                          </p:stCondLst>
                                        </p:cTn>
                                        <p:tgtEl>
                                          <p:spTgt spid="183"/>
                                        </p:tgtEl>
                                        <p:attrNameLst>
                                          <p:attrName>style.visibility</p:attrName>
                                        </p:attrNameLst>
                                      </p:cBhvr>
                                      <p:to>
                                        <p:strVal val="visible"/>
                                      </p:to>
                                    </p:set>
                                  </p:childTnLst>
                                </p:cTn>
                              </p:par>
                            </p:childTnLst>
                          </p:cTn>
                        </p:par>
                      </p:childTnLst>
                    </p:cTn>
                  </p:par>
                  <p:par>
                    <p:cTn id="173" fill="hold">
                      <p:stCondLst>
                        <p:cond delay="indefinite"/>
                      </p:stCondLst>
                      <p:childTnLst>
                        <p:par>
                          <p:cTn id="174" fill="hold">
                            <p:stCondLst>
                              <p:cond delay="0"/>
                            </p:stCondLst>
                            <p:childTnLst>
                              <p:par>
                                <p:cTn id="175" presetID="1" presetClass="entr" presetSubtype="0" fill="hold" grpId="0" nodeType="clickEffect">
                                  <p:stCondLst>
                                    <p:cond delay="0"/>
                                  </p:stCondLst>
                                  <p:childTnLst>
                                    <p:set>
                                      <p:cBhvr>
                                        <p:cTn id="176" dur="1" fill="hold">
                                          <p:stCondLst>
                                            <p:cond delay="0"/>
                                          </p:stCondLst>
                                        </p:cTn>
                                        <p:tgtEl>
                                          <p:spTgt spid="189"/>
                                        </p:tgtEl>
                                        <p:attrNameLst>
                                          <p:attrName>style.visibility</p:attrName>
                                        </p:attrNameLst>
                                      </p:cBhvr>
                                      <p:to>
                                        <p:strVal val="visible"/>
                                      </p:to>
                                    </p:set>
                                  </p:childTnLst>
                                </p:cTn>
                              </p:par>
                            </p:childTnLst>
                          </p:cTn>
                        </p:par>
                      </p:childTnLst>
                    </p:cTn>
                  </p:par>
                  <p:par>
                    <p:cTn id="177" fill="hold">
                      <p:stCondLst>
                        <p:cond delay="indefinite"/>
                      </p:stCondLst>
                      <p:childTnLst>
                        <p:par>
                          <p:cTn id="178" fill="hold">
                            <p:stCondLst>
                              <p:cond delay="0"/>
                            </p:stCondLst>
                            <p:childTnLst>
                              <p:par>
                                <p:cTn id="179" presetID="1" presetClass="entr" presetSubtype="0" fill="hold" grpId="0" nodeType="clickEffect">
                                  <p:stCondLst>
                                    <p:cond delay="0"/>
                                  </p:stCondLst>
                                  <p:childTnLst>
                                    <p:set>
                                      <p:cBhvr>
                                        <p:cTn id="180" dur="1" fill="hold">
                                          <p:stCondLst>
                                            <p:cond delay="0"/>
                                          </p:stCondLst>
                                        </p:cTn>
                                        <p:tgtEl>
                                          <p:spTgt spid="1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 grpId="0" animBg="1"/>
      <p:bldP spid="101" grpId="0" animBg="1"/>
      <p:bldP spid="102" grpId="0"/>
      <p:bldP spid="103" grpId="0"/>
      <p:bldP spid="104" grpId="0"/>
      <p:bldP spid="117" grpId="0" animBg="1"/>
      <p:bldP spid="118" grpId="0" animBg="1"/>
      <p:bldP spid="119" grpId="0" animBg="1"/>
      <p:bldP spid="120" grpId="0" animBg="1"/>
      <p:bldP spid="121" grpId="0" animBg="1"/>
      <p:bldP spid="122" grpId="0" animBg="1"/>
      <p:bldP spid="123" grpId="0"/>
      <p:bldP spid="124" grpId="0"/>
      <p:bldP spid="125" grpId="0"/>
      <p:bldP spid="126" grpId="0"/>
      <p:bldP spid="127" grpId="0"/>
      <p:bldP spid="128" grpId="0"/>
      <p:bldP spid="129" grpId="0"/>
      <p:bldP spid="130" grpId="0"/>
      <p:bldP spid="143" grpId="0" animBg="1"/>
      <p:bldP spid="145" grpId="0" animBg="1"/>
      <p:bldP spid="146" grpId="0" animBg="1"/>
      <p:bldP spid="151" grpId="0" animBg="1"/>
      <p:bldP spid="152" grpId="0"/>
      <p:bldP spid="153" grpId="0"/>
      <p:bldP spid="178" grpId="0"/>
      <p:bldP spid="179" grpId="0"/>
      <p:bldP spid="180" grpId="0"/>
      <p:bldP spid="184" grpId="0"/>
      <p:bldP spid="185" grpId="0"/>
      <p:bldP spid="187" grpId="0" animBg="1"/>
      <p:bldP spid="189" grpId="0"/>
      <p:bldP spid="190" grpId="0"/>
      <p:bldP spid="191" grpId="0"/>
      <p:bldP spid="192" grpId="0"/>
      <p:bldP spid="193"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A Token Ring Algorithm</a:t>
            </a:r>
          </a:p>
        </p:txBody>
      </p:sp>
      <p:sp>
        <p:nvSpPr>
          <p:cNvPr id="28" name="Content Placeholder 2">
            <a:extLst>
              <a:ext uri="{FF2B5EF4-FFF2-40B4-BE49-F238E27FC236}">
                <a16:creationId xmlns:a16="http://schemas.microsoft.com/office/drawing/2014/main" xmlns="" id="{05FF24D1-5277-417B-BCE3-776DD62CA93A}"/>
              </a:ext>
            </a:extLst>
          </p:cNvPr>
          <p:cNvSpPr>
            <a:spLocks noGrp="1"/>
          </p:cNvSpPr>
          <p:nvPr>
            <p:ph idx="1"/>
          </p:nvPr>
        </p:nvSpPr>
        <p:spPr>
          <a:xfrm>
            <a:off x="131181" y="863444"/>
            <a:ext cx="6937276" cy="5590565"/>
          </a:xfrm>
        </p:spPr>
        <p:txBody>
          <a:bodyPr>
            <a:normAutofit fontScale="92500"/>
          </a:bodyPr>
          <a:lstStyle/>
          <a:p>
            <a:pPr>
              <a:lnSpc>
                <a:spcPct val="100000"/>
              </a:lnSpc>
              <a:spcBef>
                <a:spcPts val="300"/>
              </a:spcBef>
              <a:spcAft>
                <a:spcPts val="300"/>
              </a:spcAft>
            </a:pPr>
            <a:r>
              <a:rPr lang="en-US" altLang="en-US" dirty="0">
                <a:latin typeface="+mj-lt"/>
                <a:ea typeface="MS PGothic" panose="020B0600070205080204" pitchFamily="34" charset="-128"/>
              </a:rPr>
              <a:t>With a token ring algorithm:</a:t>
            </a:r>
          </a:p>
          <a:p>
            <a:pPr lvl="1">
              <a:lnSpc>
                <a:spcPct val="110000"/>
              </a:lnSpc>
              <a:spcBef>
                <a:spcPts val="200"/>
              </a:spcBef>
              <a:spcAft>
                <a:spcPts val="200"/>
              </a:spcAft>
              <a:buFont typeface="Wingdings" panose="05000000000000000000" pitchFamily="2" charset="2"/>
              <a:buChar char="§"/>
            </a:pPr>
            <a:r>
              <a:rPr lang="en-US" altLang="en-US" sz="2400" dirty="0">
                <a:latin typeface="+mj-lt"/>
                <a:ea typeface="Arial" panose="020B0604020202020204" pitchFamily="34" charset="0"/>
              </a:rPr>
              <a:t>Each resource is associated with a token</a:t>
            </a:r>
          </a:p>
          <a:p>
            <a:pPr lvl="1">
              <a:lnSpc>
                <a:spcPct val="110000"/>
              </a:lnSpc>
              <a:spcBef>
                <a:spcPts val="200"/>
              </a:spcBef>
              <a:spcAft>
                <a:spcPts val="200"/>
              </a:spcAft>
              <a:buFont typeface="Wingdings" panose="05000000000000000000" pitchFamily="2" charset="2"/>
              <a:buChar char="§"/>
            </a:pPr>
            <a:r>
              <a:rPr lang="en-US" altLang="en-US" sz="2400" dirty="0">
                <a:latin typeface="+mj-lt"/>
                <a:ea typeface="Arial" panose="020B0604020202020204" pitchFamily="34" charset="0"/>
              </a:rPr>
              <a:t>The token is circulated among the processes</a:t>
            </a:r>
          </a:p>
          <a:p>
            <a:pPr lvl="1">
              <a:lnSpc>
                <a:spcPct val="110000"/>
              </a:lnSpc>
              <a:spcBef>
                <a:spcPts val="200"/>
              </a:spcBef>
              <a:spcAft>
                <a:spcPts val="200"/>
              </a:spcAft>
              <a:buFont typeface="Wingdings" panose="05000000000000000000" pitchFamily="2" charset="2"/>
              <a:buChar char="§"/>
            </a:pPr>
            <a:r>
              <a:rPr lang="en-US" altLang="en-US" sz="2400" dirty="0">
                <a:latin typeface="+mj-lt"/>
                <a:ea typeface="Arial" panose="020B0604020202020204" pitchFamily="34" charset="0"/>
              </a:rPr>
              <a:t>The process with the token can access the resource</a:t>
            </a:r>
          </a:p>
          <a:p>
            <a:pPr>
              <a:lnSpc>
                <a:spcPct val="100000"/>
              </a:lnSpc>
              <a:spcBef>
                <a:spcPts val="300"/>
              </a:spcBef>
              <a:spcAft>
                <a:spcPts val="300"/>
              </a:spcAft>
            </a:pPr>
            <a:r>
              <a:rPr lang="en-US" altLang="en-US" dirty="0">
                <a:latin typeface="+mj-lt"/>
                <a:ea typeface="MS PGothic" panose="020B0600070205080204" pitchFamily="34" charset="-128"/>
              </a:rPr>
              <a:t>How is the token circulated among processes?</a:t>
            </a:r>
          </a:p>
          <a:p>
            <a:pPr lvl="1">
              <a:lnSpc>
                <a:spcPct val="110000"/>
              </a:lnSpc>
              <a:spcBef>
                <a:spcPts val="200"/>
              </a:spcBef>
              <a:spcAft>
                <a:spcPts val="200"/>
              </a:spcAft>
              <a:buFont typeface="Wingdings" panose="05000000000000000000" pitchFamily="2" charset="2"/>
              <a:buChar char="§"/>
            </a:pPr>
            <a:r>
              <a:rPr lang="en-US" altLang="en-US" sz="2400" dirty="0">
                <a:latin typeface="+mj-lt"/>
                <a:ea typeface="Arial" panose="020B0604020202020204" pitchFamily="34" charset="0"/>
              </a:rPr>
              <a:t>All processes form a logical ring where each process </a:t>
            </a:r>
            <a:br>
              <a:rPr lang="en-US" altLang="en-US" sz="2400" dirty="0">
                <a:latin typeface="+mj-lt"/>
                <a:ea typeface="Arial" panose="020B0604020202020204" pitchFamily="34" charset="0"/>
              </a:rPr>
            </a:br>
            <a:r>
              <a:rPr lang="en-US" altLang="en-US" sz="2400" dirty="0">
                <a:latin typeface="+mj-lt"/>
                <a:ea typeface="Arial" panose="020B0604020202020204" pitchFamily="34" charset="0"/>
              </a:rPr>
              <a:t>knows its next process</a:t>
            </a:r>
          </a:p>
          <a:p>
            <a:pPr lvl="1">
              <a:lnSpc>
                <a:spcPct val="110000"/>
              </a:lnSpc>
              <a:spcBef>
                <a:spcPts val="200"/>
              </a:spcBef>
              <a:spcAft>
                <a:spcPts val="200"/>
              </a:spcAft>
              <a:buFont typeface="Wingdings" panose="05000000000000000000" pitchFamily="2" charset="2"/>
              <a:buChar char="§"/>
            </a:pPr>
            <a:r>
              <a:rPr lang="en-US" altLang="en-US" sz="2400" dirty="0">
                <a:latin typeface="+mj-lt"/>
                <a:ea typeface="Arial" panose="020B0604020202020204" pitchFamily="34" charset="0"/>
              </a:rPr>
              <a:t>One process is given the token to access the resource</a:t>
            </a:r>
          </a:p>
          <a:p>
            <a:pPr lvl="1">
              <a:lnSpc>
                <a:spcPct val="110000"/>
              </a:lnSpc>
              <a:spcBef>
                <a:spcPts val="200"/>
              </a:spcBef>
              <a:spcAft>
                <a:spcPts val="200"/>
              </a:spcAft>
              <a:buFont typeface="Wingdings" panose="05000000000000000000" pitchFamily="2" charset="2"/>
              <a:buChar char="§"/>
            </a:pPr>
            <a:r>
              <a:rPr lang="en-US" altLang="en-US" sz="2400" dirty="0">
                <a:latin typeface="+mj-lt"/>
                <a:ea typeface="Arial" panose="020B0604020202020204" pitchFamily="34" charset="0"/>
              </a:rPr>
              <a:t>The process with the token has the right to access </a:t>
            </a:r>
            <a:br>
              <a:rPr lang="en-US" altLang="en-US" sz="2400" dirty="0">
                <a:latin typeface="+mj-lt"/>
                <a:ea typeface="Arial" panose="020B0604020202020204" pitchFamily="34" charset="0"/>
              </a:rPr>
            </a:br>
            <a:r>
              <a:rPr lang="en-US" altLang="en-US" sz="2400" dirty="0">
                <a:latin typeface="+mj-lt"/>
                <a:ea typeface="Arial" panose="020B0604020202020204" pitchFamily="34" charset="0"/>
              </a:rPr>
              <a:t>the resource</a:t>
            </a:r>
          </a:p>
          <a:p>
            <a:pPr lvl="1">
              <a:lnSpc>
                <a:spcPct val="110000"/>
              </a:lnSpc>
              <a:spcBef>
                <a:spcPts val="200"/>
              </a:spcBef>
              <a:spcAft>
                <a:spcPts val="200"/>
              </a:spcAft>
              <a:buFont typeface="Wingdings" panose="05000000000000000000" pitchFamily="2" charset="2"/>
              <a:buChar char="§"/>
            </a:pPr>
            <a:r>
              <a:rPr lang="en-US" altLang="en-US" sz="2400" dirty="0">
                <a:latin typeface="+mj-lt"/>
                <a:ea typeface="Arial" panose="020B0604020202020204" pitchFamily="34" charset="0"/>
              </a:rPr>
              <a:t>If the process has finished accessing the resource </a:t>
            </a:r>
            <a:br>
              <a:rPr lang="en-US" altLang="en-US" sz="2400" dirty="0">
                <a:latin typeface="+mj-lt"/>
                <a:ea typeface="Arial" panose="020B0604020202020204" pitchFamily="34" charset="0"/>
              </a:rPr>
            </a:br>
            <a:r>
              <a:rPr lang="en-US" altLang="en-US" sz="2400" dirty="0">
                <a:latin typeface="+mj-lt"/>
                <a:ea typeface="Arial" panose="020B0604020202020204" pitchFamily="34" charset="0"/>
              </a:rPr>
              <a:t>OR does not want to access the resource:</a:t>
            </a:r>
          </a:p>
          <a:p>
            <a:pPr lvl="1">
              <a:lnSpc>
                <a:spcPct val="110000"/>
              </a:lnSpc>
              <a:spcBef>
                <a:spcPts val="200"/>
              </a:spcBef>
              <a:spcAft>
                <a:spcPts val="200"/>
              </a:spcAft>
              <a:buFont typeface="Wingdings" panose="05000000000000000000" pitchFamily="2" charset="2"/>
              <a:buChar char="§"/>
            </a:pPr>
            <a:r>
              <a:rPr lang="en-US" altLang="en-US" sz="2400" dirty="0">
                <a:latin typeface="+mj-lt"/>
                <a:ea typeface="Arial" panose="020B0604020202020204" pitchFamily="34" charset="0"/>
              </a:rPr>
              <a:t>It passes the token to the next process in the ring</a:t>
            </a:r>
          </a:p>
        </p:txBody>
      </p:sp>
      <p:graphicFrame>
        <p:nvGraphicFramePr>
          <p:cNvPr id="49" name="Diagram 48">
            <a:extLst>
              <a:ext uri="{FF2B5EF4-FFF2-40B4-BE49-F238E27FC236}">
                <a16:creationId xmlns="" xmlns:a16="http://schemas.microsoft.com/office/drawing/2014/main" id="{D69DFE13-72C5-48BC-8C0B-81EB3FF2F421}"/>
              </a:ext>
            </a:extLst>
          </p:cNvPr>
          <p:cNvGraphicFramePr/>
          <p:nvPr>
            <p:extLst>
              <p:ext uri="{D42A27DB-BD31-4B8C-83A1-F6EECF244321}">
                <p14:modId xmlns:p14="http://schemas.microsoft.com/office/powerpoint/2010/main" val="2914545146"/>
              </p:ext>
            </p:extLst>
          </p:nvPr>
        </p:nvGraphicFramePr>
        <p:xfrm>
          <a:off x="7358742" y="2159904"/>
          <a:ext cx="4206240" cy="290017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0" name="Rectangle 49">
            <a:extLst>
              <a:ext uri="{FF2B5EF4-FFF2-40B4-BE49-F238E27FC236}">
                <a16:creationId xmlns="" xmlns:a16="http://schemas.microsoft.com/office/drawing/2014/main" id="{F587C1B7-D2C9-4BC0-A3B4-EEC8CCAC2597}"/>
              </a:ext>
            </a:extLst>
          </p:cNvPr>
          <p:cNvSpPr/>
          <p:nvPr/>
        </p:nvSpPr>
        <p:spPr bwMode="auto">
          <a:xfrm>
            <a:off x="10424205" y="1612896"/>
            <a:ext cx="1676401" cy="477157"/>
          </a:xfrm>
          <a:prstGeom prst="rect">
            <a:avLst/>
          </a:prstGeom>
          <a:solidFill>
            <a:schemeClr val="accent2">
              <a:lumMod val="60000"/>
              <a:lumOff val="40000"/>
            </a:schemeClr>
          </a:solidFill>
        </p:spPr>
        <p:style>
          <a:lnRef idx="0">
            <a:schemeClr val="accent6"/>
          </a:lnRef>
          <a:fillRef idx="3">
            <a:schemeClr val="accent6"/>
          </a:fillRef>
          <a:effectRef idx="3">
            <a:schemeClr val="accent6"/>
          </a:effectRef>
          <a:fontRef idx="minor">
            <a:schemeClr val="lt1"/>
          </a:fontRef>
        </p:style>
        <p:txBody>
          <a:bodyPr/>
          <a:lstStyle/>
          <a:p>
            <a:pPr algn="ctr" eaLnBrk="1" hangingPunct="1">
              <a:defRPr/>
            </a:pPr>
            <a:r>
              <a:rPr lang="en-US" sz="2800" dirty="0">
                <a:solidFill>
                  <a:schemeClr val="tx1"/>
                </a:solidFill>
                <a:latin typeface="+mj-lt"/>
              </a:rPr>
              <a:t>Resource</a:t>
            </a:r>
          </a:p>
        </p:txBody>
      </p:sp>
      <p:cxnSp>
        <p:nvCxnSpPr>
          <p:cNvPr id="51" name="Straight Arrow Connector 50">
            <a:extLst>
              <a:ext uri="{FF2B5EF4-FFF2-40B4-BE49-F238E27FC236}">
                <a16:creationId xmlns="" xmlns:a16="http://schemas.microsoft.com/office/drawing/2014/main" id="{8BF99851-9AED-4857-9978-A443D4B9D071}"/>
              </a:ext>
            </a:extLst>
          </p:cNvPr>
          <p:cNvCxnSpPr/>
          <p:nvPr/>
        </p:nvCxnSpPr>
        <p:spPr>
          <a:xfrm flipV="1">
            <a:off x="9416142" y="1861453"/>
            <a:ext cx="914400" cy="107950"/>
          </a:xfrm>
          <a:prstGeom prst="straightConnector1">
            <a:avLst/>
          </a:prstGeom>
          <a:ln w="38100">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52" name="Rectangle 51">
            <a:extLst>
              <a:ext uri="{FF2B5EF4-FFF2-40B4-BE49-F238E27FC236}">
                <a16:creationId xmlns="" xmlns:a16="http://schemas.microsoft.com/office/drawing/2014/main" id="{5FC88094-610B-471B-994D-BE8E06A1A96D}"/>
              </a:ext>
            </a:extLst>
          </p:cNvPr>
          <p:cNvSpPr/>
          <p:nvPr/>
        </p:nvSpPr>
        <p:spPr>
          <a:xfrm>
            <a:off x="9281206" y="1419107"/>
            <a:ext cx="1036638" cy="345282"/>
          </a:xfrm>
          <a:prstGeom prst="rect">
            <a:avLst/>
          </a:prstGeom>
          <a:solidFill>
            <a:srgbClr val="FFFF00"/>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2000" dirty="0">
                <a:solidFill>
                  <a:schemeClr val="tx1"/>
                </a:solidFill>
                <a:latin typeface="+mj-lt"/>
              </a:rPr>
              <a:t>Access</a:t>
            </a:r>
          </a:p>
        </p:txBody>
      </p:sp>
      <p:sp>
        <p:nvSpPr>
          <p:cNvPr id="53" name="Rectangle 52">
            <a:extLst>
              <a:ext uri="{FF2B5EF4-FFF2-40B4-BE49-F238E27FC236}">
                <a16:creationId xmlns="" xmlns:a16="http://schemas.microsoft.com/office/drawing/2014/main" id="{688CF0D5-10B3-478B-96BC-7C7E8027D446}"/>
              </a:ext>
            </a:extLst>
          </p:cNvPr>
          <p:cNvSpPr/>
          <p:nvPr/>
        </p:nvSpPr>
        <p:spPr>
          <a:xfrm>
            <a:off x="10893311" y="2469466"/>
            <a:ext cx="324000" cy="360000"/>
          </a:xfrm>
          <a:prstGeom prst="rect">
            <a:avLst/>
          </a:prstGeom>
          <a:solidFill>
            <a:srgbClr val="1D3064"/>
          </a:solidFill>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eaLnBrk="1" hangingPunct="1">
              <a:defRPr/>
            </a:pPr>
            <a:r>
              <a:rPr lang="en-US" b="1" dirty="0">
                <a:solidFill>
                  <a:schemeClr val="bg1"/>
                </a:solidFill>
                <a:latin typeface="+mj-lt"/>
              </a:rPr>
              <a:t>T</a:t>
            </a:r>
          </a:p>
        </p:txBody>
      </p:sp>
      <p:sp>
        <p:nvSpPr>
          <p:cNvPr id="54" name="Rectangle 53">
            <a:extLst>
              <a:ext uri="{FF2B5EF4-FFF2-40B4-BE49-F238E27FC236}">
                <a16:creationId xmlns="" xmlns:a16="http://schemas.microsoft.com/office/drawing/2014/main" id="{735348B7-5AA5-4EC8-B696-7FF94D9DFAE0}"/>
              </a:ext>
            </a:extLst>
          </p:cNvPr>
          <p:cNvSpPr/>
          <p:nvPr/>
        </p:nvSpPr>
        <p:spPr>
          <a:xfrm>
            <a:off x="11139374" y="3506102"/>
            <a:ext cx="324000" cy="360000"/>
          </a:xfrm>
          <a:prstGeom prst="rect">
            <a:avLst/>
          </a:prstGeom>
          <a:solidFill>
            <a:srgbClr val="1D3064"/>
          </a:solidFill>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eaLnBrk="1" hangingPunct="1">
              <a:defRPr/>
            </a:pPr>
            <a:r>
              <a:rPr lang="en-US" b="1" dirty="0">
                <a:solidFill>
                  <a:schemeClr val="bg1"/>
                </a:solidFill>
                <a:latin typeface="+mj-lt"/>
              </a:rPr>
              <a:t>T</a:t>
            </a:r>
          </a:p>
        </p:txBody>
      </p:sp>
      <p:sp>
        <p:nvSpPr>
          <p:cNvPr id="55" name="Rectangle 54">
            <a:extLst>
              <a:ext uri="{FF2B5EF4-FFF2-40B4-BE49-F238E27FC236}">
                <a16:creationId xmlns="" xmlns:a16="http://schemas.microsoft.com/office/drawing/2014/main" id="{3CCCFED0-C224-4C69-A6AB-6A0381C7C1AE}"/>
              </a:ext>
            </a:extLst>
          </p:cNvPr>
          <p:cNvSpPr/>
          <p:nvPr/>
        </p:nvSpPr>
        <p:spPr>
          <a:xfrm>
            <a:off x="10714152" y="4661115"/>
            <a:ext cx="324000" cy="360000"/>
          </a:xfrm>
          <a:prstGeom prst="rect">
            <a:avLst/>
          </a:prstGeom>
          <a:solidFill>
            <a:srgbClr val="1D3064"/>
          </a:solidFill>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eaLnBrk="1" hangingPunct="1">
              <a:defRPr/>
            </a:pPr>
            <a:r>
              <a:rPr lang="en-US" b="1" dirty="0">
                <a:solidFill>
                  <a:schemeClr val="bg1"/>
                </a:solidFill>
                <a:latin typeface="+mj-lt"/>
              </a:rPr>
              <a:t>T</a:t>
            </a:r>
          </a:p>
        </p:txBody>
      </p:sp>
      <p:sp>
        <p:nvSpPr>
          <p:cNvPr id="56" name="Rectangle 55">
            <a:extLst>
              <a:ext uri="{FF2B5EF4-FFF2-40B4-BE49-F238E27FC236}">
                <a16:creationId xmlns="" xmlns:a16="http://schemas.microsoft.com/office/drawing/2014/main" id="{C06EE6D3-EC83-4EC0-956A-BFCAC8A66675}"/>
              </a:ext>
            </a:extLst>
          </p:cNvPr>
          <p:cNvSpPr/>
          <p:nvPr/>
        </p:nvSpPr>
        <p:spPr>
          <a:xfrm>
            <a:off x="9416142" y="5242894"/>
            <a:ext cx="324000" cy="360000"/>
          </a:xfrm>
          <a:prstGeom prst="rect">
            <a:avLst/>
          </a:prstGeom>
          <a:solidFill>
            <a:srgbClr val="1D3064"/>
          </a:solidFill>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eaLnBrk="1" hangingPunct="1">
              <a:defRPr/>
            </a:pPr>
            <a:r>
              <a:rPr lang="en-US" b="1" dirty="0">
                <a:solidFill>
                  <a:schemeClr val="bg1"/>
                </a:solidFill>
                <a:latin typeface="+mj-lt"/>
              </a:rPr>
              <a:t>T</a:t>
            </a:r>
          </a:p>
        </p:txBody>
      </p:sp>
      <p:sp>
        <p:nvSpPr>
          <p:cNvPr id="57" name="Rectangle 56">
            <a:extLst>
              <a:ext uri="{FF2B5EF4-FFF2-40B4-BE49-F238E27FC236}">
                <a16:creationId xmlns="" xmlns:a16="http://schemas.microsoft.com/office/drawing/2014/main" id="{709EE3FB-8E71-477B-B4CC-B546F13FF45E}"/>
              </a:ext>
            </a:extLst>
          </p:cNvPr>
          <p:cNvSpPr/>
          <p:nvPr/>
        </p:nvSpPr>
        <p:spPr>
          <a:xfrm>
            <a:off x="7930356" y="4606010"/>
            <a:ext cx="324000" cy="360000"/>
          </a:xfrm>
          <a:prstGeom prst="rect">
            <a:avLst/>
          </a:prstGeom>
          <a:solidFill>
            <a:srgbClr val="1D3064"/>
          </a:solidFill>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eaLnBrk="1" hangingPunct="1">
              <a:defRPr/>
            </a:pPr>
            <a:r>
              <a:rPr lang="en-US" b="1" dirty="0">
                <a:solidFill>
                  <a:schemeClr val="bg1"/>
                </a:solidFill>
                <a:latin typeface="+mj-lt"/>
              </a:rPr>
              <a:t>T</a:t>
            </a:r>
          </a:p>
        </p:txBody>
      </p:sp>
      <p:sp>
        <p:nvSpPr>
          <p:cNvPr id="58" name="Rectangle 57">
            <a:extLst>
              <a:ext uri="{FF2B5EF4-FFF2-40B4-BE49-F238E27FC236}">
                <a16:creationId xmlns="" xmlns:a16="http://schemas.microsoft.com/office/drawing/2014/main" id="{FDCEA44A-36EA-40F6-A7D7-E80DBE1B6FAC}"/>
              </a:ext>
            </a:extLst>
          </p:cNvPr>
          <p:cNvSpPr/>
          <p:nvPr/>
        </p:nvSpPr>
        <p:spPr>
          <a:xfrm>
            <a:off x="7487104" y="3506102"/>
            <a:ext cx="324000" cy="360000"/>
          </a:xfrm>
          <a:prstGeom prst="rect">
            <a:avLst/>
          </a:prstGeom>
          <a:solidFill>
            <a:srgbClr val="1D3064"/>
          </a:solidFill>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eaLnBrk="1" hangingPunct="1">
              <a:defRPr/>
            </a:pPr>
            <a:r>
              <a:rPr lang="en-US" b="1" dirty="0">
                <a:solidFill>
                  <a:schemeClr val="bg1"/>
                </a:solidFill>
                <a:latin typeface="+mj-lt"/>
              </a:rPr>
              <a:t>T</a:t>
            </a:r>
          </a:p>
        </p:txBody>
      </p:sp>
      <p:sp>
        <p:nvSpPr>
          <p:cNvPr id="59" name="Rectangle 58">
            <a:extLst>
              <a:ext uri="{FF2B5EF4-FFF2-40B4-BE49-F238E27FC236}">
                <a16:creationId xmlns="" xmlns:a16="http://schemas.microsoft.com/office/drawing/2014/main" id="{245CD068-A43A-4C2A-A425-C9BAB734505F}"/>
              </a:ext>
            </a:extLst>
          </p:cNvPr>
          <p:cNvSpPr/>
          <p:nvPr/>
        </p:nvSpPr>
        <p:spPr>
          <a:xfrm>
            <a:off x="7618509" y="2274205"/>
            <a:ext cx="311847" cy="368748"/>
          </a:xfrm>
          <a:prstGeom prst="rect">
            <a:avLst/>
          </a:prstGeom>
          <a:solidFill>
            <a:srgbClr val="1D3064"/>
          </a:solidFill>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eaLnBrk="1" hangingPunct="1">
              <a:defRPr/>
            </a:pPr>
            <a:r>
              <a:rPr lang="en-US" sz="2000" dirty="0">
                <a:solidFill>
                  <a:schemeClr val="bg1"/>
                </a:solidFill>
                <a:latin typeface="+mj-lt"/>
              </a:rPr>
              <a:t>T</a:t>
            </a:r>
          </a:p>
        </p:txBody>
      </p:sp>
      <p:cxnSp>
        <p:nvCxnSpPr>
          <p:cNvPr id="60" name="Straight Arrow Connector 59">
            <a:extLst>
              <a:ext uri="{FF2B5EF4-FFF2-40B4-BE49-F238E27FC236}">
                <a16:creationId xmlns="" xmlns:a16="http://schemas.microsoft.com/office/drawing/2014/main" id="{BC112490-4430-4307-BE85-AFA3EE3AB547}"/>
              </a:ext>
            </a:extLst>
          </p:cNvPr>
          <p:cNvCxnSpPr/>
          <p:nvPr/>
        </p:nvCxnSpPr>
        <p:spPr>
          <a:xfrm flipV="1">
            <a:off x="10317844" y="1961468"/>
            <a:ext cx="182562" cy="507998"/>
          </a:xfrm>
          <a:prstGeom prst="straightConnector1">
            <a:avLst/>
          </a:prstGeom>
          <a:ln w="38100">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62" name="Rectangle 61">
            <a:extLst>
              <a:ext uri="{FF2B5EF4-FFF2-40B4-BE49-F238E27FC236}">
                <a16:creationId xmlns="" xmlns:a16="http://schemas.microsoft.com/office/drawing/2014/main" id="{9F665CD8-AD38-4998-9A0D-ED6F02271931}"/>
              </a:ext>
            </a:extLst>
          </p:cNvPr>
          <p:cNvSpPr/>
          <p:nvPr/>
        </p:nvSpPr>
        <p:spPr>
          <a:xfrm>
            <a:off x="8646849" y="1584389"/>
            <a:ext cx="324000" cy="360000"/>
          </a:xfrm>
          <a:prstGeom prst="rect">
            <a:avLst/>
          </a:prstGeom>
          <a:solidFill>
            <a:srgbClr val="1D3064"/>
          </a:solidFill>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eaLnBrk="1" hangingPunct="1">
              <a:defRPr/>
            </a:pPr>
            <a:r>
              <a:rPr lang="en-US" b="1" dirty="0">
                <a:solidFill>
                  <a:schemeClr val="bg1"/>
                </a:solidFill>
                <a:latin typeface="+mj-lt"/>
              </a:rPr>
              <a:t>T</a:t>
            </a:r>
          </a:p>
        </p:txBody>
      </p:sp>
    </p:spTree>
    <p:extLst>
      <p:ext uri="{BB962C8B-B14F-4D97-AF65-F5344CB8AC3E}">
        <p14:creationId xmlns:p14="http://schemas.microsoft.com/office/powerpoint/2010/main" val="14304397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8">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8">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2"/>
                                        </p:tgtEl>
                                        <p:attrNameLst>
                                          <p:attrName>style.visibility</p:attrName>
                                        </p:attrNameLst>
                                      </p:cBhvr>
                                      <p:to>
                                        <p:strVal val="visible"/>
                                      </p:to>
                                    </p:set>
                                  </p:childTnLst>
                                </p:cTn>
                              </p:par>
                              <p:par>
                                <p:cTn id="31" presetID="22" presetClass="entr" presetSubtype="8" fill="hold" nodeType="withEffect">
                                  <p:stCondLst>
                                    <p:cond delay="0"/>
                                  </p:stCondLst>
                                  <p:childTnLst>
                                    <p:set>
                                      <p:cBhvr>
                                        <p:cTn id="32" dur="1" fill="hold">
                                          <p:stCondLst>
                                            <p:cond delay="0"/>
                                          </p:stCondLst>
                                        </p:cTn>
                                        <p:tgtEl>
                                          <p:spTgt spid="51"/>
                                        </p:tgtEl>
                                        <p:attrNameLst>
                                          <p:attrName>style.visibility</p:attrName>
                                        </p:attrNameLst>
                                      </p:cBhvr>
                                      <p:to>
                                        <p:strVal val="visible"/>
                                      </p:to>
                                    </p:set>
                                    <p:animEffect transition="in" filter="wipe(left)">
                                      <p:cBhvr>
                                        <p:cTn id="33" dur="500"/>
                                        <p:tgtEl>
                                          <p:spTgt spid="51"/>
                                        </p:tgtEl>
                                      </p:cBhvr>
                                    </p:animEffect>
                                  </p:childTnLst>
                                  <p:subTnLst>
                                    <p:set>
                                      <p:cBhvr override="childStyle">
                                        <p:cTn dur="1" fill="hold" display="0" masterRel="nextClick" afterEffect="1"/>
                                        <p:tgtEl>
                                          <p:spTgt spid="51"/>
                                        </p:tgtEl>
                                        <p:attrNameLst>
                                          <p:attrName>style.visibility</p:attrName>
                                        </p:attrNameLst>
                                      </p:cBhvr>
                                      <p:to>
                                        <p:strVal val="hidden"/>
                                      </p:to>
                                    </p:set>
                                  </p:sub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52"/>
                                        </p:tgtEl>
                                        <p:attrNameLst>
                                          <p:attrName>style.visibility</p:attrName>
                                        </p:attrNameLst>
                                      </p:cBhvr>
                                      <p:to>
                                        <p:strVal val="visible"/>
                                      </p:to>
                                    </p:set>
                                  </p:childTnLst>
                                </p:cTn>
                              </p:par>
                              <p:par>
                                <p:cTn id="38" presetID="1" presetClass="exit" presetSubtype="0" fill="hold" grpId="1" nodeType="withEffect">
                                  <p:stCondLst>
                                    <p:cond delay="0"/>
                                  </p:stCondLst>
                                  <p:childTnLst>
                                    <p:set>
                                      <p:cBhvr>
                                        <p:cTn id="39" dur="1" fill="hold">
                                          <p:stCondLst>
                                            <p:cond delay="0"/>
                                          </p:stCondLst>
                                        </p:cTn>
                                        <p:tgtEl>
                                          <p:spTgt spid="52"/>
                                        </p:tgtEl>
                                        <p:attrNameLst>
                                          <p:attrName>style.visibility</p:attrName>
                                        </p:attrNameLst>
                                      </p:cBhvr>
                                      <p:to>
                                        <p:strVal val="hidden"/>
                                      </p:to>
                                    </p:set>
                                  </p:childTnLst>
                                </p:cTn>
                              </p:par>
                              <p:par>
                                <p:cTn id="40" presetID="0" presetClass="path" presetSubtype="0" accel="50000" decel="50000" fill="hold" grpId="1" nodeType="withEffect">
                                  <p:stCondLst>
                                    <p:cond delay="0"/>
                                  </p:stCondLst>
                                  <p:childTnLst>
                                    <p:animMotion origin="layout" path="M 3.95833E-6 4.07407E-6 C 0.01028 0.00046 0.01393 0.00023 0.02382 0.00185 C 0.0263 0.00231 0.03086 0.00324 0.03086 0.00347 C 0.0345 0.00555 0.03671 0.00578 0.04114 0.00625 C 0.04674 0.00972 0.05442 0.01226 0.06093 0.01365 C 0.06289 0.01481 0.06562 0.01458 0.06692 0.0162 C 0.06783 0.01666 0.0677 0.01782 0.06796 0.01875 C 0.06966 0.02338 0.07096 0.02754 0.07252 0.03217 C 0.07343 0.03912 0.07317 0.03564 0.07317 0.04351 " pathEditMode="relative" rAng="0" ptsTypes="AAAAAAAAA">
                                      <p:cBhvr>
                                        <p:cTn id="41" dur="2000" fill="hold"/>
                                        <p:tgtEl>
                                          <p:spTgt spid="62"/>
                                        </p:tgtEl>
                                        <p:attrNameLst>
                                          <p:attrName>ppt_x</p:attrName>
                                          <p:attrName>ppt_y</p:attrName>
                                        </p:attrNameLst>
                                      </p:cBhvr>
                                      <p:rCtr x="3659" y="2176"/>
                                    </p:animMotion>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60"/>
                                        </p:tgtEl>
                                        <p:attrNameLst>
                                          <p:attrName>style.visibility</p:attrName>
                                        </p:attrNameLst>
                                      </p:cBhvr>
                                      <p:to>
                                        <p:strVal val="visible"/>
                                      </p:to>
                                    </p:set>
                                    <p:animEffect transition="in" filter="wipe(left)">
                                      <p:cBhvr>
                                        <p:cTn id="46" dur="500"/>
                                        <p:tgtEl>
                                          <p:spTgt spid="60"/>
                                        </p:tgtEl>
                                      </p:cBhvr>
                                    </p:animEffect>
                                  </p:childTnLst>
                                  <p:subTnLst>
                                    <p:set>
                                      <p:cBhvr override="childStyle">
                                        <p:cTn dur="1" fill="hold" display="0" masterRel="nextClick" afterEffect="1"/>
                                        <p:tgtEl>
                                          <p:spTgt spid="60"/>
                                        </p:tgtEl>
                                        <p:attrNameLst>
                                          <p:attrName>style.visibility</p:attrName>
                                        </p:attrNameLst>
                                      </p:cBhvr>
                                      <p:to>
                                        <p:strVal val="hidden"/>
                                      </p:to>
                                    </p:set>
                                  </p:subTnLst>
                                </p:cTn>
                              </p:par>
                              <p:par>
                                <p:cTn id="47" presetID="1" presetClass="entr" presetSubtype="0" fill="hold" grpId="0" nodeType="withEffect">
                                  <p:stCondLst>
                                    <p:cond delay="0"/>
                                  </p:stCondLst>
                                  <p:childTnLst>
                                    <p:set>
                                      <p:cBhvr>
                                        <p:cTn id="48" dur="1" fill="hold">
                                          <p:stCondLst>
                                            <p:cond delay="0"/>
                                          </p:stCondLst>
                                        </p:cTn>
                                        <p:tgtEl>
                                          <p:spTgt spid="53"/>
                                        </p:tgtEl>
                                        <p:attrNameLst>
                                          <p:attrName>style.visibility</p:attrName>
                                        </p:attrNameLst>
                                      </p:cBhvr>
                                      <p:to>
                                        <p:strVal val="visible"/>
                                      </p:to>
                                    </p:set>
                                  </p:childTnLst>
                                </p:cTn>
                              </p:par>
                              <p:par>
                                <p:cTn id="49" presetID="1" presetClass="exit" presetSubtype="0" fill="hold" grpId="2" nodeType="withEffect">
                                  <p:stCondLst>
                                    <p:cond delay="0"/>
                                  </p:stCondLst>
                                  <p:childTnLst>
                                    <p:set>
                                      <p:cBhvr>
                                        <p:cTn id="50" dur="1" fill="hold">
                                          <p:stCondLst>
                                            <p:cond delay="0"/>
                                          </p:stCondLst>
                                        </p:cTn>
                                        <p:tgtEl>
                                          <p:spTgt spid="62"/>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1" presetClass="exit" presetSubtype="0" fill="hold" grpId="1" nodeType="clickEffect">
                                  <p:stCondLst>
                                    <p:cond delay="0"/>
                                  </p:stCondLst>
                                  <p:childTnLst>
                                    <p:set>
                                      <p:cBhvr>
                                        <p:cTn id="54" dur="1" fill="hold">
                                          <p:stCondLst>
                                            <p:cond delay="0"/>
                                          </p:stCondLst>
                                        </p:cTn>
                                        <p:tgtEl>
                                          <p:spTgt spid="53"/>
                                        </p:tgtEl>
                                        <p:attrNameLst>
                                          <p:attrName>style.visibility</p:attrName>
                                        </p:attrNameLst>
                                      </p:cBhvr>
                                      <p:to>
                                        <p:strVal val="hidden"/>
                                      </p:to>
                                    </p:set>
                                  </p:childTnLst>
                                </p:cTn>
                              </p:par>
                              <p:par>
                                <p:cTn id="55" presetID="1" presetClass="entr" presetSubtype="0" fill="hold" grpId="0" nodeType="withEffect">
                                  <p:stCondLst>
                                    <p:cond delay="0"/>
                                  </p:stCondLst>
                                  <p:childTnLst>
                                    <p:set>
                                      <p:cBhvr>
                                        <p:cTn id="56" dur="1" fill="hold">
                                          <p:stCondLst>
                                            <p:cond delay="0"/>
                                          </p:stCondLst>
                                        </p:cTn>
                                        <p:tgtEl>
                                          <p:spTgt spid="54"/>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xit" presetSubtype="0" fill="hold" grpId="1" nodeType="clickEffect">
                                  <p:stCondLst>
                                    <p:cond delay="0"/>
                                  </p:stCondLst>
                                  <p:childTnLst>
                                    <p:set>
                                      <p:cBhvr>
                                        <p:cTn id="60" dur="1" fill="hold">
                                          <p:stCondLst>
                                            <p:cond delay="0"/>
                                          </p:stCondLst>
                                        </p:cTn>
                                        <p:tgtEl>
                                          <p:spTgt spid="54"/>
                                        </p:tgtEl>
                                        <p:attrNameLst>
                                          <p:attrName>style.visibility</p:attrName>
                                        </p:attrNameLst>
                                      </p:cBhvr>
                                      <p:to>
                                        <p:strVal val="hidden"/>
                                      </p:to>
                                    </p:set>
                                  </p:childTnLst>
                                </p:cTn>
                              </p:par>
                              <p:par>
                                <p:cTn id="61" presetID="1" presetClass="entr" presetSubtype="0" fill="hold" grpId="0" nodeType="withEffect">
                                  <p:stCondLst>
                                    <p:cond delay="0"/>
                                  </p:stCondLst>
                                  <p:childTnLst>
                                    <p:set>
                                      <p:cBhvr>
                                        <p:cTn id="62" dur="1" fill="hold">
                                          <p:stCondLst>
                                            <p:cond delay="0"/>
                                          </p:stCondLst>
                                        </p:cTn>
                                        <p:tgtEl>
                                          <p:spTgt spid="55"/>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xit" presetSubtype="0" fill="hold" grpId="1" nodeType="clickEffect">
                                  <p:stCondLst>
                                    <p:cond delay="0"/>
                                  </p:stCondLst>
                                  <p:childTnLst>
                                    <p:set>
                                      <p:cBhvr>
                                        <p:cTn id="66" dur="1" fill="hold">
                                          <p:stCondLst>
                                            <p:cond delay="0"/>
                                          </p:stCondLst>
                                        </p:cTn>
                                        <p:tgtEl>
                                          <p:spTgt spid="55"/>
                                        </p:tgtEl>
                                        <p:attrNameLst>
                                          <p:attrName>style.visibility</p:attrName>
                                        </p:attrNameLst>
                                      </p:cBhvr>
                                      <p:to>
                                        <p:strVal val="hidden"/>
                                      </p:to>
                                    </p:set>
                                  </p:childTnLst>
                                </p:cTn>
                              </p:par>
                              <p:par>
                                <p:cTn id="67" presetID="1" presetClass="entr" presetSubtype="0" fill="hold" grpId="0" nodeType="withEffect">
                                  <p:stCondLst>
                                    <p:cond delay="0"/>
                                  </p:stCondLst>
                                  <p:childTnLst>
                                    <p:set>
                                      <p:cBhvr>
                                        <p:cTn id="68" dur="1" fill="hold">
                                          <p:stCondLst>
                                            <p:cond delay="0"/>
                                          </p:stCondLst>
                                        </p:cTn>
                                        <p:tgtEl>
                                          <p:spTgt spid="56"/>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xit" presetSubtype="0" fill="hold" grpId="1" nodeType="clickEffect">
                                  <p:stCondLst>
                                    <p:cond delay="0"/>
                                  </p:stCondLst>
                                  <p:childTnLst>
                                    <p:set>
                                      <p:cBhvr>
                                        <p:cTn id="72" dur="1" fill="hold">
                                          <p:stCondLst>
                                            <p:cond delay="0"/>
                                          </p:stCondLst>
                                        </p:cTn>
                                        <p:tgtEl>
                                          <p:spTgt spid="56"/>
                                        </p:tgtEl>
                                        <p:attrNameLst>
                                          <p:attrName>style.visibility</p:attrName>
                                        </p:attrNameLst>
                                      </p:cBhvr>
                                      <p:to>
                                        <p:strVal val="hidden"/>
                                      </p:to>
                                    </p:set>
                                  </p:childTnLst>
                                </p:cTn>
                              </p:par>
                              <p:par>
                                <p:cTn id="73" presetID="1" presetClass="entr" presetSubtype="0" fill="hold" grpId="0" nodeType="withEffect">
                                  <p:stCondLst>
                                    <p:cond delay="0"/>
                                  </p:stCondLst>
                                  <p:childTnLst>
                                    <p:set>
                                      <p:cBhvr>
                                        <p:cTn id="74" dur="1" fill="hold">
                                          <p:stCondLst>
                                            <p:cond delay="0"/>
                                          </p:stCondLst>
                                        </p:cTn>
                                        <p:tgtEl>
                                          <p:spTgt spid="57"/>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xit" presetSubtype="0" fill="hold" grpId="1" nodeType="clickEffect">
                                  <p:stCondLst>
                                    <p:cond delay="0"/>
                                  </p:stCondLst>
                                  <p:childTnLst>
                                    <p:set>
                                      <p:cBhvr>
                                        <p:cTn id="78" dur="1" fill="hold">
                                          <p:stCondLst>
                                            <p:cond delay="0"/>
                                          </p:stCondLst>
                                        </p:cTn>
                                        <p:tgtEl>
                                          <p:spTgt spid="57"/>
                                        </p:tgtEl>
                                        <p:attrNameLst>
                                          <p:attrName>style.visibility</p:attrName>
                                        </p:attrNameLst>
                                      </p:cBhvr>
                                      <p:to>
                                        <p:strVal val="hidden"/>
                                      </p:to>
                                    </p:set>
                                  </p:childTnLst>
                                </p:cTn>
                              </p:par>
                              <p:par>
                                <p:cTn id="79" presetID="1" presetClass="entr" presetSubtype="0" fill="hold" grpId="0" nodeType="withEffect">
                                  <p:stCondLst>
                                    <p:cond delay="0"/>
                                  </p:stCondLst>
                                  <p:childTnLst>
                                    <p:set>
                                      <p:cBhvr>
                                        <p:cTn id="80" dur="1" fill="hold">
                                          <p:stCondLst>
                                            <p:cond delay="0"/>
                                          </p:stCondLst>
                                        </p:cTn>
                                        <p:tgtEl>
                                          <p:spTgt spid="58"/>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xit" presetSubtype="0" fill="hold" grpId="1" nodeType="clickEffect">
                                  <p:stCondLst>
                                    <p:cond delay="0"/>
                                  </p:stCondLst>
                                  <p:childTnLst>
                                    <p:set>
                                      <p:cBhvr>
                                        <p:cTn id="84" dur="1" fill="hold">
                                          <p:stCondLst>
                                            <p:cond delay="0"/>
                                          </p:stCondLst>
                                        </p:cTn>
                                        <p:tgtEl>
                                          <p:spTgt spid="58"/>
                                        </p:tgtEl>
                                        <p:attrNameLst>
                                          <p:attrName>style.visibility</p:attrName>
                                        </p:attrNameLst>
                                      </p:cBhvr>
                                      <p:to>
                                        <p:strVal val="hidden"/>
                                      </p:to>
                                    </p:set>
                                  </p:childTnLst>
                                </p:cTn>
                              </p:par>
                              <p:par>
                                <p:cTn id="85" presetID="1" presetClass="entr" presetSubtype="0" fill="hold" grpId="0" nodeType="withEffect">
                                  <p:stCondLst>
                                    <p:cond delay="0"/>
                                  </p:stCondLst>
                                  <p:childTnLst>
                                    <p:set>
                                      <p:cBhvr>
                                        <p:cTn id="86" dur="1" fill="hold">
                                          <p:stCondLst>
                                            <p:cond delay="0"/>
                                          </p:stCondLst>
                                        </p:cTn>
                                        <p:tgtEl>
                                          <p:spTgt spid="59"/>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xit" presetSubtype="0" fill="hold" grpId="1" nodeType="clickEffect">
                                  <p:stCondLst>
                                    <p:cond delay="0"/>
                                  </p:stCondLst>
                                  <p:childTnLst>
                                    <p:set>
                                      <p:cBhvr>
                                        <p:cTn id="90" dur="1" fill="hold">
                                          <p:stCondLst>
                                            <p:cond delay="0"/>
                                          </p:stCondLst>
                                        </p:cTn>
                                        <p:tgtEl>
                                          <p:spTgt spid="59"/>
                                        </p:tgtEl>
                                        <p:attrNameLst>
                                          <p:attrName>style.visibility</p:attrName>
                                        </p:attrNameLst>
                                      </p:cBhvr>
                                      <p:to>
                                        <p:strVal val="hidden"/>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28">
                                            <p:txEl>
                                              <p:pRg st="4" end="4"/>
                                            </p:txEl>
                                          </p:spTgt>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28">
                                            <p:txEl>
                                              <p:pRg st="5" end="5"/>
                                            </p:txEl>
                                          </p:spTgt>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28">
                                            <p:txEl>
                                              <p:pRg st="6" end="6"/>
                                            </p:txEl>
                                          </p:spTgt>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28">
                                            <p:txEl>
                                              <p:pRg st="7" end="7"/>
                                            </p:txEl>
                                          </p:spTgt>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28">
                                            <p:txEl>
                                              <p:pRg st="8" end="8"/>
                                            </p:txEl>
                                          </p:spTgt>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28">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9" grpId="0">
        <p:bldAsOne/>
      </p:bldGraphic>
      <p:bldP spid="52" grpId="0" animBg="1"/>
      <p:bldP spid="52" grpId="1" animBg="1"/>
      <p:bldP spid="53" grpId="0" animBg="1"/>
      <p:bldP spid="53" grpId="1" animBg="1"/>
      <p:bldP spid="54" grpId="0" animBg="1"/>
      <p:bldP spid="54" grpId="1" animBg="1"/>
      <p:bldP spid="55" grpId="0" animBg="1"/>
      <p:bldP spid="55" grpId="1" animBg="1"/>
      <p:bldP spid="56" grpId="0" animBg="1"/>
      <p:bldP spid="56" grpId="1" animBg="1"/>
      <p:bldP spid="57" grpId="0" animBg="1"/>
      <p:bldP spid="57" grpId="1" animBg="1"/>
      <p:bldP spid="58" grpId="0" animBg="1"/>
      <p:bldP spid="58" grpId="1" animBg="1"/>
      <p:bldP spid="59" grpId="0" animBg="1"/>
      <p:bldP spid="59" grpId="1" animBg="1"/>
      <p:bldP spid="62" grpId="0" animBg="1"/>
      <p:bldP spid="62" grpId="1" animBg="1"/>
      <p:bldP spid="62" grpId="2"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F</a:t>
            </a:r>
            <a:r>
              <a:rPr lang="en-US" dirty="0" smtClean="0"/>
              <a:t>ailure in Token </a:t>
            </a:r>
            <a:r>
              <a:rPr lang="en-US" dirty="0"/>
              <a:t>Ring Algorithm</a:t>
            </a:r>
          </a:p>
        </p:txBody>
      </p:sp>
      <p:sp>
        <p:nvSpPr>
          <p:cNvPr id="28" name="Content Placeholder 2">
            <a:extLst>
              <a:ext uri="{FF2B5EF4-FFF2-40B4-BE49-F238E27FC236}">
                <a16:creationId xmlns:a16="http://schemas.microsoft.com/office/drawing/2014/main" xmlns="" id="{05FF24D1-5277-417B-BCE3-776DD62CA93A}"/>
              </a:ext>
            </a:extLst>
          </p:cNvPr>
          <p:cNvSpPr>
            <a:spLocks noGrp="1"/>
          </p:cNvSpPr>
          <p:nvPr>
            <p:ph idx="1"/>
          </p:nvPr>
        </p:nvSpPr>
        <p:spPr/>
        <p:txBody>
          <a:bodyPr>
            <a:normAutofit/>
          </a:bodyPr>
          <a:lstStyle/>
          <a:p>
            <a:pPr marL="0" indent="0">
              <a:lnSpc>
                <a:spcPct val="100000"/>
              </a:lnSpc>
              <a:spcBef>
                <a:spcPts val="300"/>
              </a:spcBef>
              <a:spcAft>
                <a:spcPts val="300"/>
              </a:spcAft>
              <a:buNone/>
            </a:pPr>
            <a:r>
              <a:rPr lang="en-US" altLang="en-US" b="1" dirty="0">
                <a:solidFill>
                  <a:srgbClr val="1D3064"/>
                </a:solidFill>
                <a:latin typeface="+mj-lt"/>
                <a:ea typeface="MS PGothic" panose="020B0600070205080204" pitchFamily="34" charset="-128"/>
              </a:rPr>
              <a:t>Two types of failure can occur</a:t>
            </a:r>
            <a:r>
              <a:rPr lang="en-US" altLang="en-US" b="1" dirty="0" smtClean="0">
                <a:solidFill>
                  <a:srgbClr val="1D3064"/>
                </a:solidFill>
                <a:latin typeface="+mj-lt"/>
                <a:ea typeface="MS PGothic" panose="020B0600070205080204" pitchFamily="34" charset="-128"/>
              </a:rPr>
              <a:t>:</a:t>
            </a:r>
          </a:p>
          <a:p>
            <a:pPr marL="457200" indent="-457200">
              <a:lnSpc>
                <a:spcPct val="100000"/>
              </a:lnSpc>
              <a:spcBef>
                <a:spcPts val="300"/>
              </a:spcBef>
              <a:spcAft>
                <a:spcPts val="300"/>
              </a:spcAft>
              <a:buFont typeface="+mj-lt"/>
              <a:buAutoNum type="arabicPeriod"/>
            </a:pPr>
            <a:r>
              <a:rPr lang="en-US" altLang="en-US" b="1" dirty="0">
                <a:solidFill>
                  <a:schemeClr val="accent6"/>
                </a:solidFill>
                <a:latin typeface="+mj-lt"/>
                <a:ea typeface="MS PGothic" panose="020B0600070205080204" pitchFamily="34" charset="-128"/>
              </a:rPr>
              <a:t>Process </a:t>
            </a:r>
            <a:r>
              <a:rPr lang="en-US" altLang="en-US" b="1" dirty="0" smtClean="0">
                <a:solidFill>
                  <a:schemeClr val="accent6"/>
                </a:solidFill>
                <a:latin typeface="+mj-lt"/>
                <a:ea typeface="MS PGothic" panose="020B0600070205080204" pitchFamily="34" charset="-128"/>
              </a:rPr>
              <a:t>failure</a:t>
            </a:r>
          </a:p>
          <a:p>
            <a:pPr marL="457200" indent="-457200">
              <a:lnSpc>
                <a:spcPct val="100000"/>
              </a:lnSpc>
              <a:spcBef>
                <a:spcPts val="300"/>
              </a:spcBef>
              <a:spcAft>
                <a:spcPts val="300"/>
              </a:spcAft>
              <a:buFont typeface="+mj-lt"/>
              <a:buAutoNum type="arabicPeriod"/>
            </a:pPr>
            <a:r>
              <a:rPr lang="en-US" altLang="en-US" b="1" dirty="0">
                <a:solidFill>
                  <a:schemeClr val="accent6"/>
                </a:solidFill>
                <a:latin typeface="+mj-lt"/>
                <a:ea typeface="MS PGothic" panose="020B0600070205080204" pitchFamily="34" charset="-128"/>
              </a:rPr>
              <a:t>Lost </a:t>
            </a:r>
            <a:r>
              <a:rPr lang="en-US" altLang="en-US" b="1" dirty="0" smtClean="0">
                <a:solidFill>
                  <a:schemeClr val="accent6"/>
                </a:solidFill>
                <a:latin typeface="+mj-lt"/>
                <a:ea typeface="MS PGothic" panose="020B0600070205080204" pitchFamily="34" charset="-128"/>
              </a:rPr>
              <a:t>token</a:t>
            </a:r>
            <a:endParaRPr lang="en-US" altLang="en-US" b="1" dirty="0">
              <a:solidFill>
                <a:schemeClr val="accent6"/>
              </a:solidFill>
              <a:latin typeface="+mj-lt"/>
              <a:ea typeface="MS PGothic" panose="020B0600070205080204" pitchFamily="34" charset="-128"/>
            </a:endParaRPr>
          </a:p>
          <a:p>
            <a:pPr>
              <a:lnSpc>
                <a:spcPct val="100000"/>
              </a:lnSpc>
              <a:spcBef>
                <a:spcPts val="300"/>
              </a:spcBef>
              <a:spcAft>
                <a:spcPts val="300"/>
              </a:spcAft>
            </a:pPr>
            <a:endParaRPr lang="en-US" altLang="en-US" dirty="0">
              <a:latin typeface="+mj-lt"/>
              <a:ea typeface="MS PGothic" panose="020B0600070205080204" pitchFamily="34" charset="-128"/>
            </a:endParaRPr>
          </a:p>
        </p:txBody>
      </p:sp>
    </p:spTree>
    <p:extLst>
      <p:ext uri="{BB962C8B-B14F-4D97-AF65-F5344CB8AC3E}">
        <p14:creationId xmlns:p14="http://schemas.microsoft.com/office/powerpoint/2010/main" val="33379872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Failure in Token Ring Algorithm</a:t>
            </a:r>
          </a:p>
        </p:txBody>
      </p:sp>
      <p:sp>
        <p:nvSpPr>
          <p:cNvPr id="28" name="Content Placeholder 2">
            <a:extLst>
              <a:ext uri="{FF2B5EF4-FFF2-40B4-BE49-F238E27FC236}">
                <a16:creationId xmlns:a16="http://schemas.microsoft.com/office/drawing/2014/main" xmlns="" id="{05FF24D1-5277-417B-BCE3-776DD62CA93A}"/>
              </a:ext>
            </a:extLst>
          </p:cNvPr>
          <p:cNvSpPr>
            <a:spLocks noGrp="1"/>
          </p:cNvSpPr>
          <p:nvPr>
            <p:ph idx="1"/>
          </p:nvPr>
        </p:nvSpPr>
        <p:spPr/>
        <p:txBody>
          <a:bodyPr>
            <a:noAutofit/>
          </a:bodyPr>
          <a:lstStyle/>
          <a:p>
            <a:pPr>
              <a:lnSpc>
                <a:spcPct val="100000"/>
              </a:lnSpc>
              <a:spcBef>
                <a:spcPts val="300"/>
              </a:spcBef>
              <a:spcAft>
                <a:spcPts val="300"/>
              </a:spcAft>
            </a:pPr>
            <a:r>
              <a:rPr lang="en-IN" b="1" dirty="0">
                <a:solidFill>
                  <a:schemeClr val="accent6"/>
                </a:solidFill>
                <a:latin typeface="+mj-lt"/>
                <a:ea typeface="MS PGothic" panose="020B0600070205080204" pitchFamily="34" charset="-128"/>
              </a:rPr>
              <a:t>Process failure: </a:t>
            </a:r>
            <a:r>
              <a:rPr lang="en-IN" dirty="0">
                <a:solidFill>
                  <a:srgbClr val="1D3064"/>
                </a:solidFill>
                <a:latin typeface="+mj-lt"/>
                <a:ea typeface="MS PGothic" panose="020B0600070205080204" pitchFamily="34" charset="-128"/>
              </a:rPr>
              <a:t>A process failure in the system causes the logical ring to break.</a:t>
            </a:r>
          </a:p>
          <a:p>
            <a:pPr lvl="1">
              <a:lnSpc>
                <a:spcPct val="100000"/>
              </a:lnSpc>
              <a:spcBef>
                <a:spcPts val="200"/>
              </a:spcBef>
              <a:spcAft>
                <a:spcPts val="200"/>
              </a:spcAft>
              <a:buFont typeface="Wingdings" panose="05000000000000000000" pitchFamily="2" charset="2"/>
              <a:buChar char="§"/>
            </a:pPr>
            <a:r>
              <a:rPr lang="en-US" altLang="en-US" sz="2400" dirty="0">
                <a:latin typeface="+mj-lt"/>
                <a:ea typeface="Arial" panose="020B0604020202020204" pitchFamily="34" charset="0"/>
              </a:rPr>
              <a:t>Requires detection of failed process &amp; dynamic reconfiguration of logical ring.</a:t>
            </a:r>
          </a:p>
          <a:p>
            <a:pPr lvl="1">
              <a:lnSpc>
                <a:spcPct val="100000"/>
              </a:lnSpc>
              <a:spcBef>
                <a:spcPts val="200"/>
              </a:spcBef>
              <a:spcAft>
                <a:spcPts val="200"/>
              </a:spcAft>
              <a:buFont typeface="Wingdings" panose="05000000000000000000" pitchFamily="2" charset="2"/>
              <a:buChar char="§"/>
            </a:pPr>
            <a:r>
              <a:rPr lang="en-US" altLang="en-US" sz="2400" dirty="0">
                <a:latin typeface="+mj-lt"/>
                <a:ea typeface="Arial" panose="020B0604020202020204" pitchFamily="34" charset="0"/>
              </a:rPr>
              <a:t>Process receiving token sends back acknowledgement to neighbor.</a:t>
            </a:r>
          </a:p>
          <a:p>
            <a:pPr lvl="1">
              <a:lnSpc>
                <a:spcPct val="100000"/>
              </a:lnSpc>
              <a:spcBef>
                <a:spcPts val="200"/>
              </a:spcBef>
              <a:spcAft>
                <a:spcPts val="200"/>
              </a:spcAft>
              <a:buFont typeface="Wingdings" panose="05000000000000000000" pitchFamily="2" charset="2"/>
              <a:buChar char="§"/>
            </a:pPr>
            <a:r>
              <a:rPr lang="en-US" altLang="en-US" sz="2400" dirty="0">
                <a:latin typeface="+mj-lt"/>
                <a:ea typeface="Arial" panose="020B0604020202020204" pitchFamily="34" charset="0"/>
              </a:rPr>
              <a:t>When a process detects failure of neighbor, it removes failed process by skipping it &amp; passing token to process after it.</a:t>
            </a:r>
          </a:p>
          <a:p>
            <a:pPr lvl="1">
              <a:lnSpc>
                <a:spcPct val="100000"/>
              </a:lnSpc>
              <a:spcBef>
                <a:spcPts val="200"/>
              </a:spcBef>
              <a:spcAft>
                <a:spcPts val="200"/>
              </a:spcAft>
              <a:buFont typeface="Wingdings" panose="05000000000000000000" pitchFamily="2" charset="2"/>
              <a:buChar char="§"/>
            </a:pPr>
            <a:r>
              <a:rPr lang="en-IN" sz="2400" dirty="0">
                <a:latin typeface="+mj-lt"/>
                <a:ea typeface="Arial" panose="020B0604020202020204" pitchFamily="34" charset="0"/>
              </a:rPr>
              <a:t>When a process becomes alive after recovery, It informs the neighbour previous to it so that it gets the token during the next round of circulation.</a:t>
            </a:r>
          </a:p>
          <a:p>
            <a:pPr>
              <a:lnSpc>
                <a:spcPct val="100000"/>
              </a:lnSpc>
              <a:spcBef>
                <a:spcPts val="300"/>
              </a:spcBef>
              <a:spcAft>
                <a:spcPts val="300"/>
              </a:spcAft>
            </a:pPr>
            <a:r>
              <a:rPr lang="en-IN" b="1" dirty="0">
                <a:solidFill>
                  <a:schemeClr val="accent6"/>
                </a:solidFill>
                <a:latin typeface="+mj-lt"/>
                <a:ea typeface="MS PGothic" panose="020B0600070205080204" pitchFamily="34" charset="-128"/>
              </a:rPr>
              <a:t>Lost token: </a:t>
            </a:r>
            <a:r>
              <a:rPr lang="en-IN" dirty="0">
                <a:solidFill>
                  <a:srgbClr val="1D3064"/>
                </a:solidFill>
                <a:latin typeface="+mj-lt"/>
                <a:ea typeface="MS PGothic" panose="020B0600070205080204" pitchFamily="34" charset="-128"/>
              </a:rPr>
              <a:t>I</a:t>
            </a:r>
            <a:r>
              <a:rPr lang="en-IN" dirty="0" smtClean="0">
                <a:solidFill>
                  <a:srgbClr val="1D3064"/>
                </a:solidFill>
                <a:latin typeface="+mj-lt"/>
                <a:ea typeface="MS PGothic" panose="020B0600070205080204" pitchFamily="34" charset="-128"/>
              </a:rPr>
              <a:t>f </a:t>
            </a:r>
            <a:r>
              <a:rPr lang="en-IN" dirty="0">
                <a:solidFill>
                  <a:srgbClr val="1D3064"/>
                </a:solidFill>
                <a:latin typeface="+mj-lt"/>
                <a:ea typeface="MS PGothic" panose="020B0600070205080204" pitchFamily="34" charset="-128"/>
              </a:rPr>
              <a:t>the token is lost, a new token must be generated.</a:t>
            </a:r>
          </a:p>
          <a:p>
            <a:pPr lvl="1">
              <a:lnSpc>
                <a:spcPct val="100000"/>
              </a:lnSpc>
              <a:spcBef>
                <a:spcPts val="200"/>
              </a:spcBef>
              <a:spcAft>
                <a:spcPts val="200"/>
              </a:spcAft>
              <a:buFont typeface="Wingdings" panose="05000000000000000000" pitchFamily="2" charset="2"/>
              <a:buChar char="§"/>
            </a:pPr>
            <a:r>
              <a:rPr lang="en-US" altLang="en-US" sz="2400" dirty="0">
                <a:latin typeface="+mj-lt"/>
                <a:ea typeface="Arial" panose="020B0604020202020204" pitchFamily="34" charset="0"/>
              </a:rPr>
              <a:t>Must have mechanism to detect &amp; regenerate token.</a:t>
            </a:r>
          </a:p>
          <a:p>
            <a:pPr lvl="1">
              <a:lnSpc>
                <a:spcPct val="100000"/>
              </a:lnSpc>
              <a:spcBef>
                <a:spcPts val="200"/>
              </a:spcBef>
              <a:spcAft>
                <a:spcPts val="200"/>
              </a:spcAft>
              <a:buFont typeface="Wingdings" panose="05000000000000000000" pitchFamily="2" charset="2"/>
              <a:buChar char="§"/>
            </a:pPr>
            <a:r>
              <a:rPr lang="en-US" altLang="en-US" sz="2400" dirty="0">
                <a:latin typeface="+mj-lt"/>
                <a:ea typeface="Arial" panose="020B0604020202020204" pitchFamily="34" charset="0"/>
              </a:rPr>
              <a:t>Designate process as monitor. Monitor periodically circulates “who has token”.</a:t>
            </a:r>
          </a:p>
          <a:p>
            <a:pPr lvl="1">
              <a:lnSpc>
                <a:spcPct val="100000"/>
              </a:lnSpc>
              <a:spcBef>
                <a:spcPts val="200"/>
              </a:spcBef>
              <a:spcAft>
                <a:spcPts val="200"/>
              </a:spcAft>
              <a:buFont typeface="Wingdings" panose="05000000000000000000" pitchFamily="2" charset="2"/>
              <a:buChar char="§"/>
            </a:pPr>
            <a:r>
              <a:rPr lang="en-US" altLang="en-US" sz="2400" dirty="0">
                <a:latin typeface="+mj-lt"/>
                <a:ea typeface="Arial" panose="020B0604020202020204" pitchFamily="34" charset="0"/>
              </a:rPr>
              <a:t>Owner of token writes its process identifier in message &amp; passes on.</a:t>
            </a:r>
          </a:p>
          <a:p>
            <a:pPr lvl="1">
              <a:lnSpc>
                <a:spcPct val="100000"/>
              </a:lnSpc>
              <a:spcBef>
                <a:spcPts val="200"/>
              </a:spcBef>
              <a:spcAft>
                <a:spcPts val="200"/>
              </a:spcAft>
              <a:buFont typeface="Wingdings" panose="05000000000000000000" pitchFamily="2" charset="2"/>
              <a:buChar char="§"/>
            </a:pPr>
            <a:r>
              <a:rPr lang="en-US" altLang="en-US" sz="2400" dirty="0">
                <a:latin typeface="+mj-lt"/>
                <a:ea typeface="Arial" panose="020B0604020202020204" pitchFamily="34" charset="0"/>
              </a:rPr>
              <a:t>On receipt of message, monitor checks process identifier field. If empty generate new token &amp; passes it.</a:t>
            </a:r>
          </a:p>
          <a:p>
            <a:pPr lvl="1">
              <a:lnSpc>
                <a:spcPct val="100000"/>
              </a:lnSpc>
              <a:spcBef>
                <a:spcPts val="200"/>
              </a:spcBef>
              <a:spcAft>
                <a:spcPts val="200"/>
              </a:spcAft>
              <a:buFont typeface="Wingdings" panose="05000000000000000000" pitchFamily="2" charset="2"/>
              <a:buChar char="§"/>
            </a:pPr>
            <a:r>
              <a:rPr lang="en-US" altLang="en-US" sz="2400" dirty="0">
                <a:latin typeface="+mj-lt"/>
                <a:ea typeface="Arial" panose="020B0604020202020204" pitchFamily="34" charset="0"/>
              </a:rPr>
              <a:t>Multiple monitors can be used.</a:t>
            </a:r>
          </a:p>
        </p:txBody>
      </p:sp>
    </p:spTree>
    <p:extLst>
      <p:ext uri="{BB962C8B-B14F-4D97-AF65-F5344CB8AC3E}">
        <p14:creationId xmlns:p14="http://schemas.microsoft.com/office/powerpoint/2010/main" val="17484206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8">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8">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8">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8">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8">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8">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Comparison of Mutual Exclusion Algorithms</a:t>
            </a:r>
          </a:p>
        </p:txBody>
      </p:sp>
      <p:sp>
        <p:nvSpPr>
          <p:cNvPr id="5" name="AutoShape 3"/>
          <p:cNvSpPr>
            <a:spLocks noChangeAspect="1" noChangeArrowheads="1" noTextEdit="1"/>
          </p:cNvSpPr>
          <p:nvPr/>
        </p:nvSpPr>
        <p:spPr bwMode="auto">
          <a:xfrm>
            <a:off x="0" y="1216025"/>
            <a:ext cx="12192000" cy="442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26" name="Line 15"/>
          <p:cNvSpPr>
            <a:spLocks noChangeShapeType="1"/>
          </p:cNvSpPr>
          <p:nvPr/>
        </p:nvSpPr>
        <p:spPr bwMode="auto">
          <a:xfrm>
            <a:off x="2016125" y="1216025"/>
            <a:ext cx="0" cy="4306888"/>
          </a:xfrm>
          <a:prstGeom prst="line">
            <a:avLst/>
          </a:prstGeom>
          <a:noFill/>
          <a:ln w="12700">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a:p>
        </p:txBody>
      </p:sp>
      <p:sp>
        <p:nvSpPr>
          <p:cNvPr id="27" name="Line 16"/>
          <p:cNvSpPr>
            <a:spLocks noChangeShapeType="1"/>
          </p:cNvSpPr>
          <p:nvPr/>
        </p:nvSpPr>
        <p:spPr bwMode="auto">
          <a:xfrm>
            <a:off x="4957763" y="1216025"/>
            <a:ext cx="0" cy="4306888"/>
          </a:xfrm>
          <a:prstGeom prst="line">
            <a:avLst/>
          </a:prstGeom>
          <a:noFill/>
          <a:ln w="12700">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a:p>
        </p:txBody>
      </p:sp>
      <p:sp>
        <p:nvSpPr>
          <p:cNvPr id="28" name="Line 17"/>
          <p:cNvSpPr>
            <a:spLocks noChangeShapeType="1"/>
          </p:cNvSpPr>
          <p:nvPr/>
        </p:nvSpPr>
        <p:spPr bwMode="auto">
          <a:xfrm>
            <a:off x="8101013" y="1216025"/>
            <a:ext cx="0" cy="4306888"/>
          </a:xfrm>
          <a:prstGeom prst="line">
            <a:avLst/>
          </a:prstGeom>
          <a:noFill/>
          <a:ln w="12700">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2" name="Line 21"/>
          <p:cNvSpPr>
            <a:spLocks noChangeShapeType="1"/>
          </p:cNvSpPr>
          <p:nvPr/>
        </p:nvSpPr>
        <p:spPr bwMode="auto">
          <a:xfrm>
            <a:off x="6350" y="1216025"/>
            <a:ext cx="0" cy="4306888"/>
          </a:xfrm>
          <a:prstGeom prst="line">
            <a:avLst/>
          </a:prstGeom>
          <a:noFill/>
          <a:ln w="12700">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3" name="Line 22"/>
          <p:cNvSpPr>
            <a:spLocks noChangeShapeType="1"/>
          </p:cNvSpPr>
          <p:nvPr/>
        </p:nvSpPr>
        <p:spPr bwMode="auto">
          <a:xfrm>
            <a:off x="12055475" y="1216025"/>
            <a:ext cx="0" cy="4306888"/>
          </a:xfrm>
          <a:prstGeom prst="line">
            <a:avLst/>
          </a:prstGeom>
          <a:noFill/>
          <a:ln w="12700">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a:p>
        </p:txBody>
      </p:sp>
      <p:grpSp>
        <p:nvGrpSpPr>
          <p:cNvPr id="75" name="Group 74"/>
          <p:cNvGrpSpPr/>
          <p:nvPr/>
        </p:nvGrpSpPr>
        <p:grpSpPr>
          <a:xfrm>
            <a:off x="0" y="1222375"/>
            <a:ext cx="12060238" cy="1666875"/>
            <a:chOff x="0" y="1222375"/>
            <a:chExt cx="12060238" cy="1666875"/>
          </a:xfrm>
        </p:grpSpPr>
        <p:sp>
          <p:nvSpPr>
            <p:cNvPr id="16" name="Rectangle 5"/>
            <p:cNvSpPr>
              <a:spLocks noChangeArrowheads="1"/>
            </p:cNvSpPr>
            <p:nvPr/>
          </p:nvSpPr>
          <p:spPr bwMode="auto">
            <a:xfrm>
              <a:off x="6350" y="1222375"/>
              <a:ext cx="2009775" cy="1666875"/>
            </a:xfrm>
            <a:prstGeom prst="rect">
              <a:avLst/>
            </a:prstGeom>
            <a:solidFill>
              <a:srgbClr val="1D306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7" name="Rectangle 6"/>
            <p:cNvSpPr>
              <a:spLocks noChangeArrowheads="1"/>
            </p:cNvSpPr>
            <p:nvPr/>
          </p:nvSpPr>
          <p:spPr bwMode="auto">
            <a:xfrm>
              <a:off x="2016125" y="1222375"/>
              <a:ext cx="2941638" cy="1666875"/>
            </a:xfrm>
            <a:prstGeom prst="rect">
              <a:avLst/>
            </a:prstGeom>
            <a:solidFill>
              <a:srgbClr val="1D306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8" name="Rectangle 7"/>
            <p:cNvSpPr>
              <a:spLocks noChangeArrowheads="1"/>
            </p:cNvSpPr>
            <p:nvPr/>
          </p:nvSpPr>
          <p:spPr bwMode="auto">
            <a:xfrm>
              <a:off x="4957763" y="1222375"/>
              <a:ext cx="3143250" cy="1666875"/>
            </a:xfrm>
            <a:prstGeom prst="rect">
              <a:avLst/>
            </a:prstGeom>
            <a:solidFill>
              <a:srgbClr val="1D306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9" name="Rectangle 8"/>
            <p:cNvSpPr>
              <a:spLocks noChangeArrowheads="1"/>
            </p:cNvSpPr>
            <p:nvPr/>
          </p:nvSpPr>
          <p:spPr bwMode="auto">
            <a:xfrm>
              <a:off x="8101013" y="1222375"/>
              <a:ext cx="3954463" cy="1666875"/>
            </a:xfrm>
            <a:prstGeom prst="rect">
              <a:avLst/>
            </a:prstGeom>
            <a:solidFill>
              <a:srgbClr val="1D306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29" name="Line 18"/>
            <p:cNvSpPr>
              <a:spLocks noChangeShapeType="1"/>
            </p:cNvSpPr>
            <p:nvPr/>
          </p:nvSpPr>
          <p:spPr bwMode="auto">
            <a:xfrm>
              <a:off x="0" y="2889250"/>
              <a:ext cx="12060238" cy="0"/>
            </a:xfrm>
            <a:prstGeom prst="line">
              <a:avLst/>
            </a:prstGeom>
            <a:noFill/>
            <a:ln w="38100">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4" name="Line 23"/>
            <p:cNvSpPr>
              <a:spLocks noChangeShapeType="1"/>
            </p:cNvSpPr>
            <p:nvPr/>
          </p:nvSpPr>
          <p:spPr bwMode="auto">
            <a:xfrm>
              <a:off x="0" y="1222375"/>
              <a:ext cx="12060238" cy="0"/>
            </a:xfrm>
            <a:prstGeom prst="line">
              <a:avLst/>
            </a:prstGeom>
            <a:noFill/>
            <a:ln w="12700">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6" name="Rectangle 25"/>
            <p:cNvSpPr>
              <a:spLocks noChangeArrowheads="1"/>
            </p:cNvSpPr>
            <p:nvPr/>
          </p:nvSpPr>
          <p:spPr bwMode="auto">
            <a:xfrm>
              <a:off x="406400" y="1873250"/>
              <a:ext cx="1365250"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smtClean="0">
                  <a:ln>
                    <a:noFill/>
                  </a:ln>
                  <a:solidFill>
                    <a:srgbClr val="FFFFFF"/>
                  </a:solidFill>
                  <a:effectLst/>
                  <a:latin typeface="Roboto Condensed" panose="02000000000000000000" pitchFamily="2" charset="0"/>
                </a:rPr>
                <a:t>Algorithm</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37" name="Rectangle 26"/>
            <p:cNvSpPr>
              <a:spLocks noChangeArrowheads="1"/>
            </p:cNvSpPr>
            <p:nvPr/>
          </p:nvSpPr>
          <p:spPr bwMode="auto">
            <a:xfrm>
              <a:off x="2193925" y="1325563"/>
              <a:ext cx="2809875"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smtClean="0">
                  <a:ln>
                    <a:noFill/>
                  </a:ln>
                  <a:solidFill>
                    <a:srgbClr val="FFFFFF"/>
                  </a:solidFill>
                  <a:effectLst/>
                  <a:latin typeface="Roboto Condensed" panose="02000000000000000000" pitchFamily="2" charset="0"/>
                </a:rPr>
                <a:t>Number of messages </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38" name="Rectangle 27"/>
            <p:cNvSpPr>
              <a:spLocks noChangeArrowheads="1"/>
            </p:cNvSpPr>
            <p:nvPr/>
          </p:nvSpPr>
          <p:spPr bwMode="auto">
            <a:xfrm>
              <a:off x="2139950" y="1690688"/>
              <a:ext cx="2922588"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smtClean="0">
                  <a:ln>
                    <a:noFill/>
                  </a:ln>
                  <a:solidFill>
                    <a:srgbClr val="FFFFFF"/>
                  </a:solidFill>
                  <a:effectLst/>
                  <a:latin typeface="Roboto Condensed" panose="02000000000000000000" pitchFamily="2" charset="0"/>
                </a:rPr>
                <a:t>required for a process </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39" name="Rectangle 28"/>
            <p:cNvSpPr>
              <a:spLocks noChangeArrowheads="1"/>
            </p:cNvSpPr>
            <p:nvPr/>
          </p:nvSpPr>
          <p:spPr bwMode="auto">
            <a:xfrm>
              <a:off x="2166938" y="2055813"/>
              <a:ext cx="2870200"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smtClean="0">
                  <a:ln>
                    <a:noFill/>
                  </a:ln>
                  <a:solidFill>
                    <a:srgbClr val="FFFFFF"/>
                  </a:solidFill>
                  <a:effectLst/>
                  <a:latin typeface="Roboto Condensed" panose="02000000000000000000" pitchFamily="2" charset="0"/>
                </a:rPr>
                <a:t>to access and release </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40" name="Rectangle 29"/>
            <p:cNvSpPr>
              <a:spLocks noChangeArrowheads="1"/>
            </p:cNvSpPr>
            <p:nvPr/>
          </p:nvSpPr>
          <p:spPr bwMode="auto">
            <a:xfrm>
              <a:off x="2270125" y="2422525"/>
              <a:ext cx="2589213"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smtClean="0">
                  <a:ln>
                    <a:noFill/>
                  </a:ln>
                  <a:solidFill>
                    <a:srgbClr val="FFFFFF"/>
                  </a:solidFill>
                  <a:effectLst/>
                  <a:latin typeface="Roboto Condensed" panose="02000000000000000000" pitchFamily="2" charset="0"/>
                </a:rPr>
                <a:t>the shared resource</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41" name="Rectangle 30"/>
            <p:cNvSpPr>
              <a:spLocks noChangeArrowheads="1"/>
            </p:cNvSpPr>
            <p:nvPr/>
          </p:nvSpPr>
          <p:spPr bwMode="auto">
            <a:xfrm>
              <a:off x="5135563" y="1508125"/>
              <a:ext cx="3019425"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smtClean="0">
                  <a:ln>
                    <a:noFill/>
                  </a:ln>
                  <a:solidFill>
                    <a:srgbClr val="FFFFFF"/>
                  </a:solidFill>
                  <a:effectLst/>
                  <a:latin typeface="Roboto Condensed" panose="02000000000000000000" pitchFamily="2" charset="0"/>
                </a:rPr>
                <a:t>Delay before a process </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42" name="Rectangle 31"/>
            <p:cNvSpPr>
              <a:spLocks noChangeArrowheads="1"/>
            </p:cNvSpPr>
            <p:nvPr/>
          </p:nvSpPr>
          <p:spPr bwMode="auto">
            <a:xfrm>
              <a:off x="5054600" y="1873250"/>
              <a:ext cx="3179763"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smtClean="0">
                  <a:ln>
                    <a:noFill/>
                  </a:ln>
                  <a:solidFill>
                    <a:srgbClr val="FFFFFF"/>
                  </a:solidFill>
                  <a:effectLst/>
                  <a:latin typeface="Roboto Condensed" panose="02000000000000000000" pitchFamily="2" charset="0"/>
                </a:rPr>
                <a:t>can access the resource </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43" name="Rectangle 32"/>
            <p:cNvSpPr>
              <a:spLocks noChangeArrowheads="1"/>
            </p:cNvSpPr>
            <p:nvPr/>
          </p:nvSpPr>
          <p:spPr bwMode="auto">
            <a:xfrm>
              <a:off x="5364163" y="2239963"/>
              <a:ext cx="2492375"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smtClean="0">
                  <a:ln>
                    <a:noFill/>
                  </a:ln>
                  <a:solidFill>
                    <a:srgbClr val="FFFFFF"/>
                  </a:solidFill>
                  <a:effectLst/>
                  <a:latin typeface="Roboto Condensed" panose="02000000000000000000" pitchFamily="2" charset="0"/>
                </a:rPr>
                <a:t>(in message times)</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44" name="Rectangle 33"/>
            <p:cNvSpPr>
              <a:spLocks noChangeArrowheads="1"/>
            </p:cNvSpPr>
            <p:nvPr/>
          </p:nvSpPr>
          <p:spPr bwMode="auto">
            <a:xfrm>
              <a:off x="9496425" y="1873250"/>
              <a:ext cx="1320800"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smtClean="0">
                  <a:ln>
                    <a:noFill/>
                  </a:ln>
                  <a:solidFill>
                    <a:srgbClr val="FFFFFF"/>
                  </a:solidFill>
                  <a:effectLst/>
                  <a:latin typeface="Roboto Condensed" panose="02000000000000000000" pitchFamily="2" charset="0"/>
                </a:rPr>
                <a:t>Problems</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grpSp>
      <p:grpSp>
        <p:nvGrpSpPr>
          <p:cNvPr id="76" name="Group 75"/>
          <p:cNvGrpSpPr/>
          <p:nvPr/>
        </p:nvGrpSpPr>
        <p:grpSpPr>
          <a:xfrm>
            <a:off x="0" y="2889250"/>
            <a:ext cx="12060238" cy="674688"/>
            <a:chOff x="0" y="2889250"/>
            <a:chExt cx="12060238" cy="674688"/>
          </a:xfrm>
        </p:grpSpPr>
        <p:sp>
          <p:nvSpPr>
            <p:cNvPr id="20" name="Rectangle 9"/>
            <p:cNvSpPr>
              <a:spLocks noChangeArrowheads="1"/>
            </p:cNvSpPr>
            <p:nvPr/>
          </p:nvSpPr>
          <p:spPr bwMode="auto">
            <a:xfrm>
              <a:off x="6350" y="2889250"/>
              <a:ext cx="2009775" cy="674688"/>
            </a:xfrm>
            <a:prstGeom prst="rect">
              <a:avLst/>
            </a:prstGeom>
            <a:solidFill>
              <a:srgbClr val="1D306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30" name="Line 19"/>
            <p:cNvSpPr>
              <a:spLocks noChangeShapeType="1"/>
            </p:cNvSpPr>
            <p:nvPr/>
          </p:nvSpPr>
          <p:spPr bwMode="auto">
            <a:xfrm>
              <a:off x="0" y="3563938"/>
              <a:ext cx="12060238" cy="0"/>
            </a:xfrm>
            <a:prstGeom prst="line">
              <a:avLst/>
            </a:prstGeom>
            <a:noFill/>
            <a:ln w="12700">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a:p>
          </p:txBody>
        </p:sp>
        <p:sp>
          <p:nvSpPr>
            <p:cNvPr id="45" name="Rectangle 34"/>
            <p:cNvSpPr>
              <a:spLocks noChangeArrowheads="1"/>
            </p:cNvSpPr>
            <p:nvPr/>
          </p:nvSpPr>
          <p:spPr bwMode="auto">
            <a:xfrm>
              <a:off x="98425" y="3044825"/>
              <a:ext cx="1550988"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smtClean="0">
                  <a:ln>
                    <a:noFill/>
                  </a:ln>
                  <a:solidFill>
                    <a:srgbClr val="FFFFFF"/>
                  </a:solidFill>
                  <a:effectLst/>
                  <a:latin typeface="Roboto Condensed" panose="02000000000000000000" pitchFamily="2" charset="0"/>
                </a:rPr>
                <a:t>Centralized</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49" name="Rectangle 38"/>
            <p:cNvSpPr>
              <a:spLocks noChangeArrowheads="1"/>
            </p:cNvSpPr>
            <p:nvPr/>
          </p:nvSpPr>
          <p:spPr bwMode="auto">
            <a:xfrm>
              <a:off x="6727825" y="2898775"/>
              <a:ext cx="303213"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smtClean="0">
                  <a:ln>
                    <a:noFill/>
                  </a:ln>
                  <a:solidFill>
                    <a:srgbClr val="212121"/>
                  </a:solidFill>
                  <a:effectLst/>
                  <a:latin typeface="Roboto Condensed" panose="02000000000000000000" pitchFamily="2" charset="0"/>
                </a:rPr>
                <a:t>2</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50" name="Rectangle 39"/>
            <p:cNvSpPr>
              <a:spLocks noChangeArrowheads="1"/>
            </p:cNvSpPr>
            <p:nvPr/>
          </p:nvSpPr>
          <p:spPr bwMode="auto">
            <a:xfrm>
              <a:off x="3400425" y="2924175"/>
              <a:ext cx="303213"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smtClean="0">
                  <a:ln>
                    <a:noFill/>
                  </a:ln>
                  <a:solidFill>
                    <a:srgbClr val="212121"/>
                  </a:solidFill>
                  <a:effectLst/>
                  <a:latin typeface="Roboto Condensed" panose="02000000000000000000" pitchFamily="2" charset="0"/>
                </a:rPr>
                <a:t>3</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51" name="Rectangle 40"/>
            <p:cNvSpPr>
              <a:spLocks noChangeArrowheads="1"/>
            </p:cNvSpPr>
            <p:nvPr/>
          </p:nvSpPr>
          <p:spPr bwMode="auto">
            <a:xfrm>
              <a:off x="8170863" y="2942317"/>
              <a:ext cx="254000"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smtClean="0">
                  <a:ln>
                    <a:noFill/>
                  </a:ln>
                  <a:solidFill>
                    <a:srgbClr val="212121"/>
                  </a:solidFill>
                  <a:effectLst/>
                  <a:latin typeface="Roboto Condensed" panose="02000000000000000000" pitchFamily="2" charset="0"/>
                </a:rPr>
                <a:t>•</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52" name="Rectangle 41"/>
            <p:cNvSpPr>
              <a:spLocks noChangeArrowheads="1"/>
            </p:cNvSpPr>
            <p:nvPr/>
          </p:nvSpPr>
          <p:spPr bwMode="auto">
            <a:xfrm>
              <a:off x="8456613" y="2942317"/>
              <a:ext cx="2590800"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smtClean="0">
                  <a:ln>
                    <a:noFill/>
                  </a:ln>
                  <a:solidFill>
                    <a:srgbClr val="212121"/>
                  </a:solidFill>
                  <a:effectLst/>
                  <a:latin typeface="Roboto Condensed" panose="02000000000000000000" pitchFamily="2" charset="0"/>
                </a:rPr>
                <a:t>Coordinator crashes</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grpSp>
      <p:grpSp>
        <p:nvGrpSpPr>
          <p:cNvPr id="77" name="Group 76"/>
          <p:cNvGrpSpPr/>
          <p:nvPr/>
        </p:nvGrpSpPr>
        <p:grpSpPr>
          <a:xfrm>
            <a:off x="0" y="3563938"/>
            <a:ext cx="12060238" cy="976313"/>
            <a:chOff x="0" y="3563938"/>
            <a:chExt cx="12060238" cy="976313"/>
          </a:xfrm>
        </p:grpSpPr>
        <p:sp>
          <p:nvSpPr>
            <p:cNvPr id="21" name="Rectangle 10"/>
            <p:cNvSpPr>
              <a:spLocks noChangeArrowheads="1"/>
            </p:cNvSpPr>
            <p:nvPr/>
          </p:nvSpPr>
          <p:spPr bwMode="auto">
            <a:xfrm>
              <a:off x="6350" y="3563938"/>
              <a:ext cx="2009775" cy="976313"/>
            </a:xfrm>
            <a:prstGeom prst="rect">
              <a:avLst/>
            </a:prstGeom>
            <a:solidFill>
              <a:srgbClr val="1D306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22" name="Rectangle 11"/>
            <p:cNvSpPr>
              <a:spLocks noChangeArrowheads="1"/>
            </p:cNvSpPr>
            <p:nvPr/>
          </p:nvSpPr>
          <p:spPr bwMode="auto">
            <a:xfrm>
              <a:off x="2016125" y="3563938"/>
              <a:ext cx="2941638" cy="976313"/>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23" name="Rectangle 12"/>
            <p:cNvSpPr>
              <a:spLocks noChangeArrowheads="1"/>
            </p:cNvSpPr>
            <p:nvPr/>
          </p:nvSpPr>
          <p:spPr bwMode="auto">
            <a:xfrm>
              <a:off x="4957763" y="3563938"/>
              <a:ext cx="3143250" cy="976313"/>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24" name="Rectangle 13"/>
            <p:cNvSpPr>
              <a:spLocks noChangeArrowheads="1"/>
            </p:cNvSpPr>
            <p:nvPr/>
          </p:nvSpPr>
          <p:spPr bwMode="auto">
            <a:xfrm>
              <a:off x="8101013" y="3563938"/>
              <a:ext cx="3954463" cy="976313"/>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31" name="Line 20"/>
            <p:cNvSpPr>
              <a:spLocks noChangeShapeType="1"/>
            </p:cNvSpPr>
            <p:nvPr/>
          </p:nvSpPr>
          <p:spPr bwMode="auto">
            <a:xfrm>
              <a:off x="0" y="4540250"/>
              <a:ext cx="12060238" cy="0"/>
            </a:xfrm>
            <a:prstGeom prst="line">
              <a:avLst/>
            </a:prstGeom>
            <a:noFill/>
            <a:ln w="12700">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a:p>
          </p:txBody>
        </p:sp>
        <p:sp>
          <p:nvSpPr>
            <p:cNvPr id="46" name="Rectangle 35"/>
            <p:cNvSpPr>
              <a:spLocks noChangeArrowheads="1"/>
            </p:cNvSpPr>
            <p:nvPr/>
          </p:nvSpPr>
          <p:spPr bwMode="auto">
            <a:xfrm>
              <a:off x="98425" y="3871913"/>
              <a:ext cx="1836738"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smtClean="0">
                  <a:ln>
                    <a:noFill/>
                  </a:ln>
                  <a:solidFill>
                    <a:srgbClr val="FFFFFF"/>
                  </a:solidFill>
                  <a:effectLst/>
                  <a:latin typeface="Roboto Condensed" panose="02000000000000000000" pitchFamily="2" charset="0"/>
                </a:rPr>
                <a:t>Decentralized</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53" name="Rectangle 42"/>
            <p:cNvSpPr>
              <a:spLocks noChangeArrowheads="1"/>
            </p:cNvSpPr>
            <p:nvPr/>
          </p:nvSpPr>
          <p:spPr bwMode="auto">
            <a:xfrm>
              <a:off x="6392863" y="3798887"/>
              <a:ext cx="547688"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smtClean="0">
                  <a:ln>
                    <a:noFill/>
                  </a:ln>
                  <a:solidFill>
                    <a:srgbClr val="212121"/>
                  </a:solidFill>
                  <a:effectLst/>
                  <a:latin typeface="Roboto Condensed" panose="02000000000000000000" pitchFamily="2" charset="0"/>
                </a:rPr>
                <a:t>2(n</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54" name="Rectangle 43"/>
            <p:cNvSpPr>
              <a:spLocks noChangeArrowheads="1"/>
            </p:cNvSpPr>
            <p:nvPr/>
          </p:nvSpPr>
          <p:spPr bwMode="auto">
            <a:xfrm>
              <a:off x="6816725" y="3787777"/>
              <a:ext cx="228600"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smtClean="0">
                  <a:ln>
                    <a:noFill/>
                  </a:ln>
                  <a:solidFill>
                    <a:srgbClr val="212121"/>
                  </a:solidFill>
                  <a:effectLst/>
                  <a:latin typeface="Roboto Condensed" panose="02000000000000000000" pitchFamily="2" charset="0"/>
                </a:rPr>
                <a:t>-</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55" name="Rectangle 44"/>
            <p:cNvSpPr>
              <a:spLocks noChangeArrowheads="1"/>
            </p:cNvSpPr>
            <p:nvPr/>
          </p:nvSpPr>
          <p:spPr bwMode="auto">
            <a:xfrm>
              <a:off x="6862763" y="3798887"/>
              <a:ext cx="400050"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smtClean="0">
                  <a:ln>
                    <a:noFill/>
                  </a:ln>
                  <a:solidFill>
                    <a:srgbClr val="212121"/>
                  </a:solidFill>
                  <a:effectLst/>
                  <a:latin typeface="Roboto Condensed" panose="02000000000000000000" pitchFamily="2" charset="0"/>
                </a:rPr>
                <a:t>1)</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56" name="Rectangle 45"/>
            <p:cNvSpPr>
              <a:spLocks noChangeArrowheads="1"/>
            </p:cNvSpPr>
            <p:nvPr/>
          </p:nvSpPr>
          <p:spPr bwMode="auto">
            <a:xfrm>
              <a:off x="3233738" y="3819530"/>
              <a:ext cx="547688"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smtClean="0">
                  <a:ln>
                    <a:noFill/>
                  </a:ln>
                  <a:solidFill>
                    <a:srgbClr val="212121"/>
                  </a:solidFill>
                  <a:effectLst/>
                  <a:latin typeface="Roboto Condensed" panose="02000000000000000000" pitchFamily="2" charset="0"/>
                </a:rPr>
                <a:t>2(n</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57" name="Rectangle 46"/>
            <p:cNvSpPr>
              <a:spLocks noChangeArrowheads="1"/>
            </p:cNvSpPr>
            <p:nvPr/>
          </p:nvSpPr>
          <p:spPr bwMode="auto">
            <a:xfrm>
              <a:off x="3641727" y="3831431"/>
              <a:ext cx="228600"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smtClean="0">
                  <a:ln>
                    <a:noFill/>
                  </a:ln>
                  <a:solidFill>
                    <a:srgbClr val="212121"/>
                  </a:solidFill>
                  <a:effectLst/>
                  <a:latin typeface="Roboto Condensed" panose="02000000000000000000" pitchFamily="2" charset="0"/>
                </a:rPr>
                <a:t>-</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58" name="Rectangle 47"/>
            <p:cNvSpPr>
              <a:spLocks noChangeArrowheads="1"/>
            </p:cNvSpPr>
            <p:nvPr/>
          </p:nvSpPr>
          <p:spPr bwMode="auto">
            <a:xfrm>
              <a:off x="3703638" y="3819530"/>
              <a:ext cx="400050"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smtClean="0">
                  <a:ln>
                    <a:noFill/>
                  </a:ln>
                  <a:solidFill>
                    <a:srgbClr val="212121"/>
                  </a:solidFill>
                  <a:effectLst/>
                  <a:latin typeface="Roboto Condensed" panose="02000000000000000000" pitchFamily="2" charset="0"/>
                </a:rPr>
                <a:t>1)</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59" name="Rectangle 48"/>
            <p:cNvSpPr>
              <a:spLocks noChangeArrowheads="1"/>
            </p:cNvSpPr>
            <p:nvPr/>
          </p:nvSpPr>
          <p:spPr bwMode="auto">
            <a:xfrm>
              <a:off x="8170863" y="3590244"/>
              <a:ext cx="254000"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smtClean="0">
                  <a:ln>
                    <a:noFill/>
                  </a:ln>
                  <a:solidFill>
                    <a:srgbClr val="212121"/>
                  </a:solidFill>
                  <a:effectLst/>
                  <a:latin typeface="Roboto Condensed" panose="02000000000000000000" pitchFamily="2" charset="0"/>
                </a:rPr>
                <a:t>•</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60" name="Rectangle 49"/>
            <p:cNvSpPr>
              <a:spLocks noChangeArrowheads="1"/>
            </p:cNvSpPr>
            <p:nvPr/>
          </p:nvSpPr>
          <p:spPr bwMode="auto">
            <a:xfrm>
              <a:off x="8456613" y="3590244"/>
              <a:ext cx="2686050"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smtClean="0">
                  <a:ln>
                    <a:noFill/>
                  </a:ln>
                  <a:solidFill>
                    <a:srgbClr val="212121"/>
                  </a:solidFill>
                  <a:effectLst/>
                  <a:latin typeface="Roboto Condensed" panose="02000000000000000000" pitchFamily="2" charset="0"/>
                </a:rPr>
                <a:t>Crash of any process</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61" name="Rectangle 50"/>
            <p:cNvSpPr>
              <a:spLocks noChangeArrowheads="1"/>
            </p:cNvSpPr>
            <p:nvPr/>
          </p:nvSpPr>
          <p:spPr bwMode="auto">
            <a:xfrm>
              <a:off x="8170863" y="3955369"/>
              <a:ext cx="254000"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smtClean="0">
                  <a:ln>
                    <a:noFill/>
                  </a:ln>
                  <a:solidFill>
                    <a:srgbClr val="212121"/>
                  </a:solidFill>
                  <a:effectLst/>
                  <a:latin typeface="Roboto Condensed" panose="02000000000000000000" pitchFamily="2" charset="0"/>
                </a:rPr>
                <a:t>•</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62" name="Rectangle 51"/>
            <p:cNvSpPr>
              <a:spLocks noChangeArrowheads="1"/>
            </p:cNvSpPr>
            <p:nvPr/>
          </p:nvSpPr>
          <p:spPr bwMode="auto">
            <a:xfrm>
              <a:off x="8456613" y="3940855"/>
              <a:ext cx="900113"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smtClean="0">
                  <a:ln>
                    <a:noFill/>
                  </a:ln>
                  <a:solidFill>
                    <a:srgbClr val="212121"/>
                  </a:solidFill>
                  <a:effectLst/>
                  <a:latin typeface="Roboto Condensed" panose="02000000000000000000" pitchFamily="2" charset="0"/>
                </a:rPr>
                <a:t>Large </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63" name="Rectangle 52"/>
            <p:cNvSpPr>
              <a:spLocks noChangeArrowheads="1"/>
            </p:cNvSpPr>
            <p:nvPr/>
          </p:nvSpPr>
          <p:spPr bwMode="auto">
            <a:xfrm>
              <a:off x="9204325" y="3955369"/>
              <a:ext cx="2679700"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smtClean="0">
                  <a:ln>
                    <a:noFill/>
                  </a:ln>
                  <a:solidFill>
                    <a:srgbClr val="212121"/>
                  </a:solidFill>
                  <a:effectLst/>
                  <a:latin typeface="Roboto Condensed" panose="02000000000000000000" pitchFamily="2" charset="0"/>
                </a:rPr>
                <a:t>number of messages</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grpSp>
      <p:grpSp>
        <p:nvGrpSpPr>
          <p:cNvPr id="78" name="Group 77"/>
          <p:cNvGrpSpPr/>
          <p:nvPr/>
        </p:nvGrpSpPr>
        <p:grpSpPr>
          <a:xfrm>
            <a:off x="0" y="4507590"/>
            <a:ext cx="12163426" cy="1173163"/>
            <a:chOff x="0" y="4507590"/>
            <a:chExt cx="12163426" cy="1173163"/>
          </a:xfrm>
        </p:grpSpPr>
        <p:sp>
          <p:nvSpPr>
            <p:cNvPr id="25" name="Rectangle 14"/>
            <p:cNvSpPr>
              <a:spLocks noChangeArrowheads="1"/>
            </p:cNvSpPr>
            <p:nvPr/>
          </p:nvSpPr>
          <p:spPr bwMode="auto">
            <a:xfrm>
              <a:off x="6350" y="4540250"/>
              <a:ext cx="2009775" cy="974725"/>
            </a:xfrm>
            <a:prstGeom prst="rect">
              <a:avLst/>
            </a:prstGeom>
            <a:solidFill>
              <a:srgbClr val="1D306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35" name="Line 24"/>
            <p:cNvSpPr>
              <a:spLocks noChangeShapeType="1"/>
            </p:cNvSpPr>
            <p:nvPr/>
          </p:nvSpPr>
          <p:spPr bwMode="auto">
            <a:xfrm>
              <a:off x="0" y="5514975"/>
              <a:ext cx="12060238" cy="0"/>
            </a:xfrm>
            <a:prstGeom prst="line">
              <a:avLst/>
            </a:prstGeom>
            <a:noFill/>
            <a:ln w="12700">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a:p>
          </p:txBody>
        </p:sp>
        <p:sp>
          <p:nvSpPr>
            <p:cNvPr id="47" name="Rectangle 36"/>
            <p:cNvSpPr>
              <a:spLocks noChangeArrowheads="1"/>
            </p:cNvSpPr>
            <p:nvPr/>
          </p:nvSpPr>
          <p:spPr bwMode="auto">
            <a:xfrm>
              <a:off x="98425" y="4846638"/>
              <a:ext cx="987425"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smtClean="0">
                  <a:ln>
                    <a:noFill/>
                  </a:ln>
                  <a:solidFill>
                    <a:srgbClr val="FFFFFF"/>
                  </a:solidFill>
                  <a:effectLst/>
                  <a:latin typeface="Roboto Condensed" panose="02000000000000000000" pitchFamily="2" charset="0"/>
                </a:rPr>
                <a:t>Token </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48" name="Rectangle 37"/>
            <p:cNvSpPr>
              <a:spLocks noChangeArrowheads="1"/>
            </p:cNvSpPr>
            <p:nvPr/>
          </p:nvSpPr>
          <p:spPr bwMode="auto">
            <a:xfrm>
              <a:off x="930275" y="4846638"/>
              <a:ext cx="704850"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smtClean="0">
                  <a:ln>
                    <a:noFill/>
                  </a:ln>
                  <a:solidFill>
                    <a:srgbClr val="FFFFFF"/>
                  </a:solidFill>
                  <a:effectLst/>
                  <a:latin typeface="Roboto Condensed" panose="02000000000000000000" pitchFamily="2" charset="0"/>
                </a:rPr>
                <a:t>Ring</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64" name="Rectangle 53"/>
            <p:cNvSpPr>
              <a:spLocks noChangeArrowheads="1"/>
            </p:cNvSpPr>
            <p:nvPr/>
          </p:nvSpPr>
          <p:spPr bwMode="auto">
            <a:xfrm>
              <a:off x="6226175" y="4859337"/>
              <a:ext cx="303213"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smtClean="0">
                  <a:ln>
                    <a:noFill/>
                  </a:ln>
                  <a:solidFill>
                    <a:srgbClr val="212121"/>
                  </a:solidFill>
                  <a:effectLst/>
                  <a:latin typeface="Roboto Condensed" panose="02000000000000000000" pitchFamily="2" charset="0"/>
                </a:rPr>
                <a:t>0</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65" name="Rectangle 54"/>
            <p:cNvSpPr>
              <a:spLocks noChangeArrowheads="1"/>
            </p:cNvSpPr>
            <p:nvPr/>
          </p:nvSpPr>
          <p:spPr bwMode="auto">
            <a:xfrm>
              <a:off x="6446838" y="4859337"/>
              <a:ext cx="465138"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smtClean="0">
                  <a:ln>
                    <a:noFill/>
                  </a:ln>
                  <a:solidFill>
                    <a:srgbClr val="212121"/>
                  </a:solidFill>
                  <a:effectLst/>
                  <a:latin typeface="Roboto Condensed" panose="02000000000000000000" pitchFamily="2" charset="0"/>
                </a:rPr>
                <a:t>to </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66" name="Rectangle 55"/>
            <p:cNvSpPr>
              <a:spLocks noChangeArrowheads="1"/>
            </p:cNvSpPr>
            <p:nvPr/>
          </p:nvSpPr>
          <p:spPr bwMode="auto">
            <a:xfrm>
              <a:off x="6759575" y="4845049"/>
              <a:ext cx="396875"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smtClean="0">
                  <a:ln>
                    <a:noFill/>
                  </a:ln>
                  <a:solidFill>
                    <a:srgbClr val="212121"/>
                  </a:solidFill>
                  <a:effectLst/>
                  <a:latin typeface="Roboto Condensed" panose="02000000000000000000" pitchFamily="2" charset="0"/>
                </a:rPr>
                <a:t>(n</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67" name="Rectangle 56"/>
            <p:cNvSpPr>
              <a:spLocks noChangeArrowheads="1"/>
            </p:cNvSpPr>
            <p:nvPr/>
          </p:nvSpPr>
          <p:spPr bwMode="auto">
            <a:xfrm>
              <a:off x="7004050" y="4845049"/>
              <a:ext cx="228600"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smtClean="0">
                  <a:ln>
                    <a:noFill/>
                  </a:ln>
                  <a:solidFill>
                    <a:srgbClr val="212121"/>
                  </a:solidFill>
                  <a:effectLst/>
                  <a:latin typeface="Roboto Condensed" panose="02000000000000000000" pitchFamily="2" charset="0"/>
                </a:rPr>
                <a:t>-</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68" name="Rectangle 57"/>
            <p:cNvSpPr>
              <a:spLocks noChangeArrowheads="1"/>
            </p:cNvSpPr>
            <p:nvPr/>
          </p:nvSpPr>
          <p:spPr bwMode="auto">
            <a:xfrm>
              <a:off x="7080250" y="4859337"/>
              <a:ext cx="471488"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smtClean="0">
                  <a:ln>
                    <a:noFill/>
                  </a:ln>
                  <a:solidFill>
                    <a:srgbClr val="212121"/>
                  </a:solidFill>
                  <a:effectLst/>
                  <a:latin typeface="Roboto Condensed" panose="02000000000000000000" pitchFamily="2" charset="0"/>
                </a:rPr>
                <a:t>1) </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69" name="Rectangle 58"/>
            <p:cNvSpPr>
              <a:spLocks noChangeArrowheads="1"/>
            </p:cNvSpPr>
            <p:nvPr/>
          </p:nvSpPr>
          <p:spPr bwMode="auto">
            <a:xfrm>
              <a:off x="3160714" y="4831324"/>
              <a:ext cx="80791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smtClean="0">
                  <a:ln>
                    <a:noFill/>
                  </a:ln>
                  <a:solidFill>
                    <a:srgbClr val="212121"/>
                  </a:solidFill>
                  <a:effectLst/>
                  <a:latin typeface="Roboto Condensed" panose="02000000000000000000" pitchFamily="2" charset="0"/>
                </a:rPr>
                <a:t>1 to ∞</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70" name="Rectangle 59"/>
            <p:cNvSpPr>
              <a:spLocks noChangeArrowheads="1"/>
            </p:cNvSpPr>
            <p:nvPr/>
          </p:nvSpPr>
          <p:spPr bwMode="auto">
            <a:xfrm>
              <a:off x="8170863" y="4507590"/>
              <a:ext cx="254000"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smtClean="0">
                  <a:ln>
                    <a:noFill/>
                  </a:ln>
                  <a:solidFill>
                    <a:srgbClr val="212121"/>
                  </a:solidFill>
                  <a:effectLst/>
                  <a:latin typeface="Roboto Condensed" panose="02000000000000000000" pitchFamily="2" charset="0"/>
                </a:rPr>
                <a:t>•</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71" name="Rectangle 60"/>
            <p:cNvSpPr>
              <a:spLocks noChangeArrowheads="1"/>
            </p:cNvSpPr>
            <p:nvPr/>
          </p:nvSpPr>
          <p:spPr bwMode="auto">
            <a:xfrm>
              <a:off x="8456613" y="4507590"/>
              <a:ext cx="2347913"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smtClean="0">
                  <a:ln>
                    <a:noFill/>
                  </a:ln>
                  <a:solidFill>
                    <a:srgbClr val="212121"/>
                  </a:solidFill>
                  <a:effectLst/>
                  <a:latin typeface="Roboto Condensed" panose="02000000000000000000" pitchFamily="2" charset="0"/>
                </a:rPr>
                <a:t>Token may be lost</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72" name="Rectangle 61"/>
            <p:cNvSpPr>
              <a:spLocks noChangeArrowheads="1"/>
            </p:cNvSpPr>
            <p:nvPr/>
          </p:nvSpPr>
          <p:spPr bwMode="auto">
            <a:xfrm>
              <a:off x="8170863" y="4872715"/>
              <a:ext cx="254000"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smtClean="0">
                  <a:ln>
                    <a:noFill/>
                  </a:ln>
                  <a:solidFill>
                    <a:srgbClr val="212121"/>
                  </a:solidFill>
                  <a:effectLst/>
                  <a:latin typeface="Roboto Condensed" panose="02000000000000000000" pitchFamily="2" charset="0"/>
                </a:rPr>
                <a:t>•</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73" name="Rectangle 62"/>
            <p:cNvSpPr>
              <a:spLocks noChangeArrowheads="1"/>
            </p:cNvSpPr>
            <p:nvPr/>
          </p:nvSpPr>
          <p:spPr bwMode="auto">
            <a:xfrm>
              <a:off x="8456613" y="4872715"/>
              <a:ext cx="3706813"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smtClean="0">
                  <a:ln>
                    <a:noFill/>
                  </a:ln>
                  <a:solidFill>
                    <a:srgbClr val="212121"/>
                  </a:solidFill>
                  <a:effectLst/>
                  <a:latin typeface="Roboto Condensed" panose="02000000000000000000" pitchFamily="2" charset="0"/>
                </a:rPr>
                <a:t>Ring can cease to exist since </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74" name="Rectangle 63"/>
            <p:cNvSpPr>
              <a:spLocks noChangeArrowheads="1"/>
            </p:cNvSpPr>
            <p:nvPr/>
          </p:nvSpPr>
          <p:spPr bwMode="auto">
            <a:xfrm>
              <a:off x="8456613" y="5239428"/>
              <a:ext cx="2127250"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smtClean="0">
                  <a:ln>
                    <a:noFill/>
                  </a:ln>
                  <a:solidFill>
                    <a:srgbClr val="212121"/>
                  </a:solidFill>
                  <a:effectLst/>
                  <a:latin typeface="Roboto Condensed" panose="02000000000000000000" pitchFamily="2" charset="0"/>
                </a:rPr>
                <a:t>processes crash</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grpSp>
    </p:spTree>
    <p:extLst>
      <p:ext uri="{BB962C8B-B14F-4D97-AF65-F5344CB8AC3E}">
        <p14:creationId xmlns:p14="http://schemas.microsoft.com/office/powerpoint/2010/main" val="22549156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Need for a Coordinator</a:t>
            </a:r>
          </a:p>
        </p:txBody>
      </p:sp>
      <p:sp>
        <p:nvSpPr>
          <p:cNvPr id="28" name="Content Placeholder 2">
            <a:extLst>
              <a:ext uri="{FF2B5EF4-FFF2-40B4-BE49-F238E27FC236}">
                <a16:creationId xmlns:a16="http://schemas.microsoft.com/office/drawing/2014/main" xmlns="" id="{05FF24D1-5277-417B-BCE3-776DD62CA93A}"/>
              </a:ext>
            </a:extLst>
          </p:cNvPr>
          <p:cNvSpPr>
            <a:spLocks noGrp="1"/>
          </p:cNvSpPr>
          <p:nvPr>
            <p:ph idx="1"/>
          </p:nvPr>
        </p:nvSpPr>
        <p:spPr/>
        <p:txBody>
          <a:bodyPr>
            <a:normAutofit/>
          </a:bodyPr>
          <a:lstStyle/>
          <a:p>
            <a:pPr>
              <a:lnSpc>
                <a:spcPct val="110000"/>
              </a:lnSpc>
              <a:spcBef>
                <a:spcPts val="200"/>
              </a:spcBef>
              <a:spcAft>
                <a:spcPts val="200"/>
              </a:spcAft>
            </a:pPr>
            <a:r>
              <a:rPr lang="en-US" altLang="en-US" dirty="0">
                <a:latin typeface="+mj-lt"/>
              </a:rPr>
              <a:t>Many algorithms used in distributed systems require a coordinator</a:t>
            </a:r>
          </a:p>
          <a:p>
            <a:pPr lvl="1">
              <a:lnSpc>
                <a:spcPct val="100000"/>
              </a:lnSpc>
              <a:spcBef>
                <a:spcPts val="200"/>
              </a:spcBef>
              <a:spcAft>
                <a:spcPts val="200"/>
              </a:spcAft>
              <a:buFont typeface="Wingdings" panose="05000000000000000000" pitchFamily="2" charset="2"/>
              <a:buChar char="§"/>
            </a:pPr>
            <a:r>
              <a:rPr lang="en-US" altLang="en-US" sz="2400" dirty="0">
                <a:latin typeface="+mj-lt"/>
                <a:ea typeface="Arial" panose="020B0604020202020204" pitchFamily="34" charset="0"/>
              </a:rPr>
              <a:t>For example, see the centralized mutual exclusion algorithm.</a:t>
            </a:r>
          </a:p>
          <a:p>
            <a:pPr>
              <a:lnSpc>
                <a:spcPct val="110000"/>
              </a:lnSpc>
              <a:spcBef>
                <a:spcPts val="200"/>
              </a:spcBef>
              <a:spcAft>
                <a:spcPts val="200"/>
              </a:spcAft>
            </a:pPr>
            <a:r>
              <a:rPr lang="en-US" altLang="en-US" dirty="0">
                <a:latin typeface="+mj-lt"/>
              </a:rPr>
              <a:t>In general, all processes in the distributed system are equally suitable for the role</a:t>
            </a:r>
          </a:p>
          <a:p>
            <a:pPr>
              <a:lnSpc>
                <a:spcPct val="110000"/>
              </a:lnSpc>
              <a:spcBef>
                <a:spcPts val="200"/>
              </a:spcBef>
              <a:spcAft>
                <a:spcPts val="200"/>
              </a:spcAft>
            </a:pPr>
            <a:r>
              <a:rPr lang="en-US" altLang="en-US" dirty="0">
                <a:latin typeface="+mj-lt"/>
              </a:rPr>
              <a:t>Election algorithms are designed to choose a coordinator.</a:t>
            </a:r>
          </a:p>
          <a:p>
            <a:pPr>
              <a:lnSpc>
                <a:spcPct val="110000"/>
              </a:lnSpc>
              <a:spcBef>
                <a:spcPts val="200"/>
              </a:spcBef>
              <a:spcAft>
                <a:spcPts val="200"/>
              </a:spcAft>
            </a:pPr>
            <a:endParaRPr lang="en-US" altLang="en-US" dirty="0" smtClean="0">
              <a:latin typeface="+mj-lt"/>
            </a:endParaRPr>
          </a:p>
        </p:txBody>
      </p:sp>
    </p:spTree>
    <p:extLst>
      <p:ext uri="{BB962C8B-B14F-4D97-AF65-F5344CB8AC3E}">
        <p14:creationId xmlns:p14="http://schemas.microsoft.com/office/powerpoint/2010/main" val="42077971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Election in Distributed Systems</a:t>
            </a:r>
          </a:p>
        </p:txBody>
      </p:sp>
      <p:sp>
        <p:nvSpPr>
          <p:cNvPr id="28" name="Content Placeholder 2">
            <a:extLst>
              <a:ext uri="{FF2B5EF4-FFF2-40B4-BE49-F238E27FC236}">
                <a16:creationId xmlns:a16="http://schemas.microsoft.com/office/drawing/2014/main" xmlns="" id="{05FF24D1-5277-417B-BCE3-776DD62CA93A}"/>
              </a:ext>
            </a:extLst>
          </p:cNvPr>
          <p:cNvSpPr>
            <a:spLocks noGrp="1"/>
          </p:cNvSpPr>
          <p:nvPr>
            <p:ph idx="1"/>
          </p:nvPr>
        </p:nvSpPr>
        <p:spPr/>
        <p:txBody>
          <a:bodyPr>
            <a:normAutofit/>
          </a:bodyPr>
          <a:lstStyle/>
          <a:p>
            <a:pPr>
              <a:lnSpc>
                <a:spcPct val="110000"/>
              </a:lnSpc>
              <a:spcBef>
                <a:spcPts val="200"/>
              </a:spcBef>
              <a:spcAft>
                <a:spcPts val="200"/>
              </a:spcAft>
            </a:pPr>
            <a:r>
              <a:rPr lang="en-US" altLang="en-US" dirty="0">
                <a:latin typeface="+mj-lt"/>
              </a:rPr>
              <a:t>Many distributed algorithms require one process to act as a coordinator</a:t>
            </a:r>
          </a:p>
          <a:p>
            <a:pPr>
              <a:lnSpc>
                <a:spcPct val="110000"/>
              </a:lnSpc>
              <a:spcBef>
                <a:spcPts val="200"/>
              </a:spcBef>
              <a:spcAft>
                <a:spcPts val="200"/>
              </a:spcAft>
            </a:pPr>
            <a:r>
              <a:rPr lang="en-US" altLang="en-US" dirty="0">
                <a:latin typeface="+mj-lt"/>
              </a:rPr>
              <a:t>Typically, it does not matter which process is elected as the coordinator</a:t>
            </a:r>
          </a:p>
          <a:p>
            <a:pPr>
              <a:lnSpc>
                <a:spcPct val="110000"/>
              </a:lnSpc>
              <a:spcBef>
                <a:spcPts val="200"/>
              </a:spcBef>
              <a:spcAft>
                <a:spcPts val="200"/>
              </a:spcAft>
            </a:pPr>
            <a:endParaRPr lang="en-US" altLang="en-US" dirty="0">
              <a:latin typeface="+mj-lt"/>
            </a:endParaRPr>
          </a:p>
          <a:p>
            <a:pPr>
              <a:lnSpc>
                <a:spcPct val="100000"/>
              </a:lnSpc>
              <a:spcBef>
                <a:spcPts val="300"/>
              </a:spcBef>
              <a:spcAft>
                <a:spcPts val="300"/>
              </a:spcAft>
            </a:pPr>
            <a:endParaRPr lang="en-US" altLang="en-US" sz="2400" b="1" dirty="0">
              <a:latin typeface="+mj-lt"/>
              <a:ea typeface="MS PGothic" panose="020B0600070205080204" pitchFamily="34" charset="-128"/>
            </a:endParaRPr>
          </a:p>
        </p:txBody>
      </p:sp>
      <p:grpSp>
        <p:nvGrpSpPr>
          <p:cNvPr id="4" name="Group 171">
            <a:extLst>
              <a:ext uri="{FF2B5EF4-FFF2-40B4-BE49-F238E27FC236}">
                <a16:creationId xmlns:a16="http://schemas.microsoft.com/office/drawing/2014/main" xmlns="" id="{2B122C02-D3FC-408B-B623-523D04499EAF}"/>
              </a:ext>
            </a:extLst>
          </p:cNvPr>
          <p:cNvGrpSpPr>
            <a:grpSpLocks/>
          </p:cNvGrpSpPr>
          <p:nvPr/>
        </p:nvGrpSpPr>
        <p:grpSpPr bwMode="auto">
          <a:xfrm>
            <a:off x="8296930" y="2614613"/>
            <a:ext cx="2681180" cy="1697647"/>
            <a:chOff x="4381116" y="5105400"/>
            <a:chExt cx="1943484" cy="1027161"/>
          </a:xfrm>
        </p:grpSpPr>
        <p:grpSp>
          <p:nvGrpSpPr>
            <p:cNvPr id="5" name="Group 4">
              <a:extLst>
                <a:ext uri="{FF2B5EF4-FFF2-40B4-BE49-F238E27FC236}">
                  <a16:creationId xmlns:a16="http://schemas.microsoft.com/office/drawing/2014/main" xmlns="" id="{893E9F2F-52A5-4CDA-9DA0-3A7929BA2F69}"/>
                </a:ext>
              </a:extLst>
            </p:cNvPr>
            <p:cNvGrpSpPr>
              <a:grpSpLocks/>
            </p:cNvGrpSpPr>
            <p:nvPr/>
          </p:nvGrpSpPr>
          <p:grpSpPr bwMode="auto">
            <a:xfrm>
              <a:off x="4381116" y="5373809"/>
              <a:ext cx="685800" cy="417562"/>
              <a:chOff x="5105400" y="3962397"/>
              <a:chExt cx="3276600" cy="1075038"/>
            </a:xfrm>
          </p:grpSpPr>
          <p:sp>
            <p:nvSpPr>
              <p:cNvPr id="18" name="Rectangle 17">
                <a:extLst>
                  <a:ext uri="{FF2B5EF4-FFF2-40B4-BE49-F238E27FC236}">
                    <a16:creationId xmlns:a16="http://schemas.microsoft.com/office/drawing/2014/main" xmlns="" id="{EECFE8B3-2FEE-4D0B-92CB-92E8DA61660E}"/>
                  </a:ext>
                </a:extLst>
              </p:cNvPr>
              <p:cNvSpPr/>
              <p:nvPr/>
            </p:nvSpPr>
            <p:spPr>
              <a:xfrm>
                <a:off x="5105400" y="3962151"/>
                <a:ext cx="3277681" cy="1076442"/>
              </a:xfrm>
              <a:prstGeom prst="rect">
                <a:avLst/>
              </a:prstGeom>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endParaRPr lang="en-US" b="1" dirty="0">
                  <a:latin typeface="+mj-lt"/>
                </a:endParaRPr>
              </a:p>
            </p:txBody>
          </p:sp>
          <p:sp>
            <p:nvSpPr>
              <p:cNvPr id="19" name="Rectangle 18">
                <a:extLst>
                  <a:ext uri="{FF2B5EF4-FFF2-40B4-BE49-F238E27FC236}">
                    <a16:creationId xmlns:a16="http://schemas.microsoft.com/office/drawing/2014/main" xmlns="" id="{BB6BD663-8134-4DBB-9A24-EAB1599DFDF7}"/>
                  </a:ext>
                </a:extLst>
              </p:cNvPr>
              <p:cNvSpPr/>
              <p:nvPr/>
            </p:nvSpPr>
            <p:spPr bwMode="auto">
              <a:xfrm>
                <a:off x="5105400" y="3962151"/>
                <a:ext cx="3277681" cy="487364"/>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1600" b="1" dirty="0">
                    <a:solidFill>
                      <a:schemeClr val="bg1"/>
                    </a:solidFill>
                    <a:latin typeface="+mj-lt"/>
                  </a:rPr>
                  <a:t>Client 1</a:t>
                </a:r>
              </a:p>
            </p:txBody>
          </p:sp>
        </p:grpSp>
        <p:grpSp>
          <p:nvGrpSpPr>
            <p:cNvPr id="6" name="Group 7">
              <a:extLst>
                <a:ext uri="{FF2B5EF4-FFF2-40B4-BE49-F238E27FC236}">
                  <a16:creationId xmlns:a16="http://schemas.microsoft.com/office/drawing/2014/main" xmlns="" id="{C5A759E1-8540-40E5-8B4D-29765E6D3785}"/>
                </a:ext>
              </a:extLst>
            </p:cNvPr>
            <p:cNvGrpSpPr>
              <a:grpSpLocks/>
            </p:cNvGrpSpPr>
            <p:nvPr/>
          </p:nvGrpSpPr>
          <p:grpSpPr bwMode="auto">
            <a:xfrm>
              <a:off x="5562600" y="5638800"/>
              <a:ext cx="762000" cy="493761"/>
              <a:chOff x="5105400" y="3962397"/>
              <a:chExt cx="3640667" cy="1271217"/>
            </a:xfrm>
          </p:grpSpPr>
          <p:sp>
            <p:nvSpPr>
              <p:cNvPr id="16" name="Rectangle 15">
                <a:extLst>
                  <a:ext uri="{FF2B5EF4-FFF2-40B4-BE49-F238E27FC236}">
                    <a16:creationId xmlns:a16="http://schemas.microsoft.com/office/drawing/2014/main" xmlns="" id="{926853C2-01C5-4B0B-8F4D-A9E872A145EE}"/>
                  </a:ext>
                </a:extLst>
              </p:cNvPr>
              <p:cNvSpPr/>
              <p:nvPr/>
            </p:nvSpPr>
            <p:spPr>
              <a:xfrm>
                <a:off x="5103395" y="3962226"/>
                <a:ext cx="3642672" cy="1271388"/>
              </a:xfrm>
              <a:prstGeom prst="rect">
                <a:avLst/>
              </a:prstGeom>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endParaRPr lang="en-US" b="1" dirty="0">
                  <a:latin typeface="+mj-lt"/>
                </a:endParaRPr>
              </a:p>
            </p:txBody>
          </p:sp>
          <p:sp>
            <p:nvSpPr>
              <p:cNvPr id="17" name="Rectangle 16">
                <a:extLst>
                  <a:ext uri="{FF2B5EF4-FFF2-40B4-BE49-F238E27FC236}">
                    <a16:creationId xmlns:a16="http://schemas.microsoft.com/office/drawing/2014/main" xmlns="" id="{64A896D5-0641-47DB-9CAA-9D3510141287}"/>
                  </a:ext>
                </a:extLst>
              </p:cNvPr>
              <p:cNvSpPr/>
              <p:nvPr/>
            </p:nvSpPr>
            <p:spPr bwMode="auto">
              <a:xfrm>
                <a:off x="5103395" y="3962226"/>
                <a:ext cx="3642672" cy="487367"/>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1400" b="1" dirty="0">
                    <a:solidFill>
                      <a:schemeClr val="bg1"/>
                    </a:solidFill>
                    <a:latin typeface="+mj-lt"/>
                  </a:rPr>
                  <a:t>Server</a:t>
                </a:r>
              </a:p>
            </p:txBody>
          </p:sp>
        </p:grpSp>
        <p:sp>
          <p:nvSpPr>
            <p:cNvPr id="7" name="Rectangle 6">
              <a:extLst>
                <a:ext uri="{FF2B5EF4-FFF2-40B4-BE49-F238E27FC236}">
                  <a16:creationId xmlns:a16="http://schemas.microsoft.com/office/drawing/2014/main" xmlns="" id="{6D2DB351-9F4D-48D6-8E5E-32A250404770}"/>
                </a:ext>
              </a:extLst>
            </p:cNvPr>
            <p:cNvSpPr/>
            <p:nvPr/>
          </p:nvSpPr>
          <p:spPr bwMode="auto">
            <a:xfrm>
              <a:off x="5606364" y="5867748"/>
              <a:ext cx="685800" cy="228601"/>
            </a:xfrm>
            <a:prstGeom prst="rect">
              <a:avLst/>
            </a:prstGeom>
            <a:solidFill>
              <a:schemeClr val="accent2">
                <a:lumMod val="60000"/>
                <a:lumOff val="40000"/>
              </a:schemeClr>
            </a:solidFill>
          </p:spPr>
          <p:style>
            <a:lnRef idx="0">
              <a:schemeClr val="accent6"/>
            </a:lnRef>
            <a:fillRef idx="3">
              <a:schemeClr val="accent6"/>
            </a:fillRef>
            <a:effectRef idx="3">
              <a:schemeClr val="accent6"/>
            </a:effectRef>
            <a:fontRef idx="minor">
              <a:schemeClr val="lt1"/>
            </a:fontRef>
          </p:style>
          <p:txBody>
            <a:bodyPr/>
            <a:lstStyle/>
            <a:p>
              <a:pPr algn="ctr" eaLnBrk="1" hangingPunct="1">
                <a:defRPr/>
              </a:pPr>
              <a:r>
                <a:rPr lang="en-US" sz="1600" b="1" dirty="0">
                  <a:solidFill>
                    <a:schemeClr val="tx1"/>
                  </a:solidFill>
                  <a:latin typeface="+mj-lt"/>
                </a:rPr>
                <a:t>Resource</a:t>
              </a:r>
            </a:p>
          </p:txBody>
        </p:sp>
        <p:sp>
          <p:nvSpPr>
            <p:cNvPr id="8" name="Oval 7">
              <a:extLst>
                <a:ext uri="{FF2B5EF4-FFF2-40B4-BE49-F238E27FC236}">
                  <a16:creationId xmlns:a16="http://schemas.microsoft.com/office/drawing/2014/main" xmlns="" id="{60C2A3CF-F132-4C59-9E8A-ACE4A75AC851}"/>
                </a:ext>
              </a:extLst>
            </p:cNvPr>
            <p:cNvSpPr/>
            <p:nvPr/>
          </p:nvSpPr>
          <p:spPr>
            <a:xfrm>
              <a:off x="4466678" y="5589351"/>
              <a:ext cx="484344" cy="169548"/>
            </a:xfrm>
            <a:prstGeom prst="ellipse">
              <a:avLst/>
            </a:prstGeom>
          </p:spPr>
          <p:style>
            <a:lnRef idx="1">
              <a:schemeClr val="accent6"/>
            </a:lnRef>
            <a:fillRef idx="2">
              <a:schemeClr val="accent6"/>
            </a:fillRef>
            <a:effectRef idx="1">
              <a:schemeClr val="accent6"/>
            </a:effectRef>
            <a:fontRef idx="minor">
              <a:schemeClr val="dk1"/>
            </a:fontRef>
          </p:style>
          <p:txBody>
            <a:bodyPr anchor="ctr"/>
            <a:lstStyle/>
            <a:p>
              <a:pPr algn="ctr" eaLnBrk="1" hangingPunct="1">
                <a:defRPr/>
              </a:pPr>
              <a:r>
                <a:rPr lang="en-US" b="1" dirty="0">
                  <a:solidFill>
                    <a:schemeClr val="tx1"/>
                  </a:solidFill>
                  <a:latin typeface="+mj-lt"/>
                </a:rPr>
                <a:t>P1</a:t>
              </a:r>
            </a:p>
          </p:txBody>
        </p:sp>
        <p:grpSp>
          <p:nvGrpSpPr>
            <p:cNvPr id="9" name="Group 12">
              <a:extLst>
                <a:ext uri="{FF2B5EF4-FFF2-40B4-BE49-F238E27FC236}">
                  <a16:creationId xmlns:a16="http://schemas.microsoft.com/office/drawing/2014/main" xmlns="" id="{BFFE1B1A-AE96-4B1E-BE5A-E20820094CA0}"/>
                </a:ext>
              </a:extLst>
            </p:cNvPr>
            <p:cNvGrpSpPr>
              <a:grpSpLocks/>
            </p:cNvGrpSpPr>
            <p:nvPr/>
          </p:nvGrpSpPr>
          <p:grpSpPr bwMode="auto">
            <a:xfrm>
              <a:off x="5513559" y="5105400"/>
              <a:ext cx="811041" cy="420639"/>
              <a:chOff x="5105400" y="3962397"/>
              <a:chExt cx="4004734" cy="933842"/>
            </a:xfrm>
          </p:grpSpPr>
          <p:sp>
            <p:nvSpPr>
              <p:cNvPr id="14" name="Rectangle 13">
                <a:extLst>
                  <a:ext uri="{FF2B5EF4-FFF2-40B4-BE49-F238E27FC236}">
                    <a16:creationId xmlns:a16="http://schemas.microsoft.com/office/drawing/2014/main" xmlns="" id="{B5443020-1AF2-48A7-91D8-659A56081D10}"/>
                  </a:ext>
                </a:extLst>
              </p:cNvPr>
              <p:cNvSpPr/>
              <p:nvPr/>
            </p:nvSpPr>
            <p:spPr>
              <a:xfrm>
                <a:off x="5104060" y="3962397"/>
                <a:ext cx="4006074" cy="935529"/>
              </a:xfrm>
              <a:prstGeom prst="rect">
                <a:avLst/>
              </a:prstGeom>
            </p:spPr>
            <p:style>
              <a:lnRef idx="2">
                <a:schemeClr val="accent4"/>
              </a:lnRef>
              <a:fillRef idx="1">
                <a:schemeClr val="lt1"/>
              </a:fillRef>
              <a:effectRef idx="0">
                <a:schemeClr val="accent4"/>
              </a:effectRef>
              <a:fontRef idx="minor">
                <a:schemeClr val="dk1"/>
              </a:fontRef>
            </p:style>
            <p:txBody>
              <a:bodyPr anchor="ctr"/>
              <a:lstStyle/>
              <a:p>
                <a:pPr algn="ctr" eaLnBrk="1" hangingPunct="1">
                  <a:defRPr/>
                </a:pPr>
                <a:endParaRPr lang="en-US" b="1" dirty="0">
                  <a:latin typeface="+mj-lt"/>
                </a:endParaRPr>
              </a:p>
            </p:txBody>
          </p:sp>
          <p:sp>
            <p:nvSpPr>
              <p:cNvPr id="15" name="Rectangle 14">
                <a:extLst>
                  <a:ext uri="{FF2B5EF4-FFF2-40B4-BE49-F238E27FC236}">
                    <a16:creationId xmlns:a16="http://schemas.microsoft.com/office/drawing/2014/main" xmlns="" id="{1C1728B2-4DC0-4A68-A514-3062EB3D41AB}"/>
                  </a:ext>
                </a:extLst>
              </p:cNvPr>
              <p:cNvSpPr/>
              <p:nvPr/>
            </p:nvSpPr>
            <p:spPr bwMode="auto">
              <a:xfrm>
                <a:off x="5104060" y="3962397"/>
                <a:ext cx="4006074" cy="486038"/>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eaLnBrk="1" hangingPunct="1">
                  <a:defRPr/>
                </a:pPr>
                <a:r>
                  <a:rPr lang="en-US" sz="1400" b="1" dirty="0">
                    <a:solidFill>
                      <a:schemeClr val="bg1"/>
                    </a:solidFill>
                    <a:latin typeface="+mj-lt"/>
                  </a:rPr>
                  <a:t>Coordinator</a:t>
                </a:r>
              </a:p>
            </p:txBody>
          </p:sp>
        </p:grpSp>
        <p:sp>
          <p:nvSpPr>
            <p:cNvPr id="10" name="Oval 9">
              <a:extLst>
                <a:ext uri="{FF2B5EF4-FFF2-40B4-BE49-F238E27FC236}">
                  <a16:creationId xmlns:a16="http://schemas.microsoft.com/office/drawing/2014/main" xmlns="" id="{E965EF88-C2FA-4743-A3B2-3F481FDCE335}"/>
                </a:ext>
              </a:extLst>
            </p:cNvPr>
            <p:cNvSpPr/>
            <p:nvPr/>
          </p:nvSpPr>
          <p:spPr>
            <a:xfrm>
              <a:off x="5656910" y="5334207"/>
              <a:ext cx="484343" cy="161317"/>
            </a:xfrm>
            <a:prstGeom prst="ellipse">
              <a:avLst/>
            </a:prstGeom>
          </p:spPr>
          <p:style>
            <a:lnRef idx="1">
              <a:schemeClr val="accent4"/>
            </a:lnRef>
            <a:fillRef idx="2">
              <a:schemeClr val="accent4"/>
            </a:fillRef>
            <a:effectRef idx="1">
              <a:schemeClr val="accent4"/>
            </a:effectRef>
            <a:fontRef idx="minor">
              <a:schemeClr val="dk1"/>
            </a:fontRef>
          </p:style>
          <p:txBody>
            <a:bodyPr anchor="ctr"/>
            <a:lstStyle/>
            <a:p>
              <a:pPr algn="ctr" eaLnBrk="1" hangingPunct="1">
                <a:defRPr/>
              </a:pPr>
              <a:r>
                <a:rPr lang="en-US" b="1" dirty="0">
                  <a:solidFill>
                    <a:schemeClr val="tx1"/>
                  </a:solidFill>
                  <a:latin typeface="+mj-lt"/>
                </a:rPr>
                <a:t>C1</a:t>
              </a:r>
            </a:p>
          </p:txBody>
        </p:sp>
        <p:cxnSp>
          <p:nvCxnSpPr>
            <p:cNvPr id="11" name="Straight Arrow Connector 10">
              <a:extLst>
                <a:ext uri="{FF2B5EF4-FFF2-40B4-BE49-F238E27FC236}">
                  <a16:creationId xmlns:a16="http://schemas.microsoft.com/office/drawing/2014/main" xmlns="" id="{B8D46DAD-93C3-4621-BA4C-083F6A41C81B}"/>
                </a:ext>
              </a:extLst>
            </p:cNvPr>
            <p:cNvCxnSpPr>
              <a:endCxn id="15" idx="1"/>
            </p:cNvCxnSpPr>
            <p:nvPr/>
          </p:nvCxnSpPr>
          <p:spPr>
            <a:xfrm flipV="1">
              <a:off x="5067142" y="5215689"/>
              <a:ext cx="446146" cy="158025"/>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xmlns="" id="{C7942535-B689-458C-96EB-F81257BE60FB}"/>
                </a:ext>
              </a:extLst>
            </p:cNvPr>
            <p:cNvCxnSpPr>
              <a:endCxn id="18" idx="3"/>
            </p:cNvCxnSpPr>
            <p:nvPr/>
          </p:nvCxnSpPr>
          <p:spPr>
            <a:xfrm flipH="1">
              <a:off x="5067142" y="5467540"/>
              <a:ext cx="446146" cy="115226"/>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xmlns="" id="{720DF557-5EEA-45EC-AAD2-13BC30D89D18}"/>
                </a:ext>
              </a:extLst>
            </p:cNvPr>
            <p:cNvCxnSpPr/>
            <p:nvPr/>
          </p:nvCxnSpPr>
          <p:spPr>
            <a:xfrm>
              <a:off x="5067142" y="5714454"/>
              <a:ext cx="495038" cy="268313"/>
            </a:xfrm>
            <a:prstGeom prst="straightConnector1">
              <a:avLst/>
            </a:prstGeom>
            <a:ln w="38100">
              <a:solidFill>
                <a:srgbClr val="0000FF"/>
              </a:solidFill>
              <a:tailEnd type="arrow"/>
            </a:ln>
          </p:spPr>
          <p:style>
            <a:lnRef idx="1">
              <a:schemeClr val="accent1"/>
            </a:lnRef>
            <a:fillRef idx="0">
              <a:schemeClr val="accent1"/>
            </a:fillRef>
            <a:effectRef idx="0">
              <a:schemeClr val="accent1"/>
            </a:effectRef>
            <a:fontRef idx="minor">
              <a:schemeClr val="tx1"/>
            </a:fontRef>
          </p:style>
        </p:cxnSp>
      </p:grpSp>
      <p:sp>
        <p:nvSpPr>
          <p:cNvPr id="20" name="Rectangle 19">
            <a:extLst>
              <a:ext uri="{FF2B5EF4-FFF2-40B4-BE49-F238E27FC236}">
                <a16:creationId xmlns:a16="http://schemas.microsoft.com/office/drawing/2014/main" xmlns="" id="{26889378-E80F-4A2F-9919-B2083819FDAC}"/>
              </a:ext>
            </a:extLst>
          </p:cNvPr>
          <p:cNvSpPr/>
          <p:nvPr/>
        </p:nvSpPr>
        <p:spPr>
          <a:xfrm>
            <a:off x="8098594" y="4615689"/>
            <a:ext cx="3520501" cy="838330"/>
          </a:xfrm>
          <a:prstGeom prst="rect">
            <a:avLst/>
          </a:prstGeom>
          <a:solidFill>
            <a:srgbClr val="1D306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2400" dirty="0">
                <a:latin typeface="+mj-lt"/>
              </a:rPr>
              <a:t>A Centralized Mutual Exclusion Algorithm</a:t>
            </a:r>
          </a:p>
        </p:txBody>
      </p:sp>
      <p:grpSp>
        <p:nvGrpSpPr>
          <p:cNvPr id="21" name="Group 119">
            <a:extLst>
              <a:ext uri="{FF2B5EF4-FFF2-40B4-BE49-F238E27FC236}">
                <a16:creationId xmlns:a16="http://schemas.microsoft.com/office/drawing/2014/main" xmlns="" id="{C4609E58-0860-40AE-83A4-AF823D2E99EC}"/>
              </a:ext>
            </a:extLst>
          </p:cNvPr>
          <p:cNvGrpSpPr>
            <a:grpSpLocks/>
          </p:cNvGrpSpPr>
          <p:nvPr/>
        </p:nvGrpSpPr>
        <p:grpSpPr bwMode="auto">
          <a:xfrm>
            <a:off x="4376049" y="2887270"/>
            <a:ext cx="1948615" cy="1387866"/>
            <a:chOff x="2805110" y="3169719"/>
            <a:chExt cx="2772571" cy="1984721"/>
          </a:xfrm>
        </p:grpSpPr>
        <p:cxnSp>
          <p:nvCxnSpPr>
            <p:cNvPr id="22" name="Straight Connector 21">
              <a:extLst>
                <a:ext uri="{FF2B5EF4-FFF2-40B4-BE49-F238E27FC236}">
                  <a16:creationId xmlns:a16="http://schemas.microsoft.com/office/drawing/2014/main" xmlns="" id="{ECEF93F0-3940-4986-99F4-56FC0A3957C9}"/>
                </a:ext>
              </a:extLst>
            </p:cNvPr>
            <p:cNvCxnSpPr/>
            <p:nvPr/>
          </p:nvCxnSpPr>
          <p:spPr>
            <a:xfrm>
              <a:off x="4481686" y="4012423"/>
              <a:ext cx="0" cy="228968"/>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xmlns="" id="{8E58E531-0481-4CDA-9CB3-27DD2A11B9E5}"/>
                </a:ext>
              </a:extLst>
            </p:cNvPr>
            <p:cNvCxnSpPr/>
            <p:nvPr/>
          </p:nvCxnSpPr>
          <p:spPr>
            <a:xfrm>
              <a:off x="3825863" y="4241391"/>
              <a:ext cx="0" cy="226142"/>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xmlns="" id="{D45EF260-B2D0-43FB-BB2C-1F92F5B0353B}"/>
                </a:ext>
              </a:extLst>
            </p:cNvPr>
            <p:cNvCxnSpPr/>
            <p:nvPr/>
          </p:nvCxnSpPr>
          <p:spPr>
            <a:xfrm>
              <a:off x="5119785" y="4241391"/>
              <a:ext cx="0" cy="226142"/>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5" name="Group 20">
              <a:extLst>
                <a:ext uri="{FF2B5EF4-FFF2-40B4-BE49-F238E27FC236}">
                  <a16:creationId xmlns:a16="http://schemas.microsoft.com/office/drawing/2014/main" xmlns="" id="{0FA77723-8606-4211-AAFF-D3CBC3EFD6C4}"/>
                </a:ext>
              </a:extLst>
            </p:cNvPr>
            <p:cNvGrpSpPr>
              <a:grpSpLocks/>
            </p:cNvGrpSpPr>
            <p:nvPr/>
          </p:nvGrpSpPr>
          <p:grpSpPr bwMode="auto">
            <a:xfrm>
              <a:off x="4129881" y="3401840"/>
              <a:ext cx="690563" cy="762000"/>
              <a:chOff x="6243638" y="4572000"/>
              <a:chExt cx="690562" cy="762000"/>
            </a:xfrm>
          </p:grpSpPr>
          <p:sp>
            <p:nvSpPr>
              <p:cNvPr id="44" name="Rectangle 43">
                <a:extLst>
                  <a:ext uri="{FF2B5EF4-FFF2-40B4-BE49-F238E27FC236}">
                    <a16:creationId xmlns:a16="http://schemas.microsoft.com/office/drawing/2014/main" xmlns="" id="{2E6CFE6C-40FE-4735-B41D-69B2372A52C4}"/>
                  </a:ext>
                </a:extLst>
              </p:cNvPr>
              <p:cNvSpPr/>
              <p:nvPr/>
            </p:nvSpPr>
            <p:spPr>
              <a:xfrm>
                <a:off x="6248400" y="4572000"/>
                <a:ext cx="685800" cy="685800"/>
              </a:xfrm>
              <a:prstGeom prst="rect">
                <a:avLst/>
              </a:prstGeom>
              <a:solidFill>
                <a:srgbClr val="FF0000"/>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endParaRPr lang="en-US" dirty="0">
                  <a:latin typeface="+mj-lt"/>
                </a:endParaRPr>
              </a:p>
            </p:txBody>
          </p:sp>
          <p:grpSp>
            <p:nvGrpSpPr>
              <p:cNvPr id="45" name="Group 18">
                <a:extLst>
                  <a:ext uri="{FF2B5EF4-FFF2-40B4-BE49-F238E27FC236}">
                    <a16:creationId xmlns:a16="http://schemas.microsoft.com/office/drawing/2014/main" xmlns="" id="{415F4C1E-E6D2-4F8C-A0F0-A1113505CF40}"/>
                  </a:ext>
                </a:extLst>
              </p:cNvPr>
              <p:cNvGrpSpPr>
                <a:grpSpLocks/>
              </p:cNvGrpSpPr>
              <p:nvPr/>
            </p:nvGrpSpPr>
            <p:grpSpPr bwMode="auto">
              <a:xfrm>
                <a:off x="6243638" y="4629150"/>
                <a:ext cx="690562" cy="704850"/>
                <a:chOff x="6243638" y="4629150"/>
                <a:chExt cx="1681162" cy="1681162"/>
              </a:xfrm>
            </p:grpSpPr>
            <p:pic>
              <p:nvPicPr>
                <p:cNvPr id="46" name="Picture 3" descr="C:\Documents and Settings\dd\Local Settings\Temporary Internet Files\Content.IE5\QNWT6PGV\MC900431586[1].png">
                  <a:extLst>
                    <a:ext uri="{FF2B5EF4-FFF2-40B4-BE49-F238E27FC236}">
                      <a16:creationId xmlns:a16="http://schemas.microsoft.com/office/drawing/2014/main" xmlns="" id="{1198FACF-D04C-49F6-88C5-35C4BAA0F6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43638" y="4629150"/>
                  <a:ext cx="1681162" cy="168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 name="Oval 46">
                  <a:extLst>
                    <a:ext uri="{FF2B5EF4-FFF2-40B4-BE49-F238E27FC236}">
                      <a16:creationId xmlns:a16="http://schemas.microsoft.com/office/drawing/2014/main" xmlns="" id="{5A5B418F-F382-4193-BB78-B4AC2D04B083}"/>
                    </a:ext>
                  </a:extLst>
                </p:cNvPr>
                <p:cNvSpPr/>
                <p:nvPr/>
              </p:nvSpPr>
              <p:spPr>
                <a:xfrm>
                  <a:off x="6553199" y="4876801"/>
                  <a:ext cx="1066801" cy="1066799"/>
                </a:xfrm>
                <a:prstGeom prst="ellipse">
                  <a:avLst/>
                </a:prstGeom>
                <a:scene3d>
                  <a:camera prst="orthographicFront">
                    <a:rot lat="0" lon="0" rev="0"/>
                  </a:camera>
                  <a:lightRig rig="threePt" dir="t">
                    <a:rot lat="0" lon="0" rev="1200000"/>
                  </a:lightRig>
                </a:scene3d>
                <a:sp3d>
                  <a:bevelT w="63500" h="25400" prst="softRound"/>
                </a:sp3d>
              </p:spPr>
              <p:style>
                <a:lnRef idx="0">
                  <a:schemeClr val="accent5"/>
                </a:lnRef>
                <a:fillRef idx="3">
                  <a:schemeClr val="accent5"/>
                </a:fillRef>
                <a:effectRef idx="3">
                  <a:schemeClr val="accent5"/>
                </a:effectRef>
                <a:fontRef idx="minor">
                  <a:schemeClr val="lt1"/>
                </a:fontRef>
              </p:style>
              <p:txBody>
                <a:bodyPr anchor="ctr"/>
                <a:lstStyle/>
                <a:p>
                  <a:pPr algn="ctr" eaLnBrk="1" hangingPunct="1">
                    <a:defRPr/>
                  </a:pPr>
                  <a:endParaRPr lang="en-US" dirty="0">
                    <a:latin typeface="+mj-lt"/>
                  </a:endParaRPr>
                </a:p>
              </p:txBody>
            </p:sp>
            <p:cxnSp>
              <p:nvCxnSpPr>
                <p:cNvPr id="48" name="Straight Connector 47">
                  <a:extLst>
                    <a:ext uri="{FF2B5EF4-FFF2-40B4-BE49-F238E27FC236}">
                      <a16:creationId xmlns:a16="http://schemas.microsoft.com/office/drawing/2014/main" xmlns="" id="{011B028F-64F0-4B39-B863-43F49E5EDC2F}"/>
                    </a:ext>
                  </a:extLst>
                </p:cNvPr>
                <p:cNvCxnSpPr/>
                <p:nvPr/>
              </p:nvCxnSpPr>
              <p:spPr>
                <a:xfrm>
                  <a:off x="7085716" y="4877145"/>
                  <a:ext cx="0" cy="532638"/>
                </a:xfrm>
                <a:prstGeom prst="line">
                  <a:avLst/>
                </a:prstGeom>
                <a:ln w="3175">
                  <a:solidFill>
                    <a:schemeClr val="tx1"/>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9" name="Straight Connector 48">
                  <a:extLst>
                    <a:ext uri="{FF2B5EF4-FFF2-40B4-BE49-F238E27FC236}">
                      <a16:creationId xmlns:a16="http://schemas.microsoft.com/office/drawing/2014/main" xmlns="" id="{41199703-8344-485B-AD1C-49156AC5E9CB}"/>
                    </a:ext>
                  </a:extLst>
                </p:cNvPr>
                <p:cNvCxnSpPr/>
                <p:nvPr/>
              </p:nvCxnSpPr>
              <p:spPr>
                <a:xfrm flipH="1">
                  <a:off x="7085716" y="5409784"/>
                  <a:ext cx="388360" cy="0"/>
                </a:xfrm>
                <a:prstGeom prst="line">
                  <a:avLst/>
                </a:prstGeom>
                <a:ln w="3175">
                  <a:solidFill>
                    <a:schemeClr val="tx1"/>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grpSp>
          <p:nvGrpSpPr>
            <p:cNvPr id="26" name="Group 23">
              <a:extLst>
                <a:ext uri="{FF2B5EF4-FFF2-40B4-BE49-F238E27FC236}">
                  <a16:creationId xmlns:a16="http://schemas.microsoft.com/office/drawing/2014/main" xmlns="" id="{9DDF6CE3-B29A-4AF4-A6AC-38C981553088}"/>
                </a:ext>
              </a:extLst>
            </p:cNvPr>
            <p:cNvGrpSpPr>
              <a:grpSpLocks/>
            </p:cNvGrpSpPr>
            <p:nvPr/>
          </p:nvGrpSpPr>
          <p:grpSpPr bwMode="auto">
            <a:xfrm>
              <a:off x="3467894" y="4392440"/>
              <a:ext cx="690562" cy="762000"/>
              <a:chOff x="6243641" y="4572000"/>
              <a:chExt cx="690563" cy="762000"/>
            </a:xfrm>
          </p:grpSpPr>
          <p:sp>
            <p:nvSpPr>
              <p:cNvPr id="38" name="Rectangle 37">
                <a:extLst>
                  <a:ext uri="{FF2B5EF4-FFF2-40B4-BE49-F238E27FC236}">
                    <a16:creationId xmlns:a16="http://schemas.microsoft.com/office/drawing/2014/main" xmlns="" id="{71E54C16-55F7-4CC0-AC50-0D06169F1ED1}"/>
                  </a:ext>
                </a:extLst>
              </p:cNvPr>
              <p:cNvSpPr/>
              <p:nvPr/>
            </p:nvSpPr>
            <p:spPr>
              <a:xfrm>
                <a:off x="6248400" y="4572000"/>
                <a:ext cx="685800" cy="685800"/>
              </a:xfrm>
              <a:prstGeom prst="rect">
                <a:avLst/>
              </a:prstGeom>
              <a:solidFill>
                <a:schemeClr val="tx1">
                  <a:lumMod val="75000"/>
                  <a:lumOff val="25000"/>
                </a:schemeClr>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endParaRPr lang="en-US" dirty="0">
                  <a:latin typeface="+mj-lt"/>
                </a:endParaRPr>
              </a:p>
            </p:txBody>
          </p:sp>
          <p:grpSp>
            <p:nvGrpSpPr>
              <p:cNvPr id="39" name="Group 18">
                <a:extLst>
                  <a:ext uri="{FF2B5EF4-FFF2-40B4-BE49-F238E27FC236}">
                    <a16:creationId xmlns:a16="http://schemas.microsoft.com/office/drawing/2014/main" xmlns="" id="{B7152C81-A6B7-44B8-A9FD-764E32EA0521}"/>
                  </a:ext>
                </a:extLst>
              </p:cNvPr>
              <p:cNvGrpSpPr>
                <a:grpSpLocks/>
              </p:cNvGrpSpPr>
              <p:nvPr/>
            </p:nvGrpSpPr>
            <p:grpSpPr bwMode="auto">
              <a:xfrm>
                <a:off x="6243641" y="4629150"/>
                <a:ext cx="690563" cy="704850"/>
                <a:chOff x="6243638" y="4629150"/>
                <a:chExt cx="1681162" cy="1681162"/>
              </a:xfrm>
            </p:grpSpPr>
            <p:pic>
              <p:nvPicPr>
                <p:cNvPr id="40" name="Picture 3" descr="C:\Documents and Settings\dd\Local Settings\Temporary Internet Files\Content.IE5\QNWT6PGV\MC900431586[1].png">
                  <a:extLst>
                    <a:ext uri="{FF2B5EF4-FFF2-40B4-BE49-F238E27FC236}">
                      <a16:creationId xmlns:a16="http://schemas.microsoft.com/office/drawing/2014/main" xmlns="" id="{0BAE9863-DCD6-4185-9719-0869CD0F90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43638" y="4629150"/>
                  <a:ext cx="1681162" cy="168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 name="Oval 40">
                  <a:extLst>
                    <a:ext uri="{FF2B5EF4-FFF2-40B4-BE49-F238E27FC236}">
                      <a16:creationId xmlns:a16="http://schemas.microsoft.com/office/drawing/2014/main" xmlns="" id="{9F9AECAC-BD82-44B2-BE8F-8A365DDE2597}"/>
                    </a:ext>
                  </a:extLst>
                </p:cNvPr>
                <p:cNvSpPr/>
                <p:nvPr/>
              </p:nvSpPr>
              <p:spPr>
                <a:xfrm>
                  <a:off x="6553199" y="4876801"/>
                  <a:ext cx="1066801" cy="1066799"/>
                </a:xfrm>
                <a:prstGeom prst="ellipse">
                  <a:avLst/>
                </a:prstGeom>
                <a:scene3d>
                  <a:camera prst="orthographicFront">
                    <a:rot lat="0" lon="0" rev="0"/>
                  </a:camera>
                  <a:lightRig rig="threePt" dir="t">
                    <a:rot lat="0" lon="0" rev="1200000"/>
                  </a:lightRig>
                </a:scene3d>
                <a:sp3d>
                  <a:bevelT w="63500" h="25400" prst="softRound"/>
                </a:sp3d>
              </p:spPr>
              <p:style>
                <a:lnRef idx="0">
                  <a:schemeClr val="accent5"/>
                </a:lnRef>
                <a:fillRef idx="3">
                  <a:schemeClr val="accent5"/>
                </a:fillRef>
                <a:effectRef idx="3">
                  <a:schemeClr val="accent5"/>
                </a:effectRef>
                <a:fontRef idx="minor">
                  <a:schemeClr val="lt1"/>
                </a:fontRef>
              </p:style>
              <p:txBody>
                <a:bodyPr anchor="ctr"/>
                <a:lstStyle/>
                <a:p>
                  <a:pPr algn="ctr" eaLnBrk="1" hangingPunct="1">
                    <a:defRPr/>
                  </a:pPr>
                  <a:endParaRPr lang="en-US" dirty="0">
                    <a:latin typeface="+mj-lt"/>
                  </a:endParaRPr>
                </a:p>
              </p:txBody>
            </p:sp>
            <p:cxnSp>
              <p:nvCxnSpPr>
                <p:cNvPr id="42" name="Straight Connector 41">
                  <a:extLst>
                    <a:ext uri="{FF2B5EF4-FFF2-40B4-BE49-F238E27FC236}">
                      <a16:creationId xmlns:a16="http://schemas.microsoft.com/office/drawing/2014/main" xmlns="" id="{826FA20C-552B-488A-AA61-9A6166AE558E}"/>
                    </a:ext>
                  </a:extLst>
                </p:cNvPr>
                <p:cNvCxnSpPr/>
                <p:nvPr/>
              </p:nvCxnSpPr>
              <p:spPr>
                <a:xfrm>
                  <a:off x="6769896" y="4665208"/>
                  <a:ext cx="345209" cy="714676"/>
                </a:xfrm>
                <a:prstGeom prst="line">
                  <a:avLst/>
                </a:prstGeom>
                <a:ln w="3175">
                  <a:solidFill>
                    <a:schemeClr val="tx1"/>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3" name="Straight Connector 42">
                  <a:extLst>
                    <a:ext uri="{FF2B5EF4-FFF2-40B4-BE49-F238E27FC236}">
                      <a16:creationId xmlns:a16="http://schemas.microsoft.com/office/drawing/2014/main" xmlns="" id="{B864AD5A-90A0-41B6-9CF2-0FE9959F495C}"/>
                    </a:ext>
                  </a:extLst>
                </p:cNvPr>
                <p:cNvCxnSpPr/>
                <p:nvPr/>
              </p:nvCxnSpPr>
              <p:spPr>
                <a:xfrm flipH="1">
                  <a:off x="7115104" y="5191102"/>
                  <a:ext cx="373976" cy="182038"/>
                </a:xfrm>
                <a:prstGeom prst="line">
                  <a:avLst/>
                </a:prstGeom>
                <a:ln w="3175">
                  <a:solidFill>
                    <a:schemeClr val="tx1"/>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grpSp>
          <p:nvGrpSpPr>
            <p:cNvPr id="27" name="Group 30">
              <a:extLst>
                <a:ext uri="{FF2B5EF4-FFF2-40B4-BE49-F238E27FC236}">
                  <a16:creationId xmlns:a16="http://schemas.microsoft.com/office/drawing/2014/main" xmlns="" id="{A85408A8-4CEA-4104-8D2A-ABD405CC153E}"/>
                </a:ext>
              </a:extLst>
            </p:cNvPr>
            <p:cNvGrpSpPr>
              <a:grpSpLocks/>
            </p:cNvGrpSpPr>
            <p:nvPr/>
          </p:nvGrpSpPr>
          <p:grpSpPr bwMode="auto">
            <a:xfrm>
              <a:off x="4782344" y="4392440"/>
              <a:ext cx="690562" cy="762000"/>
              <a:chOff x="6243638" y="4572000"/>
              <a:chExt cx="690562" cy="762000"/>
            </a:xfrm>
          </p:grpSpPr>
          <p:sp>
            <p:nvSpPr>
              <p:cNvPr id="32" name="Rectangle 31">
                <a:extLst>
                  <a:ext uri="{FF2B5EF4-FFF2-40B4-BE49-F238E27FC236}">
                    <a16:creationId xmlns:a16="http://schemas.microsoft.com/office/drawing/2014/main" xmlns="" id="{AD1F7359-7543-4AF5-96F2-7F4705D5D517}"/>
                  </a:ext>
                </a:extLst>
              </p:cNvPr>
              <p:cNvSpPr/>
              <p:nvPr/>
            </p:nvSpPr>
            <p:spPr>
              <a:xfrm>
                <a:off x="6248400" y="4572000"/>
                <a:ext cx="685800" cy="685800"/>
              </a:xfrm>
              <a:prstGeom prst="rect">
                <a:avLst/>
              </a:prstGeom>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endParaRPr lang="en-US" dirty="0">
                  <a:latin typeface="+mj-lt"/>
                </a:endParaRPr>
              </a:p>
            </p:txBody>
          </p:sp>
          <p:grpSp>
            <p:nvGrpSpPr>
              <p:cNvPr id="33" name="Group 18">
                <a:extLst>
                  <a:ext uri="{FF2B5EF4-FFF2-40B4-BE49-F238E27FC236}">
                    <a16:creationId xmlns:a16="http://schemas.microsoft.com/office/drawing/2014/main" xmlns="" id="{308C762D-455B-43E6-B9CE-346CCFADFEB5}"/>
                  </a:ext>
                </a:extLst>
              </p:cNvPr>
              <p:cNvGrpSpPr>
                <a:grpSpLocks/>
              </p:cNvGrpSpPr>
              <p:nvPr/>
            </p:nvGrpSpPr>
            <p:grpSpPr bwMode="auto">
              <a:xfrm>
                <a:off x="6243638" y="4629150"/>
                <a:ext cx="690562" cy="704850"/>
                <a:chOff x="6243638" y="4629150"/>
                <a:chExt cx="1681162" cy="1681162"/>
              </a:xfrm>
            </p:grpSpPr>
            <p:pic>
              <p:nvPicPr>
                <p:cNvPr id="34" name="Picture 3" descr="C:\Documents and Settings\dd\Local Settings\Temporary Internet Files\Content.IE5\QNWT6PGV\MC900431586[1].png">
                  <a:extLst>
                    <a:ext uri="{FF2B5EF4-FFF2-40B4-BE49-F238E27FC236}">
                      <a16:creationId xmlns:a16="http://schemas.microsoft.com/office/drawing/2014/main" xmlns="" id="{7727DDB2-337B-4A08-B3E3-452E574FCCC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43638" y="4629150"/>
                  <a:ext cx="1681162" cy="168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 name="Oval 34">
                  <a:extLst>
                    <a:ext uri="{FF2B5EF4-FFF2-40B4-BE49-F238E27FC236}">
                      <a16:creationId xmlns:a16="http://schemas.microsoft.com/office/drawing/2014/main" xmlns="" id="{3C678E9B-6BFD-47B1-981F-7D732E9CD47E}"/>
                    </a:ext>
                  </a:extLst>
                </p:cNvPr>
                <p:cNvSpPr/>
                <p:nvPr/>
              </p:nvSpPr>
              <p:spPr>
                <a:xfrm>
                  <a:off x="6553199" y="4876801"/>
                  <a:ext cx="1066801" cy="1066799"/>
                </a:xfrm>
                <a:prstGeom prst="ellipse">
                  <a:avLst/>
                </a:prstGeom>
                <a:scene3d>
                  <a:camera prst="orthographicFront">
                    <a:rot lat="0" lon="0" rev="0"/>
                  </a:camera>
                  <a:lightRig rig="threePt" dir="t">
                    <a:rot lat="0" lon="0" rev="1200000"/>
                  </a:lightRig>
                </a:scene3d>
                <a:sp3d>
                  <a:bevelT w="63500" h="25400" prst="softRound"/>
                </a:sp3d>
              </p:spPr>
              <p:style>
                <a:lnRef idx="0">
                  <a:schemeClr val="accent5"/>
                </a:lnRef>
                <a:fillRef idx="3">
                  <a:schemeClr val="accent5"/>
                </a:fillRef>
                <a:effectRef idx="3">
                  <a:schemeClr val="accent5"/>
                </a:effectRef>
                <a:fontRef idx="minor">
                  <a:schemeClr val="lt1"/>
                </a:fontRef>
              </p:style>
              <p:txBody>
                <a:bodyPr anchor="ctr"/>
                <a:lstStyle/>
                <a:p>
                  <a:pPr algn="ctr" eaLnBrk="1" hangingPunct="1">
                    <a:defRPr/>
                  </a:pPr>
                  <a:endParaRPr lang="en-US" dirty="0">
                    <a:latin typeface="+mj-lt"/>
                  </a:endParaRPr>
                </a:p>
              </p:txBody>
            </p:sp>
            <p:cxnSp>
              <p:nvCxnSpPr>
                <p:cNvPr id="36" name="Straight Connector 35">
                  <a:extLst>
                    <a:ext uri="{FF2B5EF4-FFF2-40B4-BE49-F238E27FC236}">
                      <a16:creationId xmlns:a16="http://schemas.microsoft.com/office/drawing/2014/main" xmlns="" id="{AABA1D49-C512-4F2B-B306-77B73BF28629}"/>
                    </a:ext>
                  </a:extLst>
                </p:cNvPr>
                <p:cNvCxnSpPr/>
                <p:nvPr/>
              </p:nvCxnSpPr>
              <p:spPr>
                <a:xfrm flipH="1" flipV="1">
                  <a:off x="7072325" y="5400109"/>
                  <a:ext cx="179794" cy="546123"/>
                </a:xfrm>
                <a:prstGeom prst="line">
                  <a:avLst/>
                </a:prstGeom>
                <a:ln w="3175">
                  <a:solidFill>
                    <a:schemeClr val="tx1"/>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7" name="Straight Connector 36">
                  <a:extLst>
                    <a:ext uri="{FF2B5EF4-FFF2-40B4-BE49-F238E27FC236}">
                      <a16:creationId xmlns:a16="http://schemas.microsoft.com/office/drawing/2014/main" xmlns="" id="{DA2E67D4-5D42-4D56-B30E-57C903BC651A}"/>
                    </a:ext>
                  </a:extLst>
                </p:cNvPr>
                <p:cNvCxnSpPr/>
                <p:nvPr/>
              </p:nvCxnSpPr>
              <p:spPr>
                <a:xfrm flipH="1">
                  <a:off x="7086708" y="5406853"/>
                  <a:ext cx="388360" cy="0"/>
                </a:xfrm>
                <a:prstGeom prst="line">
                  <a:avLst/>
                </a:prstGeom>
                <a:ln w="3175">
                  <a:solidFill>
                    <a:schemeClr val="tx1"/>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cxnSp>
          <p:nvCxnSpPr>
            <p:cNvPr id="29" name="Straight Connector 28">
              <a:extLst>
                <a:ext uri="{FF2B5EF4-FFF2-40B4-BE49-F238E27FC236}">
                  <a16:creationId xmlns:a16="http://schemas.microsoft.com/office/drawing/2014/main" xmlns="" id="{A1028F80-6B6A-47A6-8ADB-25A6FB300C6F}"/>
                </a:ext>
              </a:extLst>
            </p:cNvPr>
            <p:cNvCxnSpPr/>
            <p:nvPr/>
          </p:nvCxnSpPr>
          <p:spPr>
            <a:xfrm>
              <a:off x="3444777" y="4241391"/>
              <a:ext cx="2132904"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30" name="TextBox 101">
              <a:extLst>
                <a:ext uri="{FF2B5EF4-FFF2-40B4-BE49-F238E27FC236}">
                  <a16:creationId xmlns:a16="http://schemas.microsoft.com/office/drawing/2014/main" xmlns="" id="{9A63741D-3C82-4996-AB9D-B718B03E159D}"/>
                </a:ext>
              </a:extLst>
            </p:cNvPr>
            <p:cNvSpPr txBox="1">
              <a:spLocks noChangeArrowheads="1"/>
            </p:cNvSpPr>
            <p:nvPr/>
          </p:nvSpPr>
          <p:spPr bwMode="auto">
            <a:xfrm>
              <a:off x="2805110" y="3169719"/>
              <a:ext cx="1139712" cy="836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3"/>
                </a:buBlip>
                <a:defRPr sz="3200">
                  <a:solidFill>
                    <a:srgbClr val="808080"/>
                  </a:solidFill>
                  <a:latin typeface="Arial" panose="020B0604020202020204" pitchFamily="34" charset="0"/>
                  <a:cs typeface="Arial" panose="020B0604020202020204" pitchFamily="34" charset="0"/>
                </a:defRPr>
              </a:lvl1pPr>
              <a:lvl2pPr marL="742950" indent="-285750">
                <a:spcBef>
                  <a:spcPct val="20000"/>
                </a:spcBef>
                <a:buBlip>
                  <a:blip r:embed="rId3"/>
                </a:buBlip>
                <a:defRPr sz="2800">
                  <a:solidFill>
                    <a:srgbClr val="808080"/>
                  </a:solidFill>
                  <a:latin typeface="Arial" panose="020B0604020202020204" pitchFamily="34" charset="0"/>
                  <a:cs typeface="Arial" panose="020B0604020202020204" pitchFamily="34" charset="0"/>
                </a:defRPr>
              </a:lvl2pPr>
              <a:lvl3pPr marL="1143000" indent="-228600">
                <a:spcBef>
                  <a:spcPct val="20000"/>
                </a:spcBef>
                <a:buBlip>
                  <a:blip r:embed="rId3"/>
                </a:buBlip>
                <a:defRPr sz="2400">
                  <a:solidFill>
                    <a:srgbClr val="808080"/>
                  </a:solidFill>
                  <a:latin typeface="Arial" panose="020B0604020202020204" pitchFamily="34" charset="0"/>
                  <a:cs typeface="Arial" panose="020B0604020202020204" pitchFamily="34" charset="0"/>
                </a:defRPr>
              </a:lvl3pPr>
              <a:lvl4pPr marL="1600200" indent="-228600">
                <a:spcBef>
                  <a:spcPct val="20000"/>
                </a:spcBef>
                <a:buBlip>
                  <a:blip r:embed="rId3"/>
                </a:buBlip>
                <a:defRPr sz="2000">
                  <a:solidFill>
                    <a:srgbClr val="808080"/>
                  </a:solidFill>
                  <a:latin typeface="Arial" panose="020B0604020202020204" pitchFamily="34" charset="0"/>
                  <a:cs typeface="Arial" panose="020B0604020202020204" pitchFamily="34" charset="0"/>
                </a:defRPr>
              </a:lvl4pPr>
              <a:lvl5pPr marL="2057400" indent="-228600">
                <a:spcBef>
                  <a:spcPct val="20000"/>
                </a:spcBef>
                <a:buBlip>
                  <a:blip r:embed="rId3"/>
                </a:buBlip>
                <a:defRPr sz="2000">
                  <a:solidFill>
                    <a:srgbClr val="808080"/>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3"/>
                </a:buBlip>
                <a:defRPr sz="2000">
                  <a:solidFill>
                    <a:srgbClr val="808080"/>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3"/>
                </a:buBlip>
                <a:defRPr sz="2000">
                  <a:solidFill>
                    <a:srgbClr val="808080"/>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3"/>
                </a:buBlip>
                <a:defRPr sz="2000">
                  <a:solidFill>
                    <a:srgbClr val="808080"/>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3"/>
                </a:buBlip>
                <a:defRPr sz="2000">
                  <a:solidFill>
                    <a:srgbClr val="808080"/>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1600" b="1" dirty="0">
                  <a:solidFill>
                    <a:schemeClr val="tx1"/>
                  </a:solidFill>
                  <a:latin typeface="+mj-lt"/>
                </a:rPr>
                <a:t>Time server</a:t>
              </a:r>
            </a:p>
          </p:txBody>
        </p:sp>
        <p:cxnSp>
          <p:nvCxnSpPr>
            <p:cNvPr id="31" name="Straight Arrow Connector 30">
              <a:extLst>
                <a:ext uri="{FF2B5EF4-FFF2-40B4-BE49-F238E27FC236}">
                  <a16:creationId xmlns:a16="http://schemas.microsoft.com/office/drawing/2014/main" xmlns="" id="{2781F1BA-000B-4945-8037-B366471C7A7A}"/>
                </a:ext>
              </a:extLst>
            </p:cNvPr>
            <p:cNvCxnSpPr/>
            <p:nvPr/>
          </p:nvCxnSpPr>
          <p:spPr>
            <a:xfrm>
              <a:off x="3825863" y="3630808"/>
              <a:ext cx="304279" cy="228970"/>
            </a:xfrm>
            <a:prstGeom prst="straightConnector1">
              <a:avLst/>
            </a:prstGeom>
            <a:ln>
              <a:solidFill>
                <a:schemeClr val="tx1"/>
              </a:solidFill>
              <a:prstDash val="sysDash"/>
              <a:tailEnd type="arrow"/>
            </a:ln>
          </p:spPr>
          <p:style>
            <a:lnRef idx="1">
              <a:schemeClr val="accent1"/>
            </a:lnRef>
            <a:fillRef idx="0">
              <a:schemeClr val="accent1"/>
            </a:fillRef>
            <a:effectRef idx="0">
              <a:schemeClr val="accent1"/>
            </a:effectRef>
            <a:fontRef idx="minor">
              <a:schemeClr val="tx1"/>
            </a:fontRef>
          </p:style>
        </p:cxnSp>
      </p:grpSp>
      <p:sp>
        <p:nvSpPr>
          <p:cNvPr id="50" name="Rectangle 49">
            <a:extLst>
              <a:ext uri="{FF2B5EF4-FFF2-40B4-BE49-F238E27FC236}">
                <a16:creationId xmlns:a16="http://schemas.microsoft.com/office/drawing/2014/main" xmlns="" id="{3DB4A108-0CCA-402D-90DC-9538F20BDBD5}"/>
              </a:ext>
            </a:extLst>
          </p:cNvPr>
          <p:cNvSpPr/>
          <p:nvPr/>
        </p:nvSpPr>
        <p:spPr>
          <a:xfrm>
            <a:off x="3720175" y="4624628"/>
            <a:ext cx="3659235" cy="871243"/>
          </a:xfrm>
          <a:prstGeom prst="rect">
            <a:avLst/>
          </a:prstGeom>
          <a:solidFill>
            <a:srgbClr val="1D306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2400" dirty="0">
                <a:latin typeface="+mj-lt"/>
              </a:rPr>
              <a:t>Berkeley Clock Synchronization Algorithm</a:t>
            </a:r>
          </a:p>
        </p:txBody>
      </p:sp>
      <p:grpSp>
        <p:nvGrpSpPr>
          <p:cNvPr id="51" name="Group 132">
            <a:extLst>
              <a:ext uri="{FF2B5EF4-FFF2-40B4-BE49-F238E27FC236}">
                <a16:creationId xmlns:a16="http://schemas.microsoft.com/office/drawing/2014/main" xmlns="" id="{1957E094-EFF1-4822-9961-644B48FAD457}"/>
              </a:ext>
            </a:extLst>
          </p:cNvPr>
          <p:cNvGrpSpPr>
            <a:grpSpLocks/>
          </p:cNvGrpSpPr>
          <p:nvPr/>
        </p:nvGrpSpPr>
        <p:grpSpPr bwMode="auto">
          <a:xfrm>
            <a:off x="399190" y="2976453"/>
            <a:ext cx="2673171" cy="1196980"/>
            <a:chOff x="3081069" y="4648200"/>
            <a:chExt cx="3922534" cy="1928026"/>
          </a:xfrm>
        </p:grpSpPr>
        <p:pic>
          <p:nvPicPr>
            <p:cNvPr id="52" name="Picture 2" descr="http://igcministries.org/images/WorldMap.gif">
              <a:extLst>
                <a:ext uri="{FF2B5EF4-FFF2-40B4-BE49-F238E27FC236}">
                  <a16:creationId xmlns:a16="http://schemas.microsoft.com/office/drawing/2014/main" xmlns="" id="{F2122A46-EF83-4716-BE1D-83B92FF29782}"/>
                </a:ext>
              </a:extLst>
            </p:cNvPr>
            <p:cNvPicPr>
              <a:picLocks noChangeAspect="1" noChangeArrowheads="1"/>
            </p:cNvPicPr>
            <p:nvPr/>
          </p:nvPicPr>
          <p:blipFill>
            <a:blip r:embed="rId4" cstate="print">
              <a:duotone>
                <a:schemeClr val="accent3">
                  <a:shade val="45000"/>
                  <a:satMod val="135000"/>
                </a:schemeClr>
                <a:prstClr val="white"/>
              </a:duotone>
              <a:extLst/>
            </a:blip>
            <a:srcRect/>
            <a:stretch>
              <a:fillRect/>
            </a:stretch>
          </p:blipFill>
          <p:spPr bwMode="auto">
            <a:xfrm>
              <a:off x="3081069" y="4648200"/>
              <a:ext cx="3922534" cy="1928026"/>
            </a:xfrm>
            <a:prstGeom prst="rect">
              <a:avLst/>
            </a:prstGeom>
            <a:noFill/>
            <a:extLst/>
          </p:spPr>
        </p:pic>
        <p:pic>
          <p:nvPicPr>
            <p:cNvPr id="53" name="Picture 4" descr="C:\Users\vkolar\AppData\Local\Microsoft\Windows\Temporary Internet Files\Content.IE5\VTHTR7LA\MC900330866[1].wmf">
              <a:extLst>
                <a:ext uri="{FF2B5EF4-FFF2-40B4-BE49-F238E27FC236}">
                  <a16:creationId xmlns:a16="http://schemas.microsoft.com/office/drawing/2014/main" xmlns="" id="{FAD34B4B-0E79-466F-8045-245A477801C3}"/>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416987" y="4840760"/>
              <a:ext cx="435876" cy="732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 name="Picture 3" descr="C:\Users\vkolar\AppData\Local\Microsoft\Windows\Temporary Internet Files\Content.IE5\HRUY4RJ7\MC900442122[1].png">
              <a:extLst>
                <a:ext uri="{FF2B5EF4-FFF2-40B4-BE49-F238E27FC236}">
                  <a16:creationId xmlns:a16="http://schemas.microsoft.com/office/drawing/2014/main" xmlns="" id="{5060FF7A-841B-42F9-B423-69B356CDFD4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21263" y="5151438"/>
              <a:ext cx="477837"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 name="Picture 5" descr="C:\Users\vkolar\AppData\Local\Microsoft\Windows\Temporary Internet Files\Content.IE5\HRUY4RJ7\MC900331642[1].wmf">
              <a:extLst>
                <a:ext uri="{FF2B5EF4-FFF2-40B4-BE49-F238E27FC236}">
                  <a16:creationId xmlns:a16="http://schemas.microsoft.com/office/drawing/2014/main" xmlns="" id="{2BE5507A-92FA-46CC-A18A-EC3B7C8BC24F}"/>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237303" y="5714857"/>
              <a:ext cx="458207" cy="585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6" name="Straight Arrow Connector 55">
              <a:extLst>
                <a:ext uri="{FF2B5EF4-FFF2-40B4-BE49-F238E27FC236}">
                  <a16:creationId xmlns:a16="http://schemas.microsoft.com/office/drawing/2014/main" xmlns="" id="{AB5D2CB4-7160-4DCB-842D-2CE40618264A}"/>
                </a:ext>
              </a:extLst>
            </p:cNvPr>
            <p:cNvCxnSpPr/>
            <p:nvPr/>
          </p:nvCxnSpPr>
          <p:spPr>
            <a:xfrm flipH="1" flipV="1">
              <a:off x="5499314" y="5388326"/>
              <a:ext cx="739698" cy="658712"/>
            </a:xfrm>
            <a:prstGeom prst="straightConnector1">
              <a:avLst/>
            </a:prstGeom>
            <a:ln w="19050">
              <a:solidFill>
                <a:schemeClr val="tx1"/>
              </a:solidFill>
              <a:prstDash val="sysDash"/>
              <a:tailEnd type="arrow"/>
            </a:ln>
          </p:spPr>
          <p:style>
            <a:lnRef idx="1">
              <a:schemeClr val="dk1"/>
            </a:lnRef>
            <a:fillRef idx="0">
              <a:schemeClr val="dk1"/>
            </a:fillRef>
            <a:effectRef idx="0">
              <a:schemeClr val="dk1"/>
            </a:effectRef>
            <a:fontRef idx="minor">
              <a:schemeClr val="tx1"/>
            </a:fontRef>
          </p:style>
        </p:cxnSp>
        <p:cxnSp>
          <p:nvCxnSpPr>
            <p:cNvPr id="57" name="Straight Arrow Connector 56">
              <a:extLst>
                <a:ext uri="{FF2B5EF4-FFF2-40B4-BE49-F238E27FC236}">
                  <a16:creationId xmlns:a16="http://schemas.microsoft.com/office/drawing/2014/main" xmlns="" id="{F1157817-D01A-4C60-BB69-287A8938D4F3}"/>
                </a:ext>
              </a:extLst>
            </p:cNvPr>
            <p:cNvCxnSpPr/>
            <p:nvPr/>
          </p:nvCxnSpPr>
          <p:spPr>
            <a:xfrm flipH="1">
              <a:off x="3774535" y="5388326"/>
              <a:ext cx="1248242" cy="14803"/>
            </a:xfrm>
            <a:prstGeom prst="straightConnector1">
              <a:avLst/>
            </a:prstGeom>
            <a:ln w="19050">
              <a:solidFill>
                <a:schemeClr val="tx1"/>
              </a:solidFill>
              <a:prstDash val="sysDash"/>
              <a:tailEnd type="arrow"/>
            </a:ln>
          </p:spPr>
          <p:style>
            <a:lnRef idx="1">
              <a:schemeClr val="dk1"/>
            </a:lnRef>
            <a:fillRef idx="0">
              <a:schemeClr val="dk1"/>
            </a:fillRef>
            <a:effectRef idx="0">
              <a:schemeClr val="dk1"/>
            </a:effectRef>
            <a:fontRef idx="minor">
              <a:schemeClr val="tx1"/>
            </a:fontRef>
          </p:style>
        </p:cxnSp>
      </p:grpSp>
      <p:sp>
        <p:nvSpPr>
          <p:cNvPr id="58" name="Rectangle 57">
            <a:extLst>
              <a:ext uri="{FF2B5EF4-FFF2-40B4-BE49-F238E27FC236}">
                <a16:creationId xmlns:a16="http://schemas.microsoft.com/office/drawing/2014/main" xmlns="" id="{23D8A8C5-1BF4-4FA2-AF8A-792B7AA45FFC}"/>
              </a:ext>
            </a:extLst>
          </p:cNvPr>
          <p:cNvSpPr/>
          <p:nvPr/>
        </p:nvSpPr>
        <p:spPr>
          <a:xfrm>
            <a:off x="367501" y="4632927"/>
            <a:ext cx="2704860" cy="862944"/>
          </a:xfrm>
          <a:prstGeom prst="rect">
            <a:avLst/>
          </a:prstGeom>
          <a:solidFill>
            <a:srgbClr val="1D306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2400" dirty="0">
                <a:latin typeface="+mj-lt"/>
              </a:rPr>
              <a:t>Home Node Selection in Naming</a:t>
            </a:r>
          </a:p>
        </p:txBody>
      </p:sp>
    </p:spTree>
    <p:extLst>
      <p:ext uri="{BB962C8B-B14F-4D97-AF65-F5344CB8AC3E}">
        <p14:creationId xmlns:p14="http://schemas.microsoft.com/office/powerpoint/2010/main" val="27709624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50" grpId="0" animBg="1"/>
      <p:bldP spid="58"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Election Algorithms</a:t>
            </a:r>
          </a:p>
        </p:txBody>
      </p:sp>
      <p:sp>
        <p:nvSpPr>
          <p:cNvPr id="28" name="Content Placeholder 2">
            <a:extLst>
              <a:ext uri="{FF2B5EF4-FFF2-40B4-BE49-F238E27FC236}">
                <a16:creationId xmlns:a16="http://schemas.microsoft.com/office/drawing/2014/main" xmlns="" id="{05FF24D1-5277-417B-BCE3-776DD62CA93A}"/>
              </a:ext>
            </a:extLst>
          </p:cNvPr>
          <p:cNvSpPr>
            <a:spLocks noGrp="1"/>
          </p:cNvSpPr>
          <p:nvPr>
            <p:ph idx="1"/>
          </p:nvPr>
        </p:nvSpPr>
        <p:spPr/>
        <p:txBody>
          <a:bodyPr>
            <a:normAutofit/>
          </a:bodyPr>
          <a:lstStyle/>
          <a:p>
            <a:pPr>
              <a:lnSpc>
                <a:spcPct val="110000"/>
              </a:lnSpc>
              <a:spcBef>
                <a:spcPts val="200"/>
              </a:spcBef>
              <a:spcAft>
                <a:spcPts val="200"/>
              </a:spcAft>
            </a:pPr>
            <a:r>
              <a:rPr lang="en-US" altLang="en-US" dirty="0">
                <a:latin typeface="+mj-lt"/>
              </a:rPr>
              <a:t>What is Election?</a:t>
            </a:r>
          </a:p>
          <a:p>
            <a:pPr>
              <a:lnSpc>
                <a:spcPct val="110000"/>
              </a:lnSpc>
              <a:spcBef>
                <a:spcPts val="200"/>
              </a:spcBef>
              <a:spcAft>
                <a:spcPts val="200"/>
              </a:spcAft>
            </a:pPr>
            <a:r>
              <a:rPr lang="en-US" altLang="en-US" dirty="0" smtClean="0">
                <a:latin typeface="+mj-lt"/>
              </a:rPr>
              <a:t>In </a:t>
            </a:r>
            <a:r>
              <a:rPr lang="en-US" altLang="en-US" dirty="0">
                <a:latin typeface="+mj-lt"/>
              </a:rPr>
              <a:t>a group of processes, elect a leader to </a:t>
            </a:r>
            <a:r>
              <a:rPr lang="en-US" altLang="en-US" dirty="0" smtClean="0">
                <a:latin typeface="+mj-lt"/>
              </a:rPr>
              <a:t>undertake special </a:t>
            </a:r>
            <a:r>
              <a:rPr lang="en-US" altLang="en-US" dirty="0">
                <a:latin typeface="+mj-lt"/>
              </a:rPr>
              <a:t>tasks.</a:t>
            </a:r>
          </a:p>
          <a:p>
            <a:pPr>
              <a:lnSpc>
                <a:spcPct val="110000"/>
              </a:lnSpc>
              <a:spcBef>
                <a:spcPts val="200"/>
              </a:spcBef>
              <a:spcAft>
                <a:spcPts val="200"/>
              </a:spcAft>
            </a:pPr>
            <a:r>
              <a:rPr lang="en-US" altLang="en-US" dirty="0" smtClean="0">
                <a:latin typeface="+mj-lt"/>
              </a:rPr>
              <a:t>What </a:t>
            </a:r>
            <a:r>
              <a:rPr lang="en-US" altLang="en-US" dirty="0">
                <a:latin typeface="+mj-lt"/>
              </a:rPr>
              <a:t>happens when a </a:t>
            </a:r>
            <a:r>
              <a:rPr lang="en-US" altLang="en-US" dirty="0">
                <a:solidFill>
                  <a:schemeClr val="accent6"/>
                </a:solidFill>
                <a:latin typeface="+mj-lt"/>
              </a:rPr>
              <a:t>leader fails (crashes)</a:t>
            </a:r>
          </a:p>
          <a:p>
            <a:pPr lvl="1">
              <a:lnSpc>
                <a:spcPct val="100000"/>
              </a:lnSpc>
              <a:spcBef>
                <a:spcPts val="200"/>
              </a:spcBef>
              <a:spcAft>
                <a:spcPts val="200"/>
              </a:spcAft>
              <a:buFont typeface="Wingdings" panose="05000000000000000000" pitchFamily="2" charset="2"/>
              <a:buChar char="§"/>
            </a:pPr>
            <a:r>
              <a:rPr lang="en-US" altLang="en-US" sz="2400" dirty="0" smtClean="0">
                <a:latin typeface="+mj-lt"/>
                <a:ea typeface="Arial" panose="020B0604020202020204" pitchFamily="34" charset="0"/>
              </a:rPr>
              <a:t>Some </a:t>
            </a:r>
            <a:r>
              <a:rPr lang="en-US" altLang="en-US" sz="2400" dirty="0">
                <a:latin typeface="+mj-lt"/>
                <a:ea typeface="Arial" panose="020B0604020202020204" pitchFamily="34" charset="0"/>
              </a:rPr>
              <a:t>process detects this (how?)</a:t>
            </a:r>
          </a:p>
          <a:p>
            <a:pPr lvl="1">
              <a:lnSpc>
                <a:spcPct val="100000"/>
              </a:lnSpc>
              <a:spcBef>
                <a:spcPts val="200"/>
              </a:spcBef>
              <a:spcAft>
                <a:spcPts val="200"/>
              </a:spcAft>
              <a:buFont typeface="Wingdings" panose="05000000000000000000" pitchFamily="2" charset="2"/>
              <a:buChar char="§"/>
            </a:pPr>
            <a:r>
              <a:rPr lang="en-US" altLang="en-US" sz="2400" dirty="0" smtClean="0">
                <a:latin typeface="+mj-lt"/>
                <a:ea typeface="Arial" panose="020B0604020202020204" pitchFamily="34" charset="0"/>
              </a:rPr>
              <a:t>Then </a:t>
            </a:r>
            <a:r>
              <a:rPr lang="en-US" altLang="en-US" sz="2400" dirty="0">
                <a:latin typeface="+mj-lt"/>
                <a:ea typeface="Arial" panose="020B0604020202020204" pitchFamily="34" charset="0"/>
              </a:rPr>
              <a:t>what?</a:t>
            </a:r>
          </a:p>
          <a:p>
            <a:pPr>
              <a:lnSpc>
                <a:spcPct val="110000"/>
              </a:lnSpc>
              <a:spcBef>
                <a:spcPts val="200"/>
              </a:spcBef>
              <a:spcAft>
                <a:spcPts val="200"/>
              </a:spcAft>
            </a:pPr>
            <a:r>
              <a:rPr lang="en-US" altLang="en-US" dirty="0" smtClean="0">
                <a:latin typeface="+mj-lt"/>
              </a:rPr>
              <a:t>Any </a:t>
            </a:r>
            <a:r>
              <a:rPr lang="en-US" altLang="en-US" dirty="0">
                <a:latin typeface="+mj-lt"/>
              </a:rPr>
              <a:t>process can </a:t>
            </a:r>
            <a:r>
              <a:rPr lang="en-US" altLang="en-US" dirty="0">
                <a:solidFill>
                  <a:schemeClr val="accent6"/>
                </a:solidFill>
                <a:latin typeface="+mj-lt"/>
              </a:rPr>
              <a:t>serve as </a:t>
            </a:r>
            <a:r>
              <a:rPr lang="en-US" altLang="en-US" dirty="0" smtClean="0">
                <a:solidFill>
                  <a:schemeClr val="accent6"/>
                </a:solidFill>
                <a:latin typeface="+mj-lt"/>
              </a:rPr>
              <a:t>coordinator</a:t>
            </a:r>
            <a:endParaRPr lang="en-US" altLang="en-US" dirty="0">
              <a:solidFill>
                <a:schemeClr val="accent6"/>
              </a:solidFill>
              <a:latin typeface="+mj-lt"/>
            </a:endParaRPr>
          </a:p>
          <a:p>
            <a:pPr>
              <a:lnSpc>
                <a:spcPct val="110000"/>
              </a:lnSpc>
              <a:spcBef>
                <a:spcPts val="200"/>
              </a:spcBef>
              <a:spcAft>
                <a:spcPts val="200"/>
              </a:spcAft>
            </a:pPr>
            <a:r>
              <a:rPr lang="en-US" altLang="en-US" dirty="0">
                <a:latin typeface="+mj-lt"/>
              </a:rPr>
              <a:t>Any process can “</a:t>
            </a:r>
            <a:r>
              <a:rPr lang="en-US" altLang="en-US" dirty="0">
                <a:solidFill>
                  <a:schemeClr val="accent6"/>
                </a:solidFill>
                <a:latin typeface="+mj-lt"/>
              </a:rPr>
              <a:t>call an election</a:t>
            </a:r>
            <a:r>
              <a:rPr lang="en-US" altLang="en-US" dirty="0">
                <a:latin typeface="+mj-lt"/>
              </a:rPr>
              <a:t>” (initiate the algorithm to choose a </a:t>
            </a:r>
            <a:r>
              <a:rPr lang="en-US" altLang="en-US" dirty="0">
                <a:solidFill>
                  <a:schemeClr val="accent6"/>
                </a:solidFill>
                <a:latin typeface="+mj-lt"/>
              </a:rPr>
              <a:t>new coordinator</a:t>
            </a:r>
            <a:r>
              <a:rPr lang="en-US" altLang="en-US" dirty="0">
                <a:latin typeface="+mj-lt"/>
              </a:rPr>
              <a:t>). </a:t>
            </a:r>
          </a:p>
          <a:p>
            <a:pPr lvl="1">
              <a:lnSpc>
                <a:spcPct val="100000"/>
              </a:lnSpc>
              <a:spcBef>
                <a:spcPts val="200"/>
              </a:spcBef>
              <a:spcAft>
                <a:spcPts val="200"/>
              </a:spcAft>
              <a:buFont typeface="Wingdings" panose="05000000000000000000" pitchFamily="2" charset="2"/>
              <a:buChar char="§"/>
            </a:pPr>
            <a:r>
              <a:rPr lang="en-US" altLang="en-US" sz="2400" dirty="0">
                <a:latin typeface="+mj-lt"/>
                <a:ea typeface="Arial" panose="020B0604020202020204" pitchFamily="34" charset="0"/>
              </a:rPr>
              <a:t>There is no harm (other than extra message traffic) in having multiple concurrent elections. </a:t>
            </a:r>
          </a:p>
          <a:p>
            <a:pPr>
              <a:lnSpc>
                <a:spcPct val="110000"/>
              </a:lnSpc>
              <a:spcBef>
                <a:spcPts val="200"/>
              </a:spcBef>
              <a:spcAft>
                <a:spcPts val="200"/>
              </a:spcAft>
            </a:pPr>
            <a:r>
              <a:rPr lang="en-US" altLang="en-US" dirty="0">
                <a:latin typeface="+mj-lt"/>
              </a:rPr>
              <a:t>Elections may be needed when the system is initialized, or if the coordinator crashes or retires</a:t>
            </a:r>
            <a:r>
              <a:rPr lang="en-US" altLang="en-US" dirty="0" smtClean="0">
                <a:latin typeface="+mj-lt"/>
              </a:rPr>
              <a:t>.</a:t>
            </a:r>
          </a:p>
          <a:p>
            <a:pPr>
              <a:lnSpc>
                <a:spcPct val="110000"/>
              </a:lnSpc>
              <a:spcBef>
                <a:spcPts val="200"/>
              </a:spcBef>
              <a:spcAft>
                <a:spcPts val="200"/>
              </a:spcAft>
            </a:pPr>
            <a:r>
              <a:rPr lang="en-US" altLang="en-US" dirty="0">
                <a:latin typeface="+mj-lt"/>
              </a:rPr>
              <a:t>An algorithm for choosing a unique process to play a particular </a:t>
            </a:r>
            <a:r>
              <a:rPr lang="en-US" altLang="en-US" dirty="0" smtClean="0">
                <a:latin typeface="+mj-lt"/>
              </a:rPr>
              <a:t>role.</a:t>
            </a:r>
            <a:endParaRPr lang="en-US" altLang="en-US" dirty="0">
              <a:latin typeface="+mj-lt"/>
            </a:endParaRPr>
          </a:p>
        </p:txBody>
      </p:sp>
      <p:pic>
        <p:nvPicPr>
          <p:cNvPr id="3" name="Picture 2"/>
          <p:cNvPicPr>
            <a:picLocks noChangeAspect="1"/>
          </p:cNvPicPr>
          <p:nvPr/>
        </p:nvPicPr>
        <p:blipFill rotWithShape="1">
          <a:blip r:embed="rId2"/>
          <a:srcRect l="6793" t="18778" r="2283"/>
          <a:stretch/>
        </p:blipFill>
        <p:spPr>
          <a:xfrm>
            <a:off x="8386760" y="768353"/>
            <a:ext cx="3748332" cy="2589212"/>
          </a:xfrm>
          <a:prstGeom prst="rect">
            <a:avLst/>
          </a:prstGeom>
        </p:spPr>
      </p:pic>
    </p:spTree>
    <p:extLst>
      <p:ext uri="{BB962C8B-B14F-4D97-AF65-F5344CB8AC3E}">
        <p14:creationId xmlns:p14="http://schemas.microsoft.com/office/powerpoint/2010/main" val="25375264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8">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8">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8">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8">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8">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8">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8">
                                            <p:txEl>
                                              <p:pRg st="8" end="8"/>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8">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Assumptions</a:t>
            </a:r>
          </a:p>
        </p:txBody>
      </p:sp>
      <p:sp>
        <p:nvSpPr>
          <p:cNvPr id="28" name="Content Placeholder 2">
            <a:extLst>
              <a:ext uri="{FF2B5EF4-FFF2-40B4-BE49-F238E27FC236}">
                <a16:creationId xmlns:a16="http://schemas.microsoft.com/office/drawing/2014/main" xmlns="" id="{05FF24D1-5277-417B-BCE3-776DD62CA93A}"/>
              </a:ext>
            </a:extLst>
          </p:cNvPr>
          <p:cNvSpPr>
            <a:spLocks noGrp="1"/>
          </p:cNvSpPr>
          <p:nvPr>
            <p:ph idx="1"/>
          </p:nvPr>
        </p:nvSpPr>
        <p:spPr/>
        <p:txBody>
          <a:bodyPr>
            <a:noAutofit/>
          </a:bodyPr>
          <a:lstStyle/>
          <a:p>
            <a:pPr>
              <a:lnSpc>
                <a:spcPct val="110000"/>
              </a:lnSpc>
              <a:spcBef>
                <a:spcPts val="200"/>
              </a:spcBef>
              <a:spcAft>
                <a:spcPts val="200"/>
              </a:spcAft>
            </a:pPr>
            <a:r>
              <a:rPr lang="en-US" altLang="en-US" dirty="0">
                <a:latin typeface="+mj-lt"/>
              </a:rPr>
              <a:t>Any process can call for an election. </a:t>
            </a:r>
            <a:endParaRPr lang="en-US" altLang="en-US" dirty="0" smtClean="0">
              <a:latin typeface="+mj-lt"/>
            </a:endParaRPr>
          </a:p>
          <a:p>
            <a:pPr>
              <a:lnSpc>
                <a:spcPct val="110000"/>
              </a:lnSpc>
              <a:spcBef>
                <a:spcPts val="200"/>
              </a:spcBef>
              <a:spcAft>
                <a:spcPts val="200"/>
              </a:spcAft>
            </a:pPr>
            <a:r>
              <a:rPr lang="en-US" altLang="en-US" dirty="0">
                <a:latin typeface="+mj-lt"/>
              </a:rPr>
              <a:t>A process can call for at most one election at a time. </a:t>
            </a:r>
          </a:p>
          <a:p>
            <a:pPr>
              <a:lnSpc>
                <a:spcPct val="110000"/>
              </a:lnSpc>
              <a:spcBef>
                <a:spcPts val="200"/>
              </a:spcBef>
              <a:spcAft>
                <a:spcPts val="200"/>
              </a:spcAft>
            </a:pPr>
            <a:r>
              <a:rPr lang="en-US" altLang="en-US" dirty="0" smtClean="0">
                <a:latin typeface="+mj-lt"/>
              </a:rPr>
              <a:t>Every </a:t>
            </a:r>
            <a:r>
              <a:rPr lang="en-US" altLang="en-US" dirty="0">
                <a:latin typeface="+mj-lt"/>
              </a:rPr>
              <a:t>process/site has a unique ID; e.g.</a:t>
            </a:r>
          </a:p>
          <a:p>
            <a:pPr lvl="1">
              <a:lnSpc>
                <a:spcPct val="100000"/>
              </a:lnSpc>
              <a:spcBef>
                <a:spcPts val="200"/>
              </a:spcBef>
              <a:spcAft>
                <a:spcPts val="200"/>
              </a:spcAft>
              <a:buFont typeface="Wingdings" panose="05000000000000000000" pitchFamily="2" charset="2"/>
              <a:buChar char="§"/>
            </a:pPr>
            <a:r>
              <a:rPr lang="en-US" altLang="en-US" sz="2400" dirty="0">
                <a:latin typeface="+mj-lt"/>
                <a:ea typeface="Arial" panose="020B0604020202020204" pitchFamily="34" charset="0"/>
              </a:rPr>
              <a:t>The network address</a:t>
            </a:r>
          </a:p>
          <a:p>
            <a:pPr lvl="1">
              <a:lnSpc>
                <a:spcPct val="100000"/>
              </a:lnSpc>
              <a:spcBef>
                <a:spcPts val="200"/>
              </a:spcBef>
              <a:spcAft>
                <a:spcPts val="200"/>
              </a:spcAft>
              <a:buFont typeface="Wingdings" panose="05000000000000000000" pitchFamily="2" charset="2"/>
              <a:buChar char="§"/>
            </a:pPr>
            <a:r>
              <a:rPr lang="en-US" altLang="en-US" sz="2400" dirty="0">
                <a:latin typeface="+mj-lt"/>
                <a:ea typeface="Arial" panose="020B0604020202020204" pitchFamily="34" charset="0"/>
              </a:rPr>
              <a:t>A process number</a:t>
            </a:r>
          </a:p>
          <a:p>
            <a:pPr>
              <a:lnSpc>
                <a:spcPct val="110000"/>
              </a:lnSpc>
              <a:spcBef>
                <a:spcPts val="200"/>
              </a:spcBef>
              <a:spcAft>
                <a:spcPts val="200"/>
              </a:spcAft>
            </a:pPr>
            <a:r>
              <a:rPr lang="en-US" altLang="en-US" dirty="0">
                <a:latin typeface="+mj-lt"/>
              </a:rPr>
              <a:t>Every process in the system should know the values in the set of ID numbers, although not which processors are up or down.</a:t>
            </a:r>
          </a:p>
          <a:p>
            <a:pPr>
              <a:lnSpc>
                <a:spcPct val="110000"/>
              </a:lnSpc>
              <a:spcBef>
                <a:spcPts val="200"/>
              </a:spcBef>
              <a:spcAft>
                <a:spcPts val="200"/>
              </a:spcAft>
            </a:pPr>
            <a:r>
              <a:rPr lang="en-US" altLang="en-US" dirty="0">
                <a:latin typeface="+mj-lt"/>
              </a:rPr>
              <a:t>The process with the highest ID number will be the new coordinator</a:t>
            </a:r>
            <a:r>
              <a:rPr lang="en-US" altLang="en-US" dirty="0" smtClean="0">
                <a:latin typeface="+mj-lt"/>
              </a:rPr>
              <a:t>.</a:t>
            </a:r>
          </a:p>
          <a:p>
            <a:pPr>
              <a:lnSpc>
                <a:spcPct val="110000"/>
              </a:lnSpc>
              <a:spcBef>
                <a:spcPts val="200"/>
              </a:spcBef>
              <a:spcAft>
                <a:spcPts val="200"/>
              </a:spcAft>
            </a:pPr>
            <a:r>
              <a:rPr lang="en-US" altLang="en-US" dirty="0" smtClean="0">
                <a:latin typeface="+mj-lt"/>
              </a:rPr>
              <a:t>Multiple </a:t>
            </a:r>
            <a:r>
              <a:rPr lang="en-US" altLang="en-US" dirty="0">
                <a:latin typeface="+mj-lt"/>
              </a:rPr>
              <a:t>processes can call an </a:t>
            </a:r>
            <a:r>
              <a:rPr lang="en-US" altLang="en-US" dirty="0" smtClean="0">
                <a:latin typeface="+mj-lt"/>
              </a:rPr>
              <a:t>election simultaneously</a:t>
            </a:r>
            <a:r>
              <a:rPr lang="en-US" altLang="en-US" dirty="0">
                <a:latin typeface="+mj-lt"/>
              </a:rPr>
              <a:t>.</a:t>
            </a:r>
          </a:p>
          <a:p>
            <a:pPr lvl="1">
              <a:lnSpc>
                <a:spcPct val="100000"/>
              </a:lnSpc>
              <a:spcBef>
                <a:spcPts val="200"/>
              </a:spcBef>
              <a:spcAft>
                <a:spcPts val="200"/>
              </a:spcAft>
              <a:buFont typeface="Wingdings" panose="05000000000000000000" pitchFamily="2" charset="2"/>
              <a:buChar char="§"/>
            </a:pPr>
            <a:r>
              <a:rPr lang="en-US" altLang="en-US" sz="2400" dirty="0" smtClean="0">
                <a:latin typeface="+mj-lt"/>
                <a:ea typeface="Arial" panose="020B0604020202020204" pitchFamily="34" charset="0"/>
              </a:rPr>
              <a:t>All </a:t>
            </a:r>
            <a:r>
              <a:rPr lang="en-US" altLang="en-US" sz="2400" dirty="0">
                <a:latin typeface="+mj-lt"/>
                <a:ea typeface="Arial" panose="020B0604020202020204" pitchFamily="34" charset="0"/>
              </a:rPr>
              <a:t>of them together must yield a single leader only</a:t>
            </a:r>
          </a:p>
          <a:p>
            <a:pPr lvl="1">
              <a:lnSpc>
                <a:spcPct val="100000"/>
              </a:lnSpc>
              <a:spcBef>
                <a:spcPts val="200"/>
              </a:spcBef>
              <a:spcAft>
                <a:spcPts val="200"/>
              </a:spcAft>
              <a:buFont typeface="Wingdings" panose="05000000000000000000" pitchFamily="2" charset="2"/>
              <a:buChar char="§"/>
            </a:pPr>
            <a:r>
              <a:rPr lang="en-US" altLang="en-US" sz="2400" dirty="0" smtClean="0">
                <a:latin typeface="+mj-lt"/>
                <a:ea typeface="Arial" panose="020B0604020202020204" pitchFamily="34" charset="0"/>
              </a:rPr>
              <a:t>The </a:t>
            </a:r>
            <a:r>
              <a:rPr lang="en-US" altLang="en-US" sz="2400" dirty="0">
                <a:latin typeface="+mj-lt"/>
                <a:ea typeface="Arial" panose="020B0604020202020204" pitchFamily="34" charset="0"/>
              </a:rPr>
              <a:t>result of an election should not depend on </a:t>
            </a:r>
            <a:r>
              <a:rPr lang="en-US" altLang="en-US" sz="2400" dirty="0" smtClean="0">
                <a:latin typeface="+mj-lt"/>
                <a:ea typeface="Arial" panose="020B0604020202020204" pitchFamily="34" charset="0"/>
              </a:rPr>
              <a:t>which </a:t>
            </a:r>
            <a:r>
              <a:rPr lang="en-US" altLang="en-US" sz="2400" dirty="0" smtClean="0">
                <a:latin typeface="+mj-lt"/>
              </a:rPr>
              <a:t>process </a:t>
            </a:r>
            <a:r>
              <a:rPr lang="en-US" altLang="en-US" sz="2400" dirty="0">
                <a:latin typeface="+mj-lt"/>
              </a:rPr>
              <a:t>calls for it.</a:t>
            </a:r>
          </a:p>
          <a:p>
            <a:pPr>
              <a:lnSpc>
                <a:spcPct val="110000"/>
              </a:lnSpc>
              <a:spcBef>
                <a:spcPts val="200"/>
              </a:spcBef>
              <a:spcAft>
                <a:spcPts val="200"/>
              </a:spcAft>
            </a:pPr>
            <a:r>
              <a:rPr lang="en-US" altLang="en-US" dirty="0" smtClean="0">
                <a:latin typeface="+mj-lt"/>
              </a:rPr>
              <a:t>Messages </a:t>
            </a:r>
            <a:r>
              <a:rPr lang="en-US" altLang="en-US" dirty="0">
                <a:latin typeface="+mj-lt"/>
              </a:rPr>
              <a:t>are eventually delivered. </a:t>
            </a:r>
          </a:p>
          <a:p>
            <a:pPr>
              <a:lnSpc>
                <a:spcPct val="110000"/>
              </a:lnSpc>
              <a:spcBef>
                <a:spcPts val="200"/>
              </a:spcBef>
              <a:spcAft>
                <a:spcPts val="200"/>
              </a:spcAft>
            </a:pPr>
            <a:r>
              <a:rPr lang="en-US" altLang="en-US" dirty="0">
                <a:latin typeface="+mj-lt"/>
              </a:rPr>
              <a:t>Process groups (as with ISIS toolkit or MPI) satisfy these requirements.</a:t>
            </a:r>
          </a:p>
        </p:txBody>
      </p:sp>
    </p:spTree>
    <p:extLst>
      <p:ext uri="{BB962C8B-B14F-4D97-AF65-F5344CB8AC3E}">
        <p14:creationId xmlns:p14="http://schemas.microsoft.com/office/powerpoint/2010/main" val="13244484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8">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8">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8">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8">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8">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8">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8">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Election Algorithms</a:t>
            </a:r>
          </a:p>
        </p:txBody>
      </p:sp>
      <p:sp>
        <p:nvSpPr>
          <p:cNvPr id="28" name="Content Placeholder 2">
            <a:extLst>
              <a:ext uri="{FF2B5EF4-FFF2-40B4-BE49-F238E27FC236}">
                <a16:creationId xmlns:a16="http://schemas.microsoft.com/office/drawing/2014/main" xmlns="" id="{05FF24D1-5277-417B-BCE3-776DD62CA93A}"/>
              </a:ext>
            </a:extLst>
          </p:cNvPr>
          <p:cNvSpPr>
            <a:spLocks noGrp="1"/>
          </p:cNvSpPr>
          <p:nvPr>
            <p:ph idx="1"/>
          </p:nvPr>
        </p:nvSpPr>
        <p:spPr/>
        <p:txBody>
          <a:bodyPr>
            <a:normAutofit/>
          </a:bodyPr>
          <a:lstStyle/>
          <a:p>
            <a:pPr marL="457200" indent="-457200">
              <a:lnSpc>
                <a:spcPct val="110000"/>
              </a:lnSpc>
              <a:spcBef>
                <a:spcPts val="200"/>
              </a:spcBef>
              <a:spcAft>
                <a:spcPts val="200"/>
              </a:spcAft>
              <a:buFont typeface="+mj-lt"/>
              <a:buAutoNum type="arabicPeriod"/>
            </a:pPr>
            <a:r>
              <a:rPr lang="en-US" altLang="en-US" b="1" dirty="0">
                <a:solidFill>
                  <a:srgbClr val="1D3064"/>
                </a:solidFill>
                <a:latin typeface="+mj-lt"/>
              </a:rPr>
              <a:t>Bully Algorithm</a:t>
            </a:r>
          </a:p>
          <a:p>
            <a:pPr marL="457200" indent="-457200">
              <a:lnSpc>
                <a:spcPct val="110000"/>
              </a:lnSpc>
              <a:spcBef>
                <a:spcPts val="200"/>
              </a:spcBef>
              <a:spcAft>
                <a:spcPts val="200"/>
              </a:spcAft>
              <a:buFont typeface="+mj-lt"/>
              <a:buAutoNum type="arabicPeriod"/>
            </a:pPr>
            <a:r>
              <a:rPr lang="en-US" altLang="en-US" b="1" dirty="0">
                <a:solidFill>
                  <a:srgbClr val="1D3064"/>
                </a:solidFill>
                <a:latin typeface="+mj-lt"/>
              </a:rPr>
              <a:t>Ring </a:t>
            </a:r>
            <a:r>
              <a:rPr lang="en-US" altLang="en-US" b="1" dirty="0" smtClean="0">
                <a:solidFill>
                  <a:srgbClr val="1D3064"/>
                </a:solidFill>
                <a:latin typeface="+mj-lt"/>
              </a:rPr>
              <a:t>Algorithm</a:t>
            </a:r>
            <a:endParaRPr lang="en-US" altLang="en-US" b="1" dirty="0">
              <a:solidFill>
                <a:srgbClr val="1D3064"/>
              </a:solidFill>
              <a:latin typeface="+mj-lt"/>
            </a:endParaRPr>
          </a:p>
          <a:p>
            <a:pPr>
              <a:lnSpc>
                <a:spcPct val="100000"/>
              </a:lnSpc>
              <a:spcBef>
                <a:spcPts val="300"/>
              </a:spcBef>
              <a:spcAft>
                <a:spcPts val="300"/>
              </a:spcAft>
            </a:pPr>
            <a:endParaRPr lang="en-US" altLang="en-US" sz="2400" b="1" dirty="0">
              <a:latin typeface="+mj-lt"/>
              <a:ea typeface="MS PGothic" panose="020B0600070205080204" pitchFamily="34" charset="-128"/>
            </a:endParaRPr>
          </a:p>
        </p:txBody>
      </p:sp>
    </p:spTree>
    <p:extLst>
      <p:ext uri="{BB962C8B-B14F-4D97-AF65-F5344CB8AC3E}">
        <p14:creationId xmlns:p14="http://schemas.microsoft.com/office/powerpoint/2010/main" val="3128659811"/>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Bully Algorithm</a:t>
            </a:r>
          </a:p>
        </p:txBody>
      </p:sp>
      <p:sp>
        <p:nvSpPr>
          <p:cNvPr id="28" name="Content Placeholder 2">
            <a:extLst>
              <a:ext uri="{FF2B5EF4-FFF2-40B4-BE49-F238E27FC236}">
                <a16:creationId xmlns:a16="http://schemas.microsoft.com/office/drawing/2014/main" xmlns="" id="{05FF24D1-5277-417B-BCE3-776DD62CA93A}"/>
              </a:ext>
            </a:extLst>
          </p:cNvPr>
          <p:cNvSpPr>
            <a:spLocks noGrp="1"/>
          </p:cNvSpPr>
          <p:nvPr>
            <p:ph idx="1"/>
          </p:nvPr>
        </p:nvSpPr>
        <p:spPr/>
        <p:txBody>
          <a:bodyPr>
            <a:noAutofit/>
          </a:bodyPr>
          <a:lstStyle/>
          <a:p>
            <a:pPr>
              <a:lnSpc>
                <a:spcPct val="110000"/>
              </a:lnSpc>
              <a:spcBef>
                <a:spcPts val="200"/>
              </a:spcBef>
              <a:spcAft>
                <a:spcPts val="200"/>
              </a:spcAft>
            </a:pPr>
            <a:r>
              <a:rPr lang="en-US" altLang="en-US" dirty="0">
                <a:latin typeface="+mj-lt"/>
              </a:rPr>
              <a:t>Bully algorithm specifies the process with the </a:t>
            </a:r>
            <a:r>
              <a:rPr lang="en-US" altLang="en-US" dirty="0">
                <a:solidFill>
                  <a:schemeClr val="accent6"/>
                </a:solidFill>
                <a:latin typeface="+mj-lt"/>
              </a:rPr>
              <a:t>highest identifier </a:t>
            </a:r>
            <a:r>
              <a:rPr lang="en-US" altLang="en-US" dirty="0">
                <a:latin typeface="+mj-lt"/>
              </a:rPr>
              <a:t>will be the </a:t>
            </a:r>
            <a:r>
              <a:rPr lang="en-US" altLang="en-US" dirty="0">
                <a:solidFill>
                  <a:schemeClr val="accent6"/>
                </a:solidFill>
                <a:latin typeface="+mj-lt"/>
              </a:rPr>
              <a:t>coordinator</a:t>
            </a:r>
            <a:r>
              <a:rPr lang="en-US" altLang="en-US" dirty="0">
                <a:latin typeface="+mj-lt"/>
              </a:rPr>
              <a:t> of the group. It works as follows:</a:t>
            </a:r>
          </a:p>
          <a:p>
            <a:pPr>
              <a:lnSpc>
                <a:spcPct val="110000"/>
              </a:lnSpc>
              <a:spcBef>
                <a:spcPts val="200"/>
              </a:spcBef>
              <a:spcAft>
                <a:spcPts val="200"/>
              </a:spcAft>
            </a:pPr>
            <a:r>
              <a:rPr lang="en-US" altLang="en-US" dirty="0">
                <a:latin typeface="+mj-lt"/>
              </a:rPr>
              <a:t>When a process p detects that the coordinator is not responding to requests, it initiates an election:</a:t>
            </a:r>
          </a:p>
          <a:p>
            <a:pPr lvl="1">
              <a:lnSpc>
                <a:spcPct val="100000"/>
              </a:lnSpc>
              <a:spcBef>
                <a:spcPts val="200"/>
              </a:spcBef>
              <a:spcAft>
                <a:spcPts val="200"/>
              </a:spcAft>
              <a:buFont typeface="Wingdings" panose="05000000000000000000" pitchFamily="2" charset="2"/>
              <a:buChar char="§"/>
            </a:pPr>
            <a:r>
              <a:rPr lang="en-US" altLang="en-US" sz="2400" dirty="0">
                <a:latin typeface="+mj-lt"/>
                <a:ea typeface="Arial" panose="020B0604020202020204" pitchFamily="34" charset="0"/>
              </a:rPr>
              <a:t>p sends an </a:t>
            </a:r>
            <a:r>
              <a:rPr lang="en-US" altLang="en-US" sz="2400" dirty="0">
                <a:solidFill>
                  <a:schemeClr val="accent6"/>
                </a:solidFill>
                <a:latin typeface="+mj-lt"/>
                <a:ea typeface="Arial" panose="020B0604020202020204" pitchFamily="34" charset="0"/>
              </a:rPr>
              <a:t>election message </a:t>
            </a:r>
            <a:r>
              <a:rPr lang="en-US" altLang="en-US" sz="2400" dirty="0">
                <a:latin typeface="+mj-lt"/>
                <a:ea typeface="Arial" panose="020B0604020202020204" pitchFamily="34" charset="0"/>
              </a:rPr>
              <a:t>to all processes with </a:t>
            </a:r>
            <a:r>
              <a:rPr lang="en-US" altLang="en-US" sz="2400" dirty="0">
                <a:solidFill>
                  <a:schemeClr val="accent6"/>
                </a:solidFill>
                <a:latin typeface="+mj-lt"/>
                <a:ea typeface="Arial" panose="020B0604020202020204" pitchFamily="34" charset="0"/>
              </a:rPr>
              <a:t>higher numbers</a:t>
            </a:r>
            <a:r>
              <a:rPr lang="en-US" altLang="en-US" sz="2400" dirty="0">
                <a:latin typeface="+mj-lt"/>
                <a:ea typeface="Arial" panose="020B0604020202020204" pitchFamily="34" charset="0"/>
              </a:rPr>
              <a:t>.</a:t>
            </a:r>
          </a:p>
          <a:p>
            <a:pPr lvl="1">
              <a:lnSpc>
                <a:spcPct val="100000"/>
              </a:lnSpc>
              <a:spcBef>
                <a:spcPts val="200"/>
              </a:spcBef>
              <a:spcAft>
                <a:spcPts val="200"/>
              </a:spcAft>
              <a:buFont typeface="Wingdings" panose="05000000000000000000" pitchFamily="2" charset="2"/>
              <a:buChar char="§"/>
            </a:pPr>
            <a:r>
              <a:rPr lang="en-US" altLang="en-US" sz="2400" dirty="0">
                <a:latin typeface="+mj-lt"/>
                <a:ea typeface="Arial" panose="020B0604020202020204" pitchFamily="34" charset="0"/>
              </a:rPr>
              <a:t>If </a:t>
            </a:r>
            <a:r>
              <a:rPr lang="en-US" altLang="en-US" sz="2400" dirty="0">
                <a:solidFill>
                  <a:schemeClr val="accent6"/>
                </a:solidFill>
                <a:latin typeface="+mj-lt"/>
                <a:ea typeface="Arial" panose="020B0604020202020204" pitchFamily="34" charset="0"/>
              </a:rPr>
              <a:t>nobody responds</a:t>
            </a:r>
            <a:r>
              <a:rPr lang="en-US" altLang="en-US" sz="2400" dirty="0">
                <a:latin typeface="+mj-lt"/>
                <a:ea typeface="Arial" panose="020B0604020202020204" pitchFamily="34" charset="0"/>
              </a:rPr>
              <a:t>, then p </a:t>
            </a:r>
            <a:r>
              <a:rPr lang="en-US" altLang="en-US" sz="2400" dirty="0">
                <a:solidFill>
                  <a:schemeClr val="accent6"/>
                </a:solidFill>
                <a:latin typeface="+mj-lt"/>
                <a:ea typeface="Arial" panose="020B0604020202020204" pitchFamily="34" charset="0"/>
              </a:rPr>
              <a:t>wins and takes over</a:t>
            </a:r>
            <a:r>
              <a:rPr lang="en-US" altLang="en-US" sz="2400" dirty="0">
                <a:latin typeface="+mj-lt"/>
                <a:ea typeface="Arial" panose="020B0604020202020204" pitchFamily="34" charset="0"/>
              </a:rPr>
              <a:t>.</a:t>
            </a:r>
          </a:p>
          <a:p>
            <a:pPr lvl="1">
              <a:lnSpc>
                <a:spcPct val="100000"/>
              </a:lnSpc>
              <a:spcBef>
                <a:spcPts val="200"/>
              </a:spcBef>
              <a:spcAft>
                <a:spcPts val="200"/>
              </a:spcAft>
              <a:buFont typeface="Wingdings" panose="05000000000000000000" pitchFamily="2" charset="2"/>
              <a:buChar char="§"/>
            </a:pPr>
            <a:r>
              <a:rPr lang="en-US" altLang="en-US" sz="2400" dirty="0">
                <a:latin typeface="+mj-lt"/>
                <a:ea typeface="Arial" panose="020B0604020202020204" pitchFamily="34" charset="0"/>
              </a:rPr>
              <a:t>If </a:t>
            </a:r>
            <a:r>
              <a:rPr lang="en-US" altLang="en-US" sz="2400" dirty="0">
                <a:solidFill>
                  <a:schemeClr val="accent6"/>
                </a:solidFill>
                <a:latin typeface="+mj-lt"/>
                <a:ea typeface="Arial" panose="020B0604020202020204" pitchFamily="34" charset="0"/>
              </a:rPr>
              <a:t>one</a:t>
            </a:r>
            <a:r>
              <a:rPr lang="en-US" altLang="en-US" sz="2400" dirty="0">
                <a:latin typeface="+mj-lt"/>
                <a:ea typeface="Arial" panose="020B0604020202020204" pitchFamily="34" charset="0"/>
              </a:rPr>
              <a:t> of the processes </a:t>
            </a:r>
            <a:r>
              <a:rPr lang="en-US" altLang="en-US" sz="2400" dirty="0">
                <a:solidFill>
                  <a:schemeClr val="accent6"/>
                </a:solidFill>
                <a:latin typeface="+mj-lt"/>
                <a:ea typeface="Arial" panose="020B0604020202020204" pitchFamily="34" charset="0"/>
              </a:rPr>
              <a:t>answers</a:t>
            </a:r>
            <a:r>
              <a:rPr lang="en-US" altLang="en-US" sz="2400" dirty="0">
                <a:latin typeface="+mj-lt"/>
                <a:ea typeface="Arial" panose="020B0604020202020204" pitchFamily="34" charset="0"/>
              </a:rPr>
              <a:t>, then p’s </a:t>
            </a:r>
            <a:r>
              <a:rPr lang="en-US" altLang="en-US" sz="2400" dirty="0">
                <a:solidFill>
                  <a:schemeClr val="accent6"/>
                </a:solidFill>
                <a:latin typeface="+mj-lt"/>
                <a:ea typeface="Arial" panose="020B0604020202020204" pitchFamily="34" charset="0"/>
              </a:rPr>
              <a:t>job is done</a:t>
            </a:r>
            <a:r>
              <a:rPr lang="en-US" altLang="en-US" sz="2400" dirty="0">
                <a:latin typeface="+mj-lt"/>
                <a:ea typeface="Arial" panose="020B0604020202020204" pitchFamily="34" charset="0"/>
              </a:rPr>
              <a:t>.</a:t>
            </a:r>
          </a:p>
          <a:p>
            <a:pPr>
              <a:lnSpc>
                <a:spcPct val="110000"/>
              </a:lnSpc>
              <a:spcBef>
                <a:spcPts val="200"/>
              </a:spcBef>
              <a:spcAft>
                <a:spcPts val="200"/>
              </a:spcAft>
            </a:pPr>
            <a:r>
              <a:rPr lang="en-US" altLang="en-US" dirty="0">
                <a:latin typeface="+mj-lt"/>
              </a:rPr>
              <a:t>If a process receives an election message from a lower-numbered process at any time, it:</a:t>
            </a:r>
          </a:p>
          <a:p>
            <a:pPr lvl="1">
              <a:lnSpc>
                <a:spcPct val="100000"/>
              </a:lnSpc>
              <a:spcBef>
                <a:spcPts val="200"/>
              </a:spcBef>
              <a:spcAft>
                <a:spcPts val="200"/>
              </a:spcAft>
              <a:buFont typeface="Wingdings" panose="05000000000000000000" pitchFamily="2" charset="2"/>
              <a:buChar char="§"/>
            </a:pPr>
            <a:r>
              <a:rPr lang="en-US" altLang="en-US" sz="2400" dirty="0">
                <a:latin typeface="+mj-lt"/>
                <a:ea typeface="Arial" panose="020B0604020202020204" pitchFamily="34" charset="0"/>
              </a:rPr>
              <a:t>sends an </a:t>
            </a:r>
            <a:r>
              <a:rPr lang="en-US" altLang="en-US" sz="2400" dirty="0">
                <a:solidFill>
                  <a:schemeClr val="accent6"/>
                </a:solidFill>
                <a:latin typeface="+mj-lt"/>
                <a:ea typeface="Arial" panose="020B0604020202020204" pitchFamily="34" charset="0"/>
              </a:rPr>
              <a:t>OK</a:t>
            </a:r>
            <a:r>
              <a:rPr lang="en-US" altLang="en-US" sz="2400" dirty="0">
                <a:latin typeface="+mj-lt"/>
                <a:ea typeface="Arial" panose="020B0604020202020204" pitchFamily="34" charset="0"/>
              </a:rPr>
              <a:t> message back.</a:t>
            </a:r>
          </a:p>
          <a:p>
            <a:pPr lvl="1">
              <a:lnSpc>
                <a:spcPct val="100000"/>
              </a:lnSpc>
              <a:spcBef>
                <a:spcPts val="200"/>
              </a:spcBef>
              <a:spcAft>
                <a:spcPts val="200"/>
              </a:spcAft>
              <a:buFont typeface="Wingdings" panose="05000000000000000000" pitchFamily="2" charset="2"/>
              <a:buChar char="§"/>
            </a:pPr>
            <a:r>
              <a:rPr lang="en-US" altLang="en-US" sz="2400" dirty="0">
                <a:latin typeface="+mj-lt"/>
                <a:ea typeface="Arial" panose="020B0604020202020204" pitchFamily="34" charset="0"/>
              </a:rPr>
              <a:t>holds an </a:t>
            </a:r>
            <a:r>
              <a:rPr lang="en-US" altLang="en-US" sz="2400" dirty="0">
                <a:solidFill>
                  <a:schemeClr val="accent6"/>
                </a:solidFill>
                <a:latin typeface="+mj-lt"/>
                <a:ea typeface="Arial" panose="020B0604020202020204" pitchFamily="34" charset="0"/>
              </a:rPr>
              <a:t>election</a:t>
            </a:r>
            <a:r>
              <a:rPr lang="en-US" altLang="en-US" sz="2400" dirty="0">
                <a:latin typeface="+mj-lt"/>
                <a:ea typeface="Arial" panose="020B0604020202020204" pitchFamily="34" charset="0"/>
              </a:rPr>
              <a:t> (unless its already holding one).</a:t>
            </a:r>
          </a:p>
          <a:p>
            <a:pPr>
              <a:lnSpc>
                <a:spcPct val="110000"/>
              </a:lnSpc>
              <a:spcBef>
                <a:spcPts val="200"/>
              </a:spcBef>
              <a:spcAft>
                <a:spcPts val="200"/>
              </a:spcAft>
            </a:pPr>
            <a:r>
              <a:rPr lang="en-US" altLang="en-US" dirty="0">
                <a:latin typeface="+mj-lt"/>
              </a:rPr>
              <a:t>A process announces its victory by sending all processes a message telling them that it is the new coordinator.</a:t>
            </a:r>
          </a:p>
          <a:p>
            <a:pPr>
              <a:lnSpc>
                <a:spcPct val="110000"/>
              </a:lnSpc>
              <a:spcBef>
                <a:spcPts val="200"/>
              </a:spcBef>
              <a:spcAft>
                <a:spcPts val="200"/>
              </a:spcAft>
            </a:pPr>
            <a:r>
              <a:rPr lang="en-US" altLang="en-US" dirty="0">
                <a:latin typeface="+mj-lt"/>
              </a:rPr>
              <a:t>If a process that has been down recovers, it holds an election</a:t>
            </a:r>
            <a:r>
              <a:rPr lang="en-US" altLang="en-US" dirty="0" smtClean="0">
                <a:latin typeface="+mj-lt"/>
              </a:rPr>
              <a:t>.</a:t>
            </a:r>
            <a:endParaRPr lang="en-US" altLang="en-US" dirty="0">
              <a:latin typeface="+mj-lt"/>
            </a:endParaRPr>
          </a:p>
        </p:txBody>
      </p:sp>
    </p:spTree>
    <p:extLst>
      <p:ext uri="{BB962C8B-B14F-4D97-AF65-F5344CB8AC3E}">
        <p14:creationId xmlns:p14="http://schemas.microsoft.com/office/powerpoint/2010/main" val="6394489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8">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8">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8">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8">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8">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Bully Algorithm</a:t>
            </a:r>
          </a:p>
        </p:txBody>
      </p:sp>
      <p:sp>
        <p:nvSpPr>
          <p:cNvPr id="66" name="Content Placeholder 2">
            <a:extLst>
              <a:ext uri="{FF2B5EF4-FFF2-40B4-BE49-F238E27FC236}">
                <a16:creationId xmlns:a16="http://schemas.microsoft.com/office/drawing/2014/main" xmlns="" id="{D322D1FD-B3C2-4630-8F98-C9B51CBFF9EB}"/>
              </a:ext>
            </a:extLst>
          </p:cNvPr>
          <p:cNvSpPr>
            <a:spLocks noGrp="1"/>
          </p:cNvSpPr>
          <p:nvPr>
            <p:ph idx="1"/>
          </p:nvPr>
        </p:nvSpPr>
        <p:spPr>
          <a:xfrm>
            <a:off x="0" y="711201"/>
            <a:ext cx="12192000" cy="1981392"/>
          </a:xfrm>
        </p:spPr>
        <p:txBody>
          <a:bodyPr>
            <a:normAutofit/>
          </a:bodyPr>
          <a:lstStyle/>
          <a:p>
            <a:r>
              <a:rPr lang="en-US" altLang="en-US" sz="2400" dirty="0">
                <a:latin typeface="+mj-lt"/>
              </a:rPr>
              <a:t>A process (say, </a:t>
            </a:r>
            <a:r>
              <a:rPr lang="en-US" altLang="en-US" sz="2400" b="1" dirty="0">
                <a:latin typeface="+mj-lt"/>
                <a:cs typeface="Courier New" panose="02070309020205020404" pitchFamily="49" charset="0"/>
              </a:rPr>
              <a:t>P</a:t>
            </a:r>
            <a:r>
              <a:rPr lang="en-US" altLang="en-US" sz="2400" b="1" baseline="-25000" dirty="0">
                <a:latin typeface="+mj-lt"/>
                <a:cs typeface="Courier New" panose="02070309020205020404" pitchFamily="49" charset="0"/>
              </a:rPr>
              <a:t>i</a:t>
            </a:r>
            <a:r>
              <a:rPr lang="en-US" altLang="en-US" sz="2400" dirty="0">
                <a:latin typeface="+mj-lt"/>
              </a:rPr>
              <a:t>) initiates the election algorithm when it notices that the existing coordinator is not responding</a:t>
            </a:r>
          </a:p>
          <a:p>
            <a:r>
              <a:rPr lang="en-US" altLang="en-US" sz="2400" dirty="0" smtClean="0">
                <a:latin typeface="+mj-lt"/>
              </a:rPr>
              <a:t>Process </a:t>
            </a:r>
            <a:r>
              <a:rPr lang="en-US" altLang="en-US" sz="2400" b="1" dirty="0">
                <a:latin typeface="+mj-lt"/>
                <a:cs typeface="Courier New" panose="02070309020205020404" pitchFamily="49" charset="0"/>
              </a:rPr>
              <a:t>P</a:t>
            </a:r>
            <a:r>
              <a:rPr lang="en-US" altLang="en-US" sz="2400" b="1" baseline="-25000" dirty="0">
                <a:latin typeface="+mj-lt"/>
                <a:cs typeface="Courier New" panose="02070309020205020404" pitchFamily="49" charset="0"/>
              </a:rPr>
              <a:t>i</a:t>
            </a:r>
            <a:r>
              <a:rPr lang="en-US" altLang="en-US" sz="2400" dirty="0">
                <a:latin typeface="+mj-lt"/>
              </a:rPr>
              <a:t> calls for an election as follows:</a:t>
            </a:r>
          </a:p>
        </p:txBody>
      </p:sp>
      <p:graphicFrame>
        <p:nvGraphicFramePr>
          <p:cNvPr id="67" name="Diagram 66">
            <a:extLst>
              <a:ext uri="{FF2B5EF4-FFF2-40B4-BE49-F238E27FC236}">
                <a16:creationId xmlns:a16="http://schemas.microsoft.com/office/drawing/2014/main" xmlns="" id="{A815A601-0CAF-47A5-9F93-F10C81D198D1}"/>
              </a:ext>
            </a:extLst>
          </p:cNvPr>
          <p:cNvGraphicFramePr/>
          <p:nvPr>
            <p:extLst>
              <p:ext uri="{D42A27DB-BD31-4B8C-83A1-F6EECF244321}">
                <p14:modId xmlns:p14="http://schemas.microsoft.com/office/powerpoint/2010/main" val="1153313144"/>
              </p:ext>
            </p:extLst>
          </p:nvPr>
        </p:nvGraphicFramePr>
        <p:xfrm>
          <a:off x="6915156" y="1978849"/>
          <a:ext cx="4414838" cy="36506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8" name="Rectangle 67">
            <a:extLst>
              <a:ext uri="{FF2B5EF4-FFF2-40B4-BE49-F238E27FC236}">
                <a16:creationId xmlns:a16="http://schemas.microsoft.com/office/drawing/2014/main" xmlns="" id="{F4AAEC48-6852-46A0-9AC4-E0E2F4F45F9B}"/>
              </a:ext>
            </a:extLst>
          </p:cNvPr>
          <p:cNvSpPr/>
          <p:nvPr/>
        </p:nvSpPr>
        <p:spPr>
          <a:xfrm>
            <a:off x="8744206" y="5487670"/>
            <a:ext cx="790089" cy="830997"/>
          </a:xfrm>
          <a:prstGeom prst="rect">
            <a:avLst/>
          </a:prstGeom>
          <a:noFill/>
        </p:spPr>
        <p:txBody>
          <a:bodyPr wrap="square">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eaLnBrk="1" hangingPunct="1">
              <a:defRPr/>
            </a:pPr>
            <a:r>
              <a:rPr lang="en-US" sz="4800" b="1" dirty="0">
                <a:ln w="11430"/>
                <a:solidFill>
                  <a:srgbClr val="FF0000"/>
                </a:solidFill>
                <a:effectLst>
                  <a:outerShdw blurRad="50800" dist="39000" dir="5460000" algn="tl">
                    <a:srgbClr val="000000">
                      <a:alpha val="38000"/>
                    </a:srgbClr>
                  </a:outerShdw>
                </a:effectLst>
                <a:latin typeface="+mj-lt"/>
                <a:cs typeface="Arial" charset="0"/>
              </a:rPr>
              <a:t>X</a:t>
            </a:r>
          </a:p>
        </p:txBody>
      </p:sp>
      <p:cxnSp>
        <p:nvCxnSpPr>
          <p:cNvPr id="69" name="Straight Arrow Connector 68">
            <a:extLst>
              <a:ext uri="{FF2B5EF4-FFF2-40B4-BE49-F238E27FC236}">
                <a16:creationId xmlns:a16="http://schemas.microsoft.com/office/drawing/2014/main" xmlns="" id="{155D5103-F328-45A9-8D84-2BF8D9F420AB}"/>
              </a:ext>
            </a:extLst>
          </p:cNvPr>
          <p:cNvCxnSpPr/>
          <p:nvPr/>
        </p:nvCxnSpPr>
        <p:spPr>
          <a:xfrm>
            <a:off x="8057123" y="3924110"/>
            <a:ext cx="962523" cy="1047177"/>
          </a:xfrm>
          <a:prstGeom prst="straightConnector1">
            <a:avLst/>
          </a:prstGeom>
          <a:ln w="28575">
            <a:solidFill>
              <a:schemeClr val="tx1"/>
            </a:solidFill>
            <a:prstDash val="sysDash"/>
            <a:tailEnd type="arrow"/>
          </a:ln>
        </p:spPr>
        <p:style>
          <a:lnRef idx="1">
            <a:schemeClr val="accent1"/>
          </a:lnRef>
          <a:fillRef idx="0">
            <a:schemeClr val="accent1"/>
          </a:fillRef>
          <a:effectRef idx="0">
            <a:schemeClr val="accent1"/>
          </a:effectRef>
          <a:fontRef idx="minor">
            <a:schemeClr val="tx1"/>
          </a:fontRef>
        </p:style>
      </p:cxnSp>
      <p:sp>
        <p:nvSpPr>
          <p:cNvPr id="70" name="Content Placeholder 2">
            <a:extLst>
              <a:ext uri="{FF2B5EF4-FFF2-40B4-BE49-F238E27FC236}">
                <a16:creationId xmlns:a16="http://schemas.microsoft.com/office/drawing/2014/main" xmlns="" id="{3365BC2F-7E08-4B7D-8B68-AB4414856D6C}"/>
              </a:ext>
            </a:extLst>
          </p:cNvPr>
          <p:cNvSpPr txBox="1">
            <a:spLocks/>
          </p:cNvSpPr>
          <p:nvPr/>
        </p:nvSpPr>
        <p:spPr bwMode="auto">
          <a:xfrm>
            <a:off x="199839" y="2169699"/>
            <a:ext cx="6600477" cy="3733800"/>
          </a:xfrm>
          <a:prstGeom prst="rect">
            <a:avLst/>
          </a:prstGeom>
          <a:noFill/>
          <a:ln w="9525">
            <a:noFill/>
            <a:miter lim="800000"/>
            <a:headEnd/>
            <a:tailEnd/>
          </a:ln>
        </p:spPr>
        <p:txBody>
          <a:bodyPr/>
          <a:lstStyle/>
          <a:p>
            <a:pPr marL="457200" indent="-457200">
              <a:spcBef>
                <a:spcPct val="20000"/>
              </a:spcBef>
              <a:buClr>
                <a:schemeClr val="accent6"/>
              </a:buClr>
              <a:buFont typeface="+mj-lt"/>
              <a:buAutoNum type="arabicPeriod"/>
              <a:defRPr/>
            </a:pPr>
            <a:r>
              <a:rPr lang="en-US" sz="2400" b="1" dirty="0" smtClean="0">
                <a:latin typeface="+mj-lt"/>
                <a:cs typeface="Courier New" pitchFamily="49" charset="0"/>
              </a:rPr>
              <a:t>P</a:t>
            </a:r>
            <a:r>
              <a:rPr lang="en-US" sz="2400" b="1" baseline="-25000" dirty="0" smtClean="0">
                <a:latin typeface="+mj-lt"/>
                <a:cs typeface="Courier New" pitchFamily="49" charset="0"/>
              </a:rPr>
              <a:t>i</a:t>
            </a:r>
            <a:r>
              <a:rPr lang="en-US" sz="2400" dirty="0" smtClean="0">
                <a:latin typeface="+mj-lt"/>
                <a:cs typeface="Arial" charset="0"/>
              </a:rPr>
              <a:t> </a:t>
            </a:r>
            <a:r>
              <a:rPr lang="en-US" sz="2400" dirty="0">
                <a:latin typeface="+mj-lt"/>
                <a:cs typeface="Arial" charset="0"/>
              </a:rPr>
              <a:t>sends an “</a:t>
            </a:r>
            <a:r>
              <a:rPr lang="en-US" sz="2400" b="1" dirty="0">
                <a:solidFill>
                  <a:schemeClr val="accent6"/>
                </a:solidFill>
                <a:latin typeface="+mj-lt"/>
                <a:cs typeface="Arial" charset="0"/>
              </a:rPr>
              <a:t>Election</a:t>
            </a:r>
            <a:r>
              <a:rPr lang="en-US" sz="2400" dirty="0">
                <a:latin typeface="+mj-lt"/>
                <a:cs typeface="Arial" charset="0"/>
              </a:rPr>
              <a:t>” message to all processes with higher process </a:t>
            </a:r>
            <a:r>
              <a:rPr lang="en-US" sz="2400" dirty="0" smtClean="0">
                <a:latin typeface="+mj-lt"/>
                <a:cs typeface="Arial" charset="0"/>
              </a:rPr>
              <a:t>IDs</a:t>
            </a:r>
            <a:endParaRPr lang="en-US" sz="2400" dirty="0">
              <a:latin typeface="+mj-lt"/>
              <a:cs typeface="Arial" charset="0"/>
            </a:endParaRPr>
          </a:p>
          <a:p>
            <a:pPr marL="457200" indent="-457200">
              <a:spcBef>
                <a:spcPct val="20000"/>
              </a:spcBef>
              <a:buClr>
                <a:schemeClr val="accent6"/>
              </a:buClr>
              <a:buFont typeface="+mj-lt"/>
              <a:buAutoNum type="arabicPeriod"/>
              <a:defRPr/>
            </a:pPr>
            <a:r>
              <a:rPr lang="en-US" sz="2400" dirty="0">
                <a:latin typeface="+mj-lt"/>
                <a:cs typeface="Arial" charset="0"/>
              </a:rPr>
              <a:t>When process </a:t>
            </a:r>
            <a:r>
              <a:rPr lang="en-US" sz="2400" b="1" dirty="0">
                <a:latin typeface="+mj-lt"/>
                <a:cs typeface="Courier New" pitchFamily="49" charset="0"/>
              </a:rPr>
              <a:t>P</a:t>
            </a:r>
            <a:r>
              <a:rPr lang="en-US" sz="2400" b="1" baseline="-25000" dirty="0">
                <a:latin typeface="+mj-lt"/>
                <a:cs typeface="Courier New" pitchFamily="49" charset="0"/>
              </a:rPr>
              <a:t>j</a:t>
            </a:r>
            <a:r>
              <a:rPr lang="en-US" sz="2400" dirty="0">
                <a:latin typeface="+mj-lt"/>
                <a:cs typeface="Arial" charset="0"/>
              </a:rPr>
              <a:t> with </a:t>
            </a:r>
            <a:r>
              <a:rPr lang="en-US" sz="2400" b="1" dirty="0">
                <a:latin typeface="+mj-lt"/>
                <a:cs typeface="Courier New" pitchFamily="49" charset="0"/>
              </a:rPr>
              <a:t>j&gt;</a:t>
            </a:r>
            <a:r>
              <a:rPr lang="en-US" sz="2400" b="1" dirty="0" err="1">
                <a:latin typeface="+mj-lt"/>
                <a:cs typeface="Courier New" pitchFamily="49" charset="0"/>
              </a:rPr>
              <a:t>i</a:t>
            </a:r>
            <a:r>
              <a:rPr lang="en-US" sz="2400" dirty="0">
                <a:latin typeface="+mj-lt"/>
                <a:cs typeface="Arial" charset="0"/>
              </a:rPr>
              <a:t> receives the message, it responds with a </a:t>
            </a:r>
            <a:r>
              <a:rPr lang="en-US" sz="2400" dirty="0" smtClean="0">
                <a:latin typeface="+mj-lt"/>
                <a:cs typeface="Arial" charset="0"/>
              </a:rPr>
              <a:t>“</a:t>
            </a:r>
            <a:r>
              <a:rPr lang="en-US" sz="2400" b="1" dirty="0" smtClean="0">
                <a:solidFill>
                  <a:schemeClr val="accent6"/>
                </a:solidFill>
                <a:latin typeface="+mj-lt"/>
                <a:cs typeface="Arial" charset="0"/>
              </a:rPr>
              <a:t>Take-over</a:t>
            </a:r>
            <a:r>
              <a:rPr lang="en-US" sz="2400" dirty="0" smtClean="0">
                <a:latin typeface="+mj-lt"/>
                <a:cs typeface="Arial" charset="0"/>
              </a:rPr>
              <a:t>” </a:t>
            </a:r>
            <a:r>
              <a:rPr lang="en-US" sz="2400" dirty="0">
                <a:latin typeface="+mj-lt"/>
                <a:cs typeface="Arial" charset="0"/>
              </a:rPr>
              <a:t>message. </a:t>
            </a:r>
            <a:r>
              <a:rPr lang="en-US" sz="2400" b="1" dirty="0">
                <a:latin typeface="+mj-lt"/>
                <a:cs typeface="Courier New" pitchFamily="49" charset="0"/>
              </a:rPr>
              <a:t>P</a:t>
            </a:r>
            <a:r>
              <a:rPr lang="en-US" sz="2400" b="1" baseline="-25000" dirty="0">
                <a:latin typeface="+mj-lt"/>
                <a:cs typeface="Courier New" pitchFamily="49" charset="0"/>
              </a:rPr>
              <a:t>i</a:t>
            </a:r>
            <a:r>
              <a:rPr lang="en-US" sz="2400" dirty="0">
                <a:latin typeface="+mj-lt"/>
                <a:cs typeface="Arial" charset="0"/>
              </a:rPr>
              <a:t> no more contests in the election</a:t>
            </a:r>
          </a:p>
          <a:p>
            <a:pPr marL="809625" lvl="1" indent="-352425" algn="just">
              <a:spcBef>
                <a:spcPts val="200"/>
              </a:spcBef>
              <a:spcAft>
                <a:spcPts val="200"/>
              </a:spcAft>
              <a:buClr>
                <a:schemeClr val="accent6"/>
              </a:buClr>
              <a:buFont typeface="Wingdings" panose="05000000000000000000" pitchFamily="2" charset="2"/>
              <a:buChar char="§"/>
              <a:defRPr/>
            </a:pPr>
            <a:r>
              <a:rPr lang="en-US" sz="2400" dirty="0">
                <a:latin typeface="+mj-lt"/>
                <a:ea typeface="Arial" panose="020B0604020202020204" pitchFamily="34" charset="0"/>
              </a:rPr>
              <a:t>Process </a:t>
            </a:r>
            <a:r>
              <a:rPr lang="en-US" sz="2400" b="1" dirty="0">
                <a:latin typeface="+mj-lt"/>
                <a:ea typeface="Arial" panose="020B0604020202020204" pitchFamily="34" charset="0"/>
              </a:rPr>
              <a:t>P</a:t>
            </a:r>
            <a:r>
              <a:rPr lang="en-US" sz="2400" b="1" baseline="-25000" dirty="0">
                <a:latin typeface="+mj-lt"/>
                <a:ea typeface="Arial" panose="020B0604020202020204" pitchFamily="34" charset="0"/>
              </a:rPr>
              <a:t>j</a:t>
            </a:r>
            <a:r>
              <a:rPr lang="en-US" sz="2400" dirty="0">
                <a:latin typeface="+mj-lt"/>
                <a:ea typeface="Arial" panose="020B0604020202020204" pitchFamily="34" charset="0"/>
              </a:rPr>
              <a:t> re-initiates another call for election. Steps 1 and 2 continue</a:t>
            </a:r>
          </a:p>
          <a:p>
            <a:pPr marL="457200" indent="-457200">
              <a:spcBef>
                <a:spcPct val="20000"/>
              </a:spcBef>
              <a:buClr>
                <a:schemeClr val="accent6"/>
              </a:buClr>
              <a:buFont typeface="+mj-lt"/>
              <a:buAutoNum type="arabicPeriod"/>
              <a:defRPr/>
            </a:pPr>
            <a:r>
              <a:rPr lang="en-US" sz="2400" dirty="0">
                <a:latin typeface="+mj-lt"/>
                <a:cs typeface="Arial" charset="0"/>
              </a:rPr>
              <a:t>If no one responds, </a:t>
            </a:r>
            <a:r>
              <a:rPr lang="en-US" sz="2400" b="1" dirty="0">
                <a:latin typeface="+mj-lt"/>
                <a:cs typeface="Courier New" pitchFamily="49" charset="0"/>
              </a:rPr>
              <a:t>P</a:t>
            </a:r>
            <a:r>
              <a:rPr lang="en-US" sz="2400" b="1" baseline="-25000" dirty="0">
                <a:latin typeface="+mj-lt"/>
                <a:cs typeface="Courier New" pitchFamily="49" charset="0"/>
              </a:rPr>
              <a:t>i</a:t>
            </a:r>
            <a:r>
              <a:rPr lang="en-US" sz="2400" dirty="0">
                <a:latin typeface="+mj-lt"/>
                <a:cs typeface="Arial" charset="0"/>
              </a:rPr>
              <a:t> wins the election. </a:t>
            </a:r>
            <a:r>
              <a:rPr lang="en-US" sz="2400" b="1" dirty="0">
                <a:latin typeface="+mj-lt"/>
                <a:cs typeface="Courier New" pitchFamily="49" charset="0"/>
              </a:rPr>
              <a:t>P</a:t>
            </a:r>
            <a:r>
              <a:rPr lang="en-US" sz="2400" b="1" baseline="-25000" dirty="0">
                <a:latin typeface="+mj-lt"/>
                <a:cs typeface="Courier New" pitchFamily="49" charset="0"/>
              </a:rPr>
              <a:t>i </a:t>
            </a:r>
            <a:r>
              <a:rPr lang="en-US" sz="2400" dirty="0">
                <a:latin typeface="+mj-lt"/>
                <a:cs typeface="Arial" charset="0"/>
              </a:rPr>
              <a:t>sends “</a:t>
            </a:r>
            <a:r>
              <a:rPr lang="en-US" sz="2400" b="1" dirty="0">
                <a:solidFill>
                  <a:schemeClr val="accent6"/>
                </a:solidFill>
                <a:latin typeface="+mj-lt"/>
                <a:cs typeface="Arial" charset="0"/>
              </a:rPr>
              <a:t>Coordinator</a:t>
            </a:r>
            <a:r>
              <a:rPr lang="en-US" sz="2400" dirty="0">
                <a:latin typeface="+mj-lt"/>
                <a:cs typeface="Arial" charset="0"/>
              </a:rPr>
              <a:t>” message to every process</a:t>
            </a:r>
          </a:p>
          <a:p>
            <a:pPr marL="2286000" lvl="4" indent="-457200">
              <a:spcBef>
                <a:spcPct val="20000"/>
              </a:spcBef>
              <a:buFont typeface="+mj-lt"/>
              <a:buAutoNum type="arabicPeriod"/>
              <a:defRPr/>
            </a:pPr>
            <a:endParaRPr lang="en-US" sz="1100" dirty="0">
              <a:latin typeface="+mj-lt"/>
              <a:cs typeface="Arial" charset="0"/>
            </a:endParaRPr>
          </a:p>
          <a:p>
            <a:pPr marL="971550" lvl="1" indent="-514350">
              <a:spcBef>
                <a:spcPct val="20000"/>
              </a:spcBef>
              <a:buFont typeface="+mj-lt"/>
              <a:buAutoNum type="arabicPeriod"/>
              <a:defRPr/>
            </a:pPr>
            <a:endParaRPr lang="en-US" sz="2000" dirty="0">
              <a:latin typeface="+mj-lt"/>
              <a:cs typeface="Arial" charset="0"/>
            </a:endParaRPr>
          </a:p>
        </p:txBody>
      </p:sp>
      <p:cxnSp>
        <p:nvCxnSpPr>
          <p:cNvPr id="71" name="Straight Arrow Connector 70">
            <a:extLst>
              <a:ext uri="{FF2B5EF4-FFF2-40B4-BE49-F238E27FC236}">
                <a16:creationId xmlns:a16="http://schemas.microsoft.com/office/drawing/2014/main" xmlns="" id="{6BA081B9-8D90-4700-8A5D-00738476C721}"/>
              </a:ext>
            </a:extLst>
          </p:cNvPr>
          <p:cNvCxnSpPr/>
          <p:nvPr/>
        </p:nvCxnSpPr>
        <p:spPr>
          <a:xfrm flipV="1">
            <a:off x="8090494" y="3866798"/>
            <a:ext cx="2111674" cy="22438"/>
          </a:xfrm>
          <a:prstGeom prst="straightConnector1">
            <a:avLst/>
          </a:prstGeom>
          <a:ln w="28575">
            <a:solidFill>
              <a:schemeClr val="tx1"/>
            </a:solidFill>
            <a:prstDash val="solid"/>
            <a:tailEnd type="arrow"/>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xmlns="" id="{FCC2A199-613B-4C53-B8F0-E457FB548D99}"/>
              </a:ext>
            </a:extLst>
          </p:cNvPr>
          <p:cNvCxnSpPr/>
          <p:nvPr/>
        </p:nvCxnSpPr>
        <p:spPr>
          <a:xfrm flipV="1">
            <a:off x="8057123" y="3032517"/>
            <a:ext cx="1786888" cy="814444"/>
          </a:xfrm>
          <a:prstGeom prst="straightConnector1">
            <a:avLst/>
          </a:prstGeom>
          <a:ln w="28575">
            <a:solidFill>
              <a:schemeClr val="tx1"/>
            </a:solidFill>
            <a:prstDash val="solid"/>
            <a:tailEnd type="arrow"/>
          </a:ln>
        </p:spPr>
        <p:style>
          <a:lnRef idx="1">
            <a:schemeClr val="accent1"/>
          </a:lnRef>
          <a:fillRef idx="0">
            <a:schemeClr val="accent1"/>
          </a:fillRef>
          <a:effectRef idx="0">
            <a:schemeClr val="accent1"/>
          </a:effectRef>
          <a:fontRef idx="minor">
            <a:schemeClr val="tx1"/>
          </a:fontRef>
        </p:style>
      </p:cxnSp>
      <p:sp>
        <p:nvSpPr>
          <p:cNvPr id="73" name="Rectangle 72">
            <a:extLst>
              <a:ext uri="{FF2B5EF4-FFF2-40B4-BE49-F238E27FC236}">
                <a16:creationId xmlns:a16="http://schemas.microsoft.com/office/drawing/2014/main" xmlns="" id="{9E62647A-6FF6-40A9-9F12-0714EC1A529D}"/>
              </a:ext>
            </a:extLst>
          </p:cNvPr>
          <p:cNvSpPr/>
          <p:nvPr/>
        </p:nvSpPr>
        <p:spPr>
          <a:xfrm rot="20013508">
            <a:off x="8498381" y="3173921"/>
            <a:ext cx="770381" cy="259131"/>
          </a:xfrm>
          <a:prstGeom prst="rect">
            <a:avLst/>
          </a:prstGeom>
          <a:solidFill>
            <a:srgbClr val="1D306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1400" b="1" dirty="0">
                <a:solidFill>
                  <a:schemeClr val="bg1"/>
                </a:solidFill>
                <a:latin typeface="+mj-lt"/>
              </a:rPr>
              <a:t>Election</a:t>
            </a:r>
          </a:p>
        </p:txBody>
      </p:sp>
      <p:sp>
        <p:nvSpPr>
          <p:cNvPr id="74" name="Rectangle 73">
            <a:extLst>
              <a:ext uri="{FF2B5EF4-FFF2-40B4-BE49-F238E27FC236}">
                <a16:creationId xmlns:a16="http://schemas.microsoft.com/office/drawing/2014/main" xmlns="" id="{3DDB952B-02A6-4B24-87A9-34258C0EC01A}"/>
              </a:ext>
            </a:extLst>
          </p:cNvPr>
          <p:cNvSpPr/>
          <p:nvPr/>
        </p:nvSpPr>
        <p:spPr>
          <a:xfrm>
            <a:off x="8385512" y="3649942"/>
            <a:ext cx="770381" cy="259131"/>
          </a:xfrm>
          <a:prstGeom prst="rect">
            <a:avLst/>
          </a:prstGeom>
          <a:solidFill>
            <a:srgbClr val="1D306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1400" b="1" dirty="0">
                <a:solidFill>
                  <a:schemeClr val="bg1"/>
                </a:solidFill>
                <a:latin typeface="+mj-lt"/>
              </a:rPr>
              <a:t>Election</a:t>
            </a:r>
          </a:p>
        </p:txBody>
      </p:sp>
      <p:cxnSp>
        <p:nvCxnSpPr>
          <p:cNvPr id="75" name="Straight Arrow Connector 74">
            <a:extLst>
              <a:ext uri="{FF2B5EF4-FFF2-40B4-BE49-F238E27FC236}">
                <a16:creationId xmlns:a16="http://schemas.microsoft.com/office/drawing/2014/main" xmlns="" id="{C3DD1526-5062-4779-B4A4-201D02276FFD}"/>
              </a:ext>
            </a:extLst>
          </p:cNvPr>
          <p:cNvCxnSpPr/>
          <p:nvPr/>
        </p:nvCxnSpPr>
        <p:spPr>
          <a:xfrm>
            <a:off x="7998208" y="3976697"/>
            <a:ext cx="906598" cy="1029464"/>
          </a:xfrm>
          <a:prstGeom prst="straightConnector1">
            <a:avLst/>
          </a:prstGeom>
          <a:ln w="28575">
            <a:solidFill>
              <a:schemeClr val="tx1"/>
            </a:solidFill>
            <a:prstDash val="solid"/>
            <a:tailEnd type="arrow"/>
          </a:ln>
        </p:spPr>
        <p:style>
          <a:lnRef idx="1">
            <a:schemeClr val="accent1"/>
          </a:lnRef>
          <a:fillRef idx="0">
            <a:schemeClr val="accent1"/>
          </a:fillRef>
          <a:effectRef idx="0">
            <a:schemeClr val="accent1"/>
          </a:effectRef>
          <a:fontRef idx="minor">
            <a:schemeClr val="tx1"/>
          </a:fontRef>
        </p:style>
      </p:cxnSp>
      <p:sp>
        <p:nvSpPr>
          <p:cNvPr id="76" name="Rectangle 75">
            <a:extLst>
              <a:ext uri="{FF2B5EF4-FFF2-40B4-BE49-F238E27FC236}">
                <a16:creationId xmlns:a16="http://schemas.microsoft.com/office/drawing/2014/main" xmlns="" id="{CACABCB1-EEA8-41E7-93C1-C351D93B2DCF}"/>
              </a:ext>
            </a:extLst>
          </p:cNvPr>
          <p:cNvSpPr/>
          <p:nvPr/>
        </p:nvSpPr>
        <p:spPr>
          <a:xfrm rot="2751792">
            <a:off x="8171264" y="4316683"/>
            <a:ext cx="833461" cy="279007"/>
          </a:xfrm>
          <a:prstGeom prst="rect">
            <a:avLst/>
          </a:prstGeom>
          <a:solidFill>
            <a:srgbClr val="1D306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1400" b="1" dirty="0">
                <a:solidFill>
                  <a:schemeClr val="bg1"/>
                </a:solidFill>
                <a:latin typeface="+mj-lt"/>
              </a:rPr>
              <a:t>Election</a:t>
            </a:r>
          </a:p>
        </p:txBody>
      </p:sp>
      <p:cxnSp>
        <p:nvCxnSpPr>
          <p:cNvPr id="77" name="Straight Arrow Connector 76">
            <a:extLst>
              <a:ext uri="{FF2B5EF4-FFF2-40B4-BE49-F238E27FC236}">
                <a16:creationId xmlns:a16="http://schemas.microsoft.com/office/drawing/2014/main" xmlns="" id="{3670EE9C-772B-4CA9-99AA-CED2B5D47D29}"/>
              </a:ext>
            </a:extLst>
          </p:cNvPr>
          <p:cNvCxnSpPr/>
          <p:nvPr/>
        </p:nvCxnSpPr>
        <p:spPr>
          <a:xfrm flipH="1">
            <a:off x="8048535" y="3193180"/>
            <a:ext cx="1816058" cy="624233"/>
          </a:xfrm>
          <a:prstGeom prst="straightConnector1">
            <a:avLst/>
          </a:prstGeom>
          <a:ln w="28575">
            <a:solidFill>
              <a:schemeClr val="tx1"/>
            </a:solidFill>
            <a:prstDash val="solid"/>
            <a:tailEnd type="arrow"/>
          </a:ln>
        </p:spPr>
        <p:style>
          <a:lnRef idx="1">
            <a:schemeClr val="accent1"/>
          </a:lnRef>
          <a:fillRef idx="0">
            <a:schemeClr val="accent1"/>
          </a:fillRef>
          <a:effectRef idx="0">
            <a:schemeClr val="accent1"/>
          </a:effectRef>
          <a:fontRef idx="minor">
            <a:schemeClr val="tx1"/>
          </a:fontRef>
        </p:style>
      </p:cxnSp>
      <p:sp>
        <p:nvSpPr>
          <p:cNvPr id="78" name="Rectangle 77">
            <a:extLst>
              <a:ext uri="{FF2B5EF4-FFF2-40B4-BE49-F238E27FC236}">
                <a16:creationId xmlns:a16="http://schemas.microsoft.com/office/drawing/2014/main" xmlns="" id="{35FAE37B-7870-4CBA-8B75-821C156D429D}"/>
              </a:ext>
            </a:extLst>
          </p:cNvPr>
          <p:cNvSpPr/>
          <p:nvPr/>
        </p:nvSpPr>
        <p:spPr>
          <a:xfrm rot="20013508">
            <a:off x="8354936" y="3112397"/>
            <a:ext cx="1007958" cy="283538"/>
          </a:xfrm>
          <a:prstGeom prst="rect">
            <a:avLst/>
          </a:prstGeom>
          <a:solidFill>
            <a:srgbClr val="1D306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1400" b="1" dirty="0">
                <a:solidFill>
                  <a:schemeClr val="bg1"/>
                </a:solidFill>
                <a:latin typeface="+mj-lt"/>
              </a:rPr>
              <a:t>Take-Over</a:t>
            </a:r>
          </a:p>
        </p:txBody>
      </p:sp>
      <p:cxnSp>
        <p:nvCxnSpPr>
          <p:cNvPr id="79" name="Straight Arrow Connector 78">
            <a:extLst>
              <a:ext uri="{FF2B5EF4-FFF2-40B4-BE49-F238E27FC236}">
                <a16:creationId xmlns:a16="http://schemas.microsoft.com/office/drawing/2014/main" xmlns="" id="{3180093E-3E03-46AA-8EC5-37E7688C9F20}"/>
              </a:ext>
            </a:extLst>
          </p:cNvPr>
          <p:cNvCxnSpPr/>
          <p:nvPr/>
        </p:nvCxnSpPr>
        <p:spPr>
          <a:xfrm flipH="1" flipV="1">
            <a:off x="8090494" y="3885426"/>
            <a:ext cx="2149881" cy="45561"/>
          </a:xfrm>
          <a:prstGeom prst="straightConnector1">
            <a:avLst/>
          </a:prstGeom>
          <a:ln w="28575">
            <a:solidFill>
              <a:schemeClr val="tx1"/>
            </a:solidFill>
            <a:prstDash val="solid"/>
            <a:tailEnd type="arrow"/>
          </a:ln>
        </p:spPr>
        <p:style>
          <a:lnRef idx="1">
            <a:schemeClr val="accent1"/>
          </a:lnRef>
          <a:fillRef idx="0">
            <a:schemeClr val="accent1"/>
          </a:fillRef>
          <a:effectRef idx="0">
            <a:schemeClr val="accent1"/>
          </a:effectRef>
          <a:fontRef idx="minor">
            <a:schemeClr val="tx1"/>
          </a:fontRef>
        </p:style>
      </p:cxnSp>
      <p:sp>
        <p:nvSpPr>
          <p:cNvPr id="80" name="Rectangle 79">
            <a:extLst>
              <a:ext uri="{FF2B5EF4-FFF2-40B4-BE49-F238E27FC236}">
                <a16:creationId xmlns:a16="http://schemas.microsoft.com/office/drawing/2014/main" xmlns="" id="{C52A7209-7F26-478A-B3CE-DD32F15346AD}"/>
              </a:ext>
            </a:extLst>
          </p:cNvPr>
          <p:cNvSpPr/>
          <p:nvPr/>
        </p:nvSpPr>
        <p:spPr>
          <a:xfrm>
            <a:off x="8786627" y="3619142"/>
            <a:ext cx="1055932" cy="252119"/>
          </a:xfrm>
          <a:prstGeom prst="rect">
            <a:avLst/>
          </a:prstGeom>
          <a:solidFill>
            <a:srgbClr val="1D306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1400" b="1" dirty="0">
                <a:solidFill>
                  <a:schemeClr val="bg1"/>
                </a:solidFill>
                <a:latin typeface="+mj-lt"/>
              </a:rPr>
              <a:t>Take-over</a:t>
            </a:r>
          </a:p>
        </p:txBody>
      </p:sp>
      <p:cxnSp>
        <p:nvCxnSpPr>
          <p:cNvPr id="81" name="Straight Arrow Connector 80">
            <a:extLst>
              <a:ext uri="{FF2B5EF4-FFF2-40B4-BE49-F238E27FC236}">
                <a16:creationId xmlns:a16="http://schemas.microsoft.com/office/drawing/2014/main" xmlns="" id="{F423C30F-4AB7-49EC-9BE9-D49A389CBAA1}"/>
              </a:ext>
            </a:extLst>
          </p:cNvPr>
          <p:cNvCxnSpPr/>
          <p:nvPr/>
        </p:nvCxnSpPr>
        <p:spPr>
          <a:xfrm>
            <a:off x="10295338" y="3080920"/>
            <a:ext cx="204570" cy="345316"/>
          </a:xfrm>
          <a:prstGeom prst="straightConnector1">
            <a:avLst/>
          </a:prstGeom>
          <a:ln w="28575">
            <a:solidFill>
              <a:schemeClr val="tx1"/>
            </a:solidFill>
            <a:prstDash val="solid"/>
            <a:tailEnd type="arrow"/>
          </a:ln>
        </p:spPr>
        <p:style>
          <a:lnRef idx="1">
            <a:schemeClr val="accent1"/>
          </a:lnRef>
          <a:fillRef idx="0">
            <a:schemeClr val="accent1"/>
          </a:fillRef>
          <a:effectRef idx="0">
            <a:schemeClr val="accent1"/>
          </a:effectRef>
          <a:fontRef idx="minor">
            <a:schemeClr val="tx1"/>
          </a:fontRef>
        </p:style>
      </p:cxnSp>
      <p:sp>
        <p:nvSpPr>
          <p:cNvPr id="82" name="Rectangle 81">
            <a:extLst>
              <a:ext uri="{FF2B5EF4-FFF2-40B4-BE49-F238E27FC236}">
                <a16:creationId xmlns:a16="http://schemas.microsoft.com/office/drawing/2014/main" xmlns="" id="{6D1EC2C0-5AF7-4CFE-9340-FF87FD9B1FE9}"/>
              </a:ext>
            </a:extLst>
          </p:cNvPr>
          <p:cNvSpPr/>
          <p:nvPr/>
        </p:nvSpPr>
        <p:spPr>
          <a:xfrm>
            <a:off x="10465940" y="3087089"/>
            <a:ext cx="770380" cy="259130"/>
          </a:xfrm>
          <a:prstGeom prst="rect">
            <a:avLst/>
          </a:prstGeom>
          <a:solidFill>
            <a:srgbClr val="1D306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1400" b="1" dirty="0">
                <a:solidFill>
                  <a:schemeClr val="bg1"/>
                </a:solidFill>
                <a:latin typeface="+mj-lt"/>
              </a:rPr>
              <a:t>Election</a:t>
            </a:r>
          </a:p>
        </p:txBody>
      </p:sp>
      <p:cxnSp>
        <p:nvCxnSpPr>
          <p:cNvPr id="83" name="Straight Arrow Connector 82">
            <a:extLst>
              <a:ext uri="{FF2B5EF4-FFF2-40B4-BE49-F238E27FC236}">
                <a16:creationId xmlns:a16="http://schemas.microsoft.com/office/drawing/2014/main" xmlns="" id="{97299CBB-8DA4-46D4-897C-A3D11E0D3015}"/>
              </a:ext>
            </a:extLst>
          </p:cNvPr>
          <p:cNvCxnSpPr/>
          <p:nvPr/>
        </p:nvCxnSpPr>
        <p:spPr>
          <a:xfrm flipH="1">
            <a:off x="9142683" y="3125757"/>
            <a:ext cx="1029007" cy="1767117"/>
          </a:xfrm>
          <a:prstGeom prst="straightConnector1">
            <a:avLst/>
          </a:prstGeom>
          <a:ln w="28575">
            <a:solidFill>
              <a:schemeClr val="tx1"/>
            </a:solidFill>
            <a:prstDash val="solid"/>
            <a:tailEnd type="arrow"/>
          </a:ln>
        </p:spPr>
        <p:style>
          <a:lnRef idx="1">
            <a:schemeClr val="accent1"/>
          </a:lnRef>
          <a:fillRef idx="0">
            <a:schemeClr val="accent1"/>
          </a:fillRef>
          <a:effectRef idx="0">
            <a:schemeClr val="accent1"/>
          </a:effectRef>
          <a:fontRef idx="minor">
            <a:schemeClr val="tx1"/>
          </a:fontRef>
        </p:style>
      </p:cxnSp>
      <p:sp>
        <p:nvSpPr>
          <p:cNvPr id="84" name="Rectangle 83">
            <a:extLst>
              <a:ext uri="{FF2B5EF4-FFF2-40B4-BE49-F238E27FC236}">
                <a16:creationId xmlns:a16="http://schemas.microsoft.com/office/drawing/2014/main" xmlns="" id="{77A78277-4F93-4CF8-8F99-066C18741688}"/>
              </a:ext>
            </a:extLst>
          </p:cNvPr>
          <p:cNvSpPr/>
          <p:nvPr/>
        </p:nvSpPr>
        <p:spPr>
          <a:xfrm rot="18019305">
            <a:off x="9068905" y="3826937"/>
            <a:ext cx="770381" cy="259130"/>
          </a:xfrm>
          <a:prstGeom prst="rect">
            <a:avLst/>
          </a:prstGeom>
          <a:solidFill>
            <a:srgbClr val="1D306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1400" b="1" dirty="0">
                <a:solidFill>
                  <a:schemeClr val="bg1"/>
                </a:solidFill>
                <a:latin typeface="+mj-lt"/>
              </a:rPr>
              <a:t>Election</a:t>
            </a:r>
          </a:p>
        </p:txBody>
      </p:sp>
      <p:cxnSp>
        <p:nvCxnSpPr>
          <p:cNvPr id="85" name="Straight Arrow Connector 84">
            <a:extLst>
              <a:ext uri="{FF2B5EF4-FFF2-40B4-BE49-F238E27FC236}">
                <a16:creationId xmlns:a16="http://schemas.microsoft.com/office/drawing/2014/main" xmlns="" id="{29487515-1F81-49AE-9789-DC96FEE7C4B6}"/>
              </a:ext>
            </a:extLst>
          </p:cNvPr>
          <p:cNvCxnSpPr/>
          <p:nvPr/>
        </p:nvCxnSpPr>
        <p:spPr>
          <a:xfrm flipH="1">
            <a:off x="9246840" y="3954320"/>
            <a:ext cx="969740" cy="994298"/>
          </a:xfrm>
          <a:prstGeom prst="straightConnector1">
            <a:avLst/>
          </a:prstGeom>
          <a:ln w="28575">
            <a:solidFill>
              <a:schemeClr val="tx1"/>
            </a:solidFill>
            <a:prstDash val="solid"/>
            <a:tailEnd type="arrow"/>
          </a:ln>
        </p:spPr>
        <p:style>
          <a:lnRef idx="1">
            <a:schemeClr val="accent1"/>
          </a:lnRef>
          <a:fillRef idx="0">
            <a:schemeClr val="accent1"/>
          </a:fillRef>
          <a:effectRef idx="0">
            <a:schemeClr val="accent1"/>
          </a:effectRef>
          <a:fontRef idx="minor">
            <a:schemeClr val="tx1"/>
          </a:fontRef>
        </p:style>
      </p:cxnSp>
      <p:sp>
        <p:nvSpPr>
          <p:cNvPr id="86" name="Rectangle 85">
            <a:extLst>
              <a:ext uri="{FF2B5EF4-FFF2-40B4-BE49-F238E27FC236}">
                <a16:creationId xmlns:a16="http://schemas.microsoft.com/office/drawing/2014/main" xmlns="" id="{8735FE11-B2C4-4F85-A084-856DC012432D}"/>
              </a:ext>
            </a:extLst>
          </p:cNvPr>
          <p:cNvSpPr/>
          <p:nvPr/>
        </p:nvSpPr>
        <p:spPr>
          <a:xfrm rot="19539664">
            <a:off x="9443550" y="4411448"/>
            <a:ext cx="770381" cy="259131"/>
          </a:xfrm>
          <a:prstGeom prst="rect">
            <a:avLst/>
          </a:prstGeom>
          <a:solidFill>
            <a:srgbClr val="1D306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1400" b="1" dirty="0">
                <a:solidFill>
                  <a:schemeClr val="bg1"/>
                </a:solidFill>
                <a:latin typeface="+mj-lt"/>
              </a:rPr>
              <a:t>Election</a:t>
            </a:r>
          </a:p>
        </p:txBody>
      </p:sp>
      <p:sp>
        <p:nvSpPr>
          <p:cNvPr id="87" name="Rectangle 86">
            <a:extLst>
              <a:ext uri="{FF2B5EF4-FFF2-40B4-BE49-F238E27FC236}">
                <a16:creationId xmlns:a16="http://schemas.microsoft.com/office/drawing/2014/main" xmlns="" id="{121782BC-017F-45C8-8840-E55F8FCB5B3F}"/>
              </a:ext>
            </a:extLst>
          </p:cNvPr>
          <p:cNvSpPr/>
          <p:nvPr/>
        </p:nvSpPr>
        <p:spPr>
          <a:xfrm>
            <a:off x="10493922" y="3088056"/>
            <a:ext cx="975274" cy="245501"/>
          </a:xfrm>
          <a:prstGeom prst="rect">
            <a:avLst/>
          </a:prstGeom>
          <a:solidFill>
            <a:srgbClr val="1D306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1400" b="1" dirty="0">
                <a:solidFill>
                  <a:schemeClr val="bg1"/>
                </a:solidFill>
                <a:latin typeface="+mj-lt"/>
              </a:rPr>
              <a:t>Take-Over</a:t>
            </a:r>
          </a:p>
        </p:txBody>
      </p:sp>
      <p:cxnSp>
        <p:nvCxnSpPr>
          <p:cNvPr id="88" name="Straight Arrow Connector 87">
            <a:extLst>
              <a:ext uri="{FF2B5EF4-FFF2-40B4-BE49-F238E27FC236}">
                <a16:creationId xmlns:a16="http://schemas.microsoft.com/office/drawing/2014/main" xmlns="" id="{A64D2AA6-6D49-45A7-B8AD-98CF06B5CD20}"/>
              </a:ext>
            </a:extLst>
          </p:cNvPr>
          <p:cNvCxnSpPr/>
          <p:nvPr/>
        </p:nvCxnSpPr>
        <p:spPr>
          <a:xfrm flipH="1" flipV="1">
            <a:off x="10224402" y="3125757"/>
            <a:ext cx="180409" cy="361822"/>
          </a:xfrm>
          <a:prstGeom prst="straightConnector1">
            <a:avLst/>
          </a:prstGeom>
          <a:ln w="28575">
            <a:solidFill>
              <a:schemeClr val="tx1"/>
            </a:solidFill>
            <a:prstDash val="solid"/>
            <a:tailEnd type="arrow"/>
          </a:ln>
        </p:spPr>
        <p:style>
          <a:lnRef idx="1">
            <a:schemeClr val="accent1"/>
          </a:lnRef>
          <a:fillRef idx="0">
            <a:schemeClr val="accent1"/>
          </a:fillRef>
          <a:effectRef idx="0">
            <a:schemeClr val="accent1"/>
          </a:effectRef>
          <a:fontRef idx="minor">
            <a:schemeClr val="tx1"/>
          </a:fontRef>
        </p:style>
      </p:cxnSp>
      <p:pic>
        <p:nvPicPr>
          <p:cNvPr id="89" name="Picture 13" descr="C:\Documents and Settings\dd\Local Settings\Temporary Internet Files\Content.IE5\0JAXMH8Z\MC900434713[1].wmf">
            <a:extLst>
              <a:ext uri="{FF2B5EF4-FFF2-40B4-BE49-F238E27FC236}">
                <a16:creationId xmlns:a16="http://schemas.microsoft.com/office/drawing/2014/main" xmlns="" id="{C4765B69-5EB8-4A9C-BD24-93161202C3EA}"/>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0951671" y="3631423"/>
            <a:ext cx="517525" cy="54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90" name="Straight Arrow Connector 89">
            <a:extLst>
              <a:ext uri="{FF2B5EF4-FFF2-40B4-BE49-F238E27FC236}">
                <a16:creationId xmlns:a16="http://schemas.microsoft.com/office/drawing/2014/main" xmlns="" id="{87E10022-86C8-453B-B117-D69ADEE9BC02}"/>
              </a:ext>
            </a:extLst>
          </p:cNvPr>
          <p:cNvCxnSpPr/>
          <p:nvPr/>
        </p:nvCxnSpPr>
        <p:spPr>
          <a:xfrm flipH="1" flipV="1">
            <a:off x="9343492" y="2674699"/>
            <a:ext cx="828198" cy="1169606"/>
          </a:xfrm>
          <a:prstGeom prst="straightConnector1">
            <a:avLst/>
          </a:prstGeom>
          <a:ln w="28575">
            <a:solidFill>
              <a:schemeClr val="tx1"/>
            </a:solidFill>
            <a:prstDash val="solid"/>
            <a:tailEnd type="arrow"/>
          </a:ln>
        </p:spPr>
        <p:style>
          <a:lnRef idx="1">
            <a:schemeClr val="accent1"/>
          </a:lnRef>
          <a:fillRef idx="0">
            <a:schemeClr val="accent1"/>
          </a:fillRef>
          <a:effectRef idx="0">
            <a:schemeClr val="accent1"/>
          </a:effectRef>
          <a:fontRef idx="minor">
            <a:schemeClr val="tx1"/>
          </a:fontRef>
        </p:style>
      </p:cxnSp>
      <p:cxnSp>
        <p:nvCxnSpPr>
          <p:cNvPr id="91" name="Straight Arrow Connector 90">
            <a:extLst>
              <a:ext uri="{FF2B5EF4-FFF2-40B4-BE49-F238E27FC236}">
                <a16:creationId xmlns:a16="http://schemas.microsoft.com/office/drawing/2014/main" xmlns="" id="{080A402A-C00D-41F2-AE2C-A33892D6FFD7}"/>
              </a:ext>
            </a:extLst>
          </p:cNvPr>
          <p:cNvCxnSpPr/>
          <p:nvPr/>
        </p:nvCxnSpPr>
        <p:spPr>
          <a:xfrm flipH="1" flipV="1">
            <a:off x="10308298" y="3056012"/>
            <a:ext cx="148912" cy="391027"/>
          </a:xfrm>
          <a:prstGeom prst="straightConnector1">
            <a:avLst/>
          </a:prstGeom>
          <a:ln w="28575">
            <a:solidFill>
              <a:schemeClr val="tx1"/>
            </a:solidFill>
            <a:prstDash val="solid"/>
            <a:tailEnd type="arrow"/>
          </a:ln>
        </p:spPr>
        <p:style>
          <a:lnRef idx="1">
            <a:schemeClr val="accent1"/>
          </a:lnRef>
          <a:fillRef idx="0">
            <a:schemeClr val="accent1"/>
          </a:fillRef>
          <a:effectRef idx="0">
            <a:schemeClr val="accent1"/>
          </a:effectRef>
          <a:fontRef idx="minor">
            <a:schemeClr val="tx1"/>
          </a:fontRef>
        </p:style>
      </p:cxnSp>
      <p:cxnSp>
        <p:nvCxnSpPr>
          <p:cNvPr id="92" name="Straight Arrow Connector 91">
            <a:extLst>
              <a:ext uri="{FF2B5EF4-FFF2-40B4-BE49-F238E27FC236}">
                <a16:creationId xmlns:a16="http://schemas.microsoft.com/office/drawing/2014/main" xmlns="" id="{D3AA2138-112C-423F-83DD-E046E671BC4F}"/>
              </a:ext>
            </a:extLst>
          </p:cNvPr>
          <p:cNvCxnSpPr/>
          <p:nvPr/>
        </p:nvCxnSpPr>
        <p:spPr>
          <a:xfrm flipH="1" flipV="1">
            <a:off x="8361567" y="3032517"/>
            <a:ext cx="1878809" cy="898470"/>
          </a:xfrm>
          <a:prstGeom prst="straightConnector1">
            <a:avLst/>
          </a:prstGeom>
          <a:ln w="28575">
            <a:solidFill>
              <a:schemeClr val="tx1"/>
            </a:solidFill>
            <a:prstDash val="solid"/>
            <a:tailEnd type="arrow"/>
          </a:ln>
        </p:spPr>
        <p:style>
          <a:lnRef idx="1">
            <a:schemeClr val="accent1"/>
          </a:lnRef>
          <a:fillRef idx="0">
            <a:schemeClr val="accent1"/>
          </a:fillRef>
          <a:effectRef idx="0">
            <a:schemeClr val="accent1"/>
          </a:effectRef>
          <a:fontRef idx="minor">
            <a:schemeClr val="tx1"/>
          </a:fontRef>
        </p:style>
      </p:cxnSp>
      <p:cxnSp>
        <p:nvCxnSpPr>
          <p:cNvPr id="93" name="Straight Arrow Connector 92">
            <a:extLst>
              <a:ext uri="{FF2B5EF4-FFF2-40B4-BE49-F238E27FC236}">
                <a16:creationId xmlns:a16="http://schemas.microsoft.com/office/drawing/2014/main" xmlns="" id="{72C41FF5-2D4B-4D6C-BE09-A7DB37B7EEE7}"/>
              </a:ext>
            </a:extLst>
          </p:cNvPr>
          <p:cNvCxnSpPr/>
          <p:nvPr/>
        </p:nvCxnSpPr>
        <p:spPr>
          <a:xfrm flipH="1" flipV="1">
            <a:off x="8012742" y="3839865"/>
            <a:ext cx="2227634" cy="91123"/>
          </a:xfrm>
          <a:prstGeom prst="straightConnector1">
            <a:avLst/>
          </a:prstGeom>
          <a:ln w="28575">
            <a:solidFill>
              <a:schemeClr val="tx1"/>
            </a:solidFill>
            <a:prstDash val="solid"/>
            <a:tailEnd type="arrow"/>
          </a:ln>
        </p:spPr>
        <p:style>
          <a:lnRef idx="1">
            <a:schemeClr val="accent1"/>
          </a:lnRef>
          <a:fillRef idx="0">
            <a:schemeClr val="accent1"/>
          </a:fillRef>
          <a:effectRef idx="0">
            <a:schemeClr val="accent1"/>
          </a:effectRef>
          <a:fontRef idx="minor">
            <a:schemeClr val="tx1"/>
          </a:fontRef>
        </p:style>
      </p:cxnSp>
      <p:cxnSp>
        <p:nvCxnSpPr>
          <p:cNvPr id="94" name="Straight Arrow Connector 93">
            <a:extLst>
              <a:ext uri="{FF2B5EF4-FFF2-40B4-BE49-F238E27FC236}">
                <a16:creationId xmlns:a16="http://schemas.microsoft.com/office/drawing/2014/main" xmlns="" id="{DF76B9B7-0B7E-4EDE-99C4-6C1107B075DA}"/>
              </a:ext>
            </a:extLst>
          </p:cNvPr>
          <p:cNvCxnSpPr/>
          <p:nvPr/>
        </p:nvCxnSpPr>
        <p:spPr>
          <a:xfrm flipH="1">
            <a:off x="8361567" y="3930987"/>
            <a:ext cx="1878808" cy="715212"/>
          </a:xfrm>
          <a:prstGeom prst="straightConnector1">
            <a:avLst/>
          </a:prstGeom>
          <a:ln w="28575">
            <a:solidFill>
              <a:schemeClr val="tx1"/>
            </a:solidFill>
            <a:prstDash val="solid"/>
            <a:tailEnd type="arrow"/>
          </a:ln>
        </p:spPr>
        <p:style>
          <a:lnRef idx="1">
            <a:schemeClr val="accent1"/>
          </a:lnRef>
          <a:fillRef idx="0">
            <a:schemeClr val="accent1"/>
          </a:fillRef>
          <a:effectRef idx="0">
            <a:schemeClr val="accent1"/>
          </a:effectRef>
          <a:fontRef idx="minor">
            <a:schemeClr val="tx1"/>
          </a:fontRef>
        </p:style>
      </p:cxnSp>
      <p:cxnSp>
        <p:nvCxnSpPr>
          <p:cNvPr id="95" name="Straight Arrow Connector 94">
            <a:extLst>
              <a:ext uri="{FF2B5EF4-FFF2-40B4-BE49-F238E27FC236}">
                <a16:creationId xmlns:a16="http://schemas.microsoft.com/office/drawing/2014/main" xmlns="" id="{FB6F2B96-93ED-4657-B384-0FA8CCD439CA}"/>
              </a:ext>
            </a:extLst>
          </p:cNvPr>
          <p:cNvCxnSpPr/>
          <p:nvPr/>
        </p:nvCxnSpPr>
        <p:spPr>
          <a:xfrm flipH="1">
            <a:off x="10240168" y="4163855"/>
            <a:ext cx="249820" cy="377158"/>
          </a:xfrm>
          <a:prstGeom prst="straightConnector1">
            <a:avLst/>
          </a:prstGeom>
          <a:ln w="28575">
            <a:solidFill>
              <a:schemeClr val="tx1"/>
            </a:solidFill>
            <a:prstDash val="solid"/>
            <a:tailEnd type="arrow"/>
          </a:ln>
        </p:spPr>
        <p:style>
          <a:lnRef idx="1">
            <a:schemeClr val="accent1"/>
          </a:lnRef>
          <a:fillRef idx="0">
            <a:schemeClr val="accent1"/>
          </a:fillRef>
          <a:effectRef idx="0">
            <a:schemeClr val="accent1"/>
          </a:effectRef>
          <a:fontRef idx="minor">
            <a:schemeClr val="tx1"/>
          </a:fontRef>
        </p:style>
      </p:cxnSp>
      <p:sp>
        <p:nvSpPr>
          <p:cNvPr id="96" name="Rectangle 95">
            <a:extLst>
              <a:ext uri="{FF2B5EF4-FFF2-40B4-BE49-F238E27FC236}">
                <a16:creationId xmlns:a16="http://schemas.microsoft.com/office/drawing/2014/main" xmlns="" id="{96DD579F-0CD7-49D8-A264-C2C366073F50}"/>
              </a:ext>
            </a:extLst>
          </p:cNvPr>
          <p:cNvSpPr/>
          <p:nvPr/>
        </p:nvSpPr>
        <p:spPr>
          <a:xfrm>
            <a:off x="9117173" y="1446645"/>
            <a:ext cx="1598462" cy="386583"/>
          </a:xfrm>
          <a:prstGeom prst="rect">
            <a:avLst/>
          </a:prstGeom>
          <a:solidFill>
            <a:srgbClr val="1D306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2000" b="1" dirty="0">
                <a:solidFill>
                  <a:schemeClr val="bg1"/>
                </a:solidFill>
                <a:latin typeface="+mj-lt"/>
              </a:rPr>
              <a:t>Coordinator</a:t>
            </a:r>
          </a:p>
        </p:txBody>
      </p:sp>
    </p:spTree>
    <p:extLst>
      <p:ext uri="{BB962C8B-B14F-4D97-AF65-F5344CB8AC3E}">
        <p14:creationId xmlns:p14="http://schemas.microsoft.com/office/powerpoint/2010/main" val="41967220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6">
                                            <p:txEl>
                                              <p:pRg st="1" end="1"/>
                                            </p:txEl>
                                          </p:spTgt>
                                        </p:tgtEl>
                                        <p:attrNameLst>
                                          <p:attrName>style.visibility</p:attrName>
                                        </p:attrNameLst>
                                      </p:cBhvr>
                                      <p:to>
                                        <p:strVal val="visible"/>
                                      </p:to>
                                    </p:set>
                                  </p:childTnLst>
                                </p:cTn>
                              </p:par>
                              <p:par>
                                <p:cTn id="15" presetID="1" presetClass="exit" presetSubtype="0" fill="hold" nodeType="withEffect">
                                  <p:stCondLst>
                                    <p:cond delay="0"/>
                                  </p:stCondLst>
                                  <p:childTnLst>
                                    <p:set>
                                      <p:cBhvr>
                                        <p:cTn id="16" dur="1" fill="hold">
                                          <p:stCondLst>
                                            <p:cond delay="0"/>
                                          </p:stCondLst>
                                        </p:cTn>
                                        <p:tgtEl>
                                          <p:spTgt spid="69"/>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0">
                                            <p:txEl>
                                              <p:pRg st="0" end="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7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76"/>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7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70">
                                            <p:txEl>
                                              <p:pRg st="1" end="1"/>
                                            </p:txEl>
                                          </p:spTgt>
                                        </p:tgtEl>
                                        <p:attrNameLst>
                                          <p:attrName>style.visibility</p:attrName>
                                        </p:attrNameLst>
                                      </p:cBhvr>
                                      <p:to>
                                        <p:strVal val="visible"/>
                                      </p:to>
                                    </p:set>
                                  </p:childTnLst>
                                </p:cTn>
                              </p:par>
                              <p:par>
                                <p:cTn id="37" presetID="1" presetClass="exit" presetSubtype="0" fill="hold" nodeType="withEffect">
                                  <p:stCondLst>
                                    <p:cond delay="0"/>
                                  </p:stCondLst>
                                  <p:childTnLst>
                                    <p:set>
                                      <p:cBhvr>
                                        <p:cTn id="38" dur="1" fill="hold">
                                          <p:stCondLst>
                                            <p:cond delay="0"/>
                                          </p:stCondLst>
                                        </p:cTn>
                                        <p:tgtEl>
                                          <p:spTgt spid="71"/>
                                        </p:tgtEl>
                                        <p:attrNameLst>
                                          <p:attrName>style.visibility</p:attrName>
                                        </p:attrNameLst>
                                      </p:cBhvr>
                                      <p:to>
                                        <p:strVal val="hidden"/>
                                      </p:to>
                                    </p:set>
                                  </p:childTnLst>
                                </p:cTn>
                              </p:par>
                              <p:par>
                                <p:cTn id="39" presetID="1" presetClass="exit" presetSubtype="0" fill="hold" nodeType="withEffect">
                                  <p:stCondLst>
                                    <p:cond delay="0"/>
                                  </p:stCondLst>
                                  <p:childTnLst>
                                    <p:set>
                                      <p:cBhvr>
                                        <p:cTn id="40" dur="1" fill="hold">
                                          <p:stCondLst>
                                            <p:cond delay="0"/>
                                          </p:stCondLst>
                                        </p:cTn>
                                        <p:tgtEl>
                                          <p:spTgt spid="72"/>
                                        </p:tgtEl>
                                        <p:attrNameLst>
                                          <p:attrName>style.visibility</p:attrName>
                                        </p:attrNameLst>
                                      </p:cBhvr>
                                      <p:to>
                                        <p:strVal val="hidden"/>
                                      </p:to>
                                    </p:set>
                                  </p:childTnLst>
                                </p:cTn>
                              </p:par>
                              <p:par>
                                <p:cTn id="41" presetID="1" presetClass="exit" presetSubtype="0" fill="hold" grpId="1" nodeType="withEffect">
                                  <p:stCondLst>
                                    <p:cond delay="0"/>
                                  </p:stCondLst>
                                  <p:childTnLst>
                                    <p:set>
                                      <p:cBhvr>
                                        <p:cTn id="42" dur="1" fill="hold">
                                          <p:stCondLst>
                                            <p:cond delay="0"/>
                                          </p:stCondLst>
                                        </p:cTn>
                                        <p:tgtEl>
                                          <p:spTgt spid="73"/>
                                        </p:tgtEl>
                                        <p:attrNameLst>
                                          <p:attrName>style.visibility</p:attrName>
                                        </p:attrNameLst>
                                      </p:cBhvr>
                                      <p:to>
                                        <p:strVal val="hidden"/>
                                      </p:to>
                                    </p:set>
                                  </p:childTnLst>
                                </p:cTn>
                              </p:par>
                              <p:par>
                                <p:cTn id="43" presetID="1" presetClass="exit" presetSubtype="0" fill="hold" grpId="1" nodeType="withEffect">
                                  <p:stCondLst>
                                    <p:cond delay="0"/>
                                  </p:stCondLst>
                                  <p:childTnLst>
                                    <p:set>
                                      <p:cBhvr>
                                        <p:cTn id="44" dur="1" fill="hold">
                                          <p:stCondLst>
                                            <p:cond delay="0"/>
                                          </p:stCondLst>
                                        </p:cTn>
                                        <p:tgtEl>
                                          <p:spTgt spid="74"/>
                                        </p:tgtEl>
                                        <p:attrNameLst>
                                          <p:attrName>style.visibility</p:attrName>
                                        </p:attrNameLst>
                                      </p:cBhvr>
                                      <p:to>
                                        <p:strVal val="hidden"/>
                                      </p:to>
                                    </p:set>
                                  </p:childTnLst>
                                </p:cTn>
                              </p:par>
                              <p:par>
                                <p:cTn id="45" presetID="1" presetClass="exit" presetSubtype="0" fill="hold" grpId="1" nodeType="withEffect">
                                  <p:stCondLst>
                                    <p:cond delay="0"/>
                                  </p:stCondLst>
                                  <p:childTnLst>
                                    <p:set>
                                      <p:cBhvr>
                                        <p:cTn id="46" dur="1" fill="hold">
                                          <p:stCondLst>
                                            <p:cond delay="0"/>
                                          </p:stCondLst>
                                        </p:cTn>
                                        <p:tgtEl>
                                          <p:spTgt spid="76"/>
                                        </p:tgtEl>
                                        <p:attrNameLst>
                                          <p:attrName>style.visibility</p:attrName>
                                        </p:attrNameLst>
                                      </p:cBhvr>
                                      <p:to>
                                        <p:strVal val="hidden"/>
                                      </p:to>
                                    </p:set>
                                  </p:childTnLst>
                                </p:cTn>
                              </p:par>
                              <p:par>
                                <p:cTn id="47" presetID="1" presetClass="exit" presetSubtype="0" fill="hold" nodeType="withEffect">
                                  <p:stCondLst>
                                    <p:cond delay="0"/>
                                  </p:stCondLst>
                                  <p:childTnLst>
                                    <p:set>
                                      <p:cBhvr>
                                        <p:cTn id="48" dur="1" fill="hold">
                                          <p:stCondLst>
                                            <p:cond delay="0"/>
                                          </p:stCondLst>
                                        </p:cTn>
                                        <p:tgtEl>
                                          <p:spTgt spid="75"/>
                                        </p:tgtEl>
                                        <p:attrNameLst>
                                          <p:attrName>style.visibility</p:attrName>
                                        </p:attrNameLst>
                                      </p:cBhvr>
                                      <p:to>
                                        <p:strVal val="hidden"/>
                                      </p:to>
                                    </p:set>
                                  </p:childTnLst>
                                </p:cTn>
                              </p:par>
                              <p:par>
                                <p:cTn id="49" presetID="1" presetClass="entr" presetSubtype="0" fill="hold" nodeType="withEffect">
                                  <p:stCondLst>
                                    <p:cond delay="0"/>
                                  </p:stCondLst>
                                  <p:childTnLst>
                                    <p:set>
                                      <p:cBhvr>
                                        <p:cTn id="50" dur="1" fill="hold">
                                          <p:stCondLst>
                                            <p:cond delay="0"/>
                                          </p:stCondLst>
                                        </p:cTn>
                                        <p:tgtEl>
                                          <p:spTgt spid="7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78"/>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79"/>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80"/>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70">
                                            <p:txEl>
                                              <p:pRg st="2" end="2"/>
                                            </p:txEl>
                                          </p:spTgt>
                                        </p:tgtEl>
                                        <p:attrNameLst>
                                          <p:attrName>style.visibility</p:attrName>
                                        </p:attrNameLst>
                                      </p:cBhvr>
                                      <p:to>
                                        <p:strVal val="visible"/>
                                      </p:to>
                                    </p:set>
                                  </p:childTnLst>
                                </p:cTn>
                              </p:par>
                              <p:par>
                                <p:cTn id="61" presetID="1" presetClass="exit" presetSubtype="0" fill="hold" nodeType="withEffect">
                                  <p:stCondLst>
                                    <p:cond delay="0"/>
                                  </p:stCondLst>
                                  <p:childTnLst>
                                    <p:set>
                                      <p:cBhvr>
                                        <p:cTn id="62" dur="1" fill="hold">
                                          <p:stCondLst>
                                            <p:cond delay="0"/>
                                          </p:stCondLst>
                                        </p:cTn>
                                        <p:tgtEl>
                                          <p:spTgt spid="77"/>
                                        </p:tgtEl>
                                        <p:attrNameLst>
                                          <p:attrName>style.visibility</p:attrName>
                                        </p:attrNameLst>
                                      </p:cBhvr>
                                      <p:to>
                                        <p:strVal val="hidden"/>
                                      </p:to>
                                    </p:set>
                                  </p:childTnLst>
                                </p:cTn>
                              </p:par>
                              <p:par>
                                <p:cTn id="63" presetID="1" presetClass="exit" presetSubtype="0" fill="hold" grpId="1" nodeType="withEffect">
                                  <p:stCondLst>
                                    <p:cond delay="0"/>
                                  </p:stCondLst>
                                  <p:childTnLst>
                                    <p:set>
                                      <p:cBhvr>
                                        <p:cTn id="64" dur="1" fill="hold">
                                          <p:stCondLst>
                                            <p:cond delay="0"/>
                                          </p:stCondLst>
                                        </p:cTn>
                                        <p:tgtEl>
                                          <p:spTgt spid="78"/>
                                        </p:tgtEl>
                                        <p:attrNameLst>
                                          <p:attrName>style.visibility</p:attrName>
                                        </p:attrNameLst>
                                      </p:cBhvr>
                                      <p:to>
                                        <p:strVal val="hidden"/>
                                      </p:to>
                                    </p:set>
                                  </p:childTnLst>
                                </p:cTn>
                              </p:par>
                              <p:par>
                                <p:cTn id="65" presetID="1" presetClass="exit" presetSubtype="0" fill="hold" nodeType="withEffect">
                                  <p:stCondLst>
                                    <p:cond delay="0"/>
                                  </p:stCondLst>
                                  <p:childTnLst>
                                    <p:set>
                                      <p:cBhvr>
                                        <p:cTn id="66" dur="1" fill="hold">
                                          <p:stCondLst>
                                            <p:cond delay="0"/>
                                          </p:stCondLst>
                                        </p:cTn>
                                        <p:tgtEl>
                                          <p:spTgt spid="79"/>
                                        </p:tgtEl>
                                        <p:attrNameLst>
                                          <p:attrName>style.visibility</p:attrName>
                                        </p:attrNameLst>
                                      </p:cBhvr>
                                      <p:to>
                                        <p:strVal val="hidden"/>
                                      </p:to>
                                    </p:set>
                                  </p:childTnLst>
                                </p:cTn>
                              </p:par>
                              <p:par>
                                <p:cTn id="67" presetID="1" presetClass="exit" presetSubtype="0" fill="hold" grpId="1" nodeType="withEffect">
                                  <p:stCondLst>
                                    <p:cond delay="0"/>
                                  </p:stCondLst>
                                  <p:childTnLst>
                                    <p:set>
                                      <p:cBhvr>
                                        <p:cTn id="68" dur="1" fill="hold">
                                          <p:stCondLst>
                                            <p:cond delay="0"/>
                                          </p:stCondLst>
                                        </p:cTn>
                                        <p:tgtEl>
                                          <p:spTgt spid="80"/>
                                        </p:tgtEl>
                                        <p:attrNameLst>
                                          <p:attrName>style.visibility</p:attrName>
                                        </p:attrNameLst>
                                      </p:cBhvr>
                                      <p:to>
                                        <p:strVal val="hidden"/>
                                      </p:to>
                                    </p:set>
                                  </p:childTnLst>
                                </p:cTn>
                              </p:par>
                              <p:par>
                                <p:cTn id="69" presetID="1" presetClass="entr" presetSubtype="0" fill="hold" nodeType="withEffect">
                                  <p:stCondLst>
                                    <p:cond delay="0"/>
                                  </p:stCondLst>
                                  <p:childTnLst>
                                    <p:set>
                                      <p:cBhvr>
                                        <p:cTn id="70" dur="1" fill="hold">
                                          <p:stCondLst>
                                            <p:cond delay="0"/>
                                          </p:stCondLst>
                                        </p:cTn>
                                        <p:tgtEl>
                                          <p:spTgt spid="81"/>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82"/>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83"/>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84"/>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85"/>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86"/>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9" presetClass="emph" presetSubtype="0" nodeType="clickEffect">
                                  <p:stCondLst>
                                    <p:cond delay="0"/>
                                  </p:stCondLst>
                                  <p:childTnLst>
                                    <p:set>
                                      <p:cBhvr rctx="PPT">
                                        <p:cTn id="86" dur="indefinite"/>
                                        <p:tgtEl>
                                          <p:spTgt spid="85"/>
                                        </p:tgtEl>
                                        <p:attrNameLst>
                                          <p:attrName>style.opacity</p:attrName>
                                        </p:attrNameLst>
                                      </p:cBhvr>
                                      <p:to>
                                        <p:strVal val="0.25"/>
                                      </p:to>
                                    </p:set>
                                    <p:animEffect filter="image" prLst="opacity: 0.25">
                                      <p:cBhvr rctx="IE">
                                        <p:cTn id="87" dur="indefinite"/>
                                        <p:tgtEl>
                                          <p:spTgt spid="85"/>
                                        </p:tgtEl>
                                      </p:cBhvr>
                                    </p:animEffect>
                                  </p:childTnLst>
                                </p:cTn>
                              </p:par>
                              <p:par>
                                <p:cTn id="88" presetID="9" presetClass="emph" presetSubtype="0" grpId="2" nodeType="withEffect">
                                  <p:stCondLst>
                                    <p:cond delay="0"/>
                                  </p:stCondLst>
                                  <p:childTnLst>
                                    <p:set>
                                      <p:cBhvr rctx="PPT">
                                        <p:cTn id="89" dur="indefinite"/>
                                        <p:tgtEl>
                                          <p:spTgt spid="86"/>
                                        </p:tgtEl>
                                        <p:attrNameLst>
                                          <p:attrName>style.opacity</p:attrName>
                                        </p:attrNameLst>
                                      </p:cBhvr>
                                      <p:to>
                                        <p:strVal val="0.25"/>
                                      </p:to>
                                    </p:set>
                                    <p:animEffect filter="image" prLst="opacity: 0.25">
                                      <p:cBhvr rctx="IE">
                                        <p:cTn id="90" dur="indefinite"/>
                                        <p:tgtEl>
                                          <p:spTgt spid="86"/>
                                        </p:tgtEl>
                                      </p:cBhvr>
                                    </p:animEffect>
                                  </p:childTnLst>
                                </p:cTn>
                              </p:par>
                            </p:childTnLst>
                          </p:cTn>
                        </p:par>
                      </p:childTnLst>
                    </p:cTn>
                  </p:par>
                  <p:par>
                    <p:cTn id="91" fill="hold">
                      <p:stCondLst>
                        <p:cond delay="indefinite"/>
                      </p:stCondLst>
                      <p:childTnLst>
                        <p:par>
                          <p:cTn id="92" fill="hold">
                            <p:stCondLst>
                              <p:cond delay="0"/>
                            </p:stCondLst>
                            <p:childTnLst>
                              <p:par>
                                <p:cTn id="93" presetID="1" presetClass="exit" presetSubtype="0" fill="hold" nodeType="clickEffect">
                                  <p:stCondLst>
                                    <p:cond delay="0"/>
                                  </p:stCondLst>
                                  <p:childTnLst>
                                    <p:set>
                                      <p:cBhvr>
                                        <p:cTn id="94" dur="1" fill="hold">
                                          <p:stCondLst>
                                            <p:cond delay="0"/>
                                          </p:stCondLst>
                                        </p:cTn>
                                        <p:tgtEl>
                                          <p:spTgt spid="81"/>
                                        </p:tgtEl>
                                        <p:attrNameLst>
                                          <p:attrName>style.visibility</p:attrName>
                                        </p:attrNameLst>
                                      </p:cBhvr>
                                      <p:to>
                                        <p:strVal val="hidden"/>
                                      </p:to>
                                    </p:set>
                                  </p:childTnLst>
                                </p:cTn>
                              </p:par>
                              <p:par>
                                <p:cTn id="95" presetID="1" presetClass="exit" presetSubtype="0" fill="hold" grpId="1" nodeType="withEffect">
                                  <p:stCondLst>
                                    <p:cond delay="0"/>
                                  </p:stCondLst>
                                  <p:childTnLst>
                                    <p:set>
                                      <p:cBhvr>
                                        <p:cTn id="96" dur="1" fill="hold">
                                          <p:stCondLst>
                                            <p:cond delay="0"/>
                                          </p:stCondLst>
                                        </p:cTn>
                                        <p:tgtEl>
                                          <p:spTgt spid="82"/>
                                        </p:tgtEl>
                                        <p:attrNameLst>
                                          <p:attrName>style.visibility</p:attrName>
                                        </p:attrNameLst>
                                      </p:cBhvr>
                                      <p:to>
                                        <p:strVal val="hidden"/>
                                      </p:to>
                                    </p:set>
                                  </p:childTnLst>
                                </p:cTn>
                              </p:par>
                              <p:par>
                                <p:cTn id="97" presetID="1" presetClass="exit" presetSubtype="0" fill="hold" nodeType="withEffect">
                                  <p:stCondLst>
                                    <p:cond delay="0"/>
                                  </p:stCondLst>
                                  <p:childTnLst>
                                    <p:set>
                                      <p:cBhvr>
                                        <p:cTn id="98" dur="1" fill="hold">
                                          <p:stCondLst>
                                            <p:cond delay="0"/>
                                          </p:stCondLst>
                                        </p:cTn>
                                        <p:tgtEl>
                                          <p:spTgt spid="83"/>
                                        </p:tgtEl>
                                        <p:attrNameLst>
                                          <p:attrName>style.visibility</p:attrName>
                                        </p:attrNameLst>
                                      </p:cBhvr>
                                      <p:to>
                                        <p:strVal val="hidden"/>
                                      </p:to>
                                    </p:set>
                                  </p:childTnLst>
                                </p:cTn>
                              </p:par>
                              <p:par>
                                <p:cTn id="99" presetID="1" presetClass="exit" presetSubtype="0" fill="hold" grpId="1" nodeType="withEffect">
                                  <p:stCondLst>
                                    <p:cond delay="0"/>
                                  </p:stCondLst>
                                  <p:childTnLst>
                                    <p:set>
                                      <p:cBhvr>
                                        <p:cTn id="100" dur="1" fill="hold">
                                          <p:stCondLst>
                                            <p:cond delay="0"/>
                                          </p:stCondLst>
                                        </p:cTn>
                                        <p:tgtEl>
                                          <p:spTgt spid="84"/>
                                        </p:tgtEl>
                                        <p:attrNameLst>
                                          <p:attrName>style.visibility</p:attrName>
                                        </p:attrNameLst>
                                      </p:cBhvr>
                                      <p:to>
                                        <p:strVal val="hidden"/>
                                      </p:to>
                                    </p:set>
                                  </p:childTnLst>
                                </p:cTn>
                              </p:par>
                              <p:par>
                                <p:cTn id="101" presetID="1" presetClass="entr" presetSubtype="0" fill="hold" grpId="0" nodeType="withEffect">
                                  <p:stCondLst>
                                    <p:cond delay="0"/>
                                  </p:stCondLst>
                                  <p:childTnLst>
                                    <p:set>
                                      <p:cBhvr>
                                        <p:cTn id="102" dur="1" fill="hold">
                                          <p:stCondLst>
                                            <p:cond delay="0"/>
                                          </p:stCondLst>
                                        </p:cTn>
                                        <p:tgtEl>
                                          <p:spTgt spid="87"/>
                                        </p:tgtEl>
                                        <p:attrNameLst>
                                          <p:attrName>style.visibility</p:attrName>
                                        </p:attrNameLst>
                                      </p:cBhvr>
                                      <p:to>
                                        <p:strVal val="visible"/>
                                      </p:to>
                                    </p:set>
                                  </p:childTnLst>
                                </p:cTn>
                              </p:par>
                              <p:par>
                                <p:cTn id="103" presetID="1" presetClass="entr" presetSubtype="0" fill="hold" nodeType="withEffect">
                                  <p:stCondLst>
                                    <p:cond delay="0"/>
                                  </p:stCondLst>
                                  <p:childTnLst>
                                    <p:set>
                                      <p:cBhvr>
                                        <p:cTn id="104" dur="1" fill="hold">
                                          <p:stCondLst>
                                            <p:cond delay="0"/>
                                          </p:stCondLst>
                                        </p:cTn>
                                        <p:tgtEl>
                                          <p:spTgt spid="88"/>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xit" presetSubtype="0" fill="hold" nodeType="clickEffect">
                                  <p:stCondLst>
                                    <p:cond delay="0"/>
                                  </p:stCondLst>
                                  <p:childTnLst>
                                    <p:set>
                                      <p:cBhvr>
                                        <p:cTn id="108" dur="1" fill="hold">
                                          <p:stCondLst>
                                            <p:cond delay="0"/>
                                          </p:stCondLst>
                                        </p:cTn>
                                        <p:tgtEl>
                                          <p:spTgt spid="88"/>
                                        </p:tgtEl>
                                        <p:attrNameLst>
                                          <p:attrName>style.visibility</p:attrName>
                                        </p:attrNameLst>
                                      </p:cBhvr>
                                      <p:to>
                                        <p:strVal val="hidden"/>
                                      </p:to>
                                    </p:set>
                                  </p:childTnLst>
                                </p:cTn>
                              </p:par>
                              <p:par>
                                <p:cTn id="109" presetID="1" presetClass="exit" presetSubtype="0" fill="hold" grpId="1" nodeType="withEffect">
                                  <p:stCondLst>
                                    <p:cond delay="0"/>
                                  </p:stCondLst>
                                  <p:childTnLst>
                                    <p:set>
                                      <p:cBhvr>
                                        <p:cTn id="110" dur="1" fill="hold">
                                          <p:stCondLst>
                                            <p:cond delay="0"/>
                                          </p:stCondLst>
                                        </p:cTn>
                                        <p:tgtEl>
                                          <p:spTgt spid="87"/>
                                        </p:tgtEl>
                                        <p:attrNameLst>
                                          <p:attrName>style.visibility</p:attrName>
                                        </p:attrNameLst>
                                      </p:cBhvr>
                                      <p:to>
                                        <p:strVal val="hidden"/>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70">
                                            <p:txEl>
                                              <p:pRg st="3" end="3"/>
                                            </p:txEl>
                                          </p:spTgt>
                                        </p:tgtEl>
                                        <p:attrNameLst>
                                          <p:attrName>style.visibility</p:attrName>
                                        </p:attrNameLst>
                                      </p:cBhvr>
                                      <p:to>
                                        <p:strVal val="visible"/>
                                      </p:to>
                                    </p:set>
                                  </p:childTnLst>
                                </p:cTn>
                              </p:par>
                              <p:par>
                                <p:cTn id="115" presetID="9" presetClass="emph" presetSubtype="0" nodeType="withEffect">
                                  <p:stCondLst>
                                    <p:cond delay="0"/>
                                  </p:stCondLst>
                                  <p:childTnLst>
                                    <p:set>
                                      <p:cBhvr rctx="PPT">
                                        <p:cTn id="116" dur="indefinite"/>
                                        <p:tgtEl>
                                          <p:spTgt spid="85"/>
                                        </p:tgtEl>
                                        <p:attrNameLst>
                                          <p:attrName>style.opacity</p:attrName>
                                        </p:attrNameLst>
                                      </p:cBhvr>
                                      <p:to>
                                        <p:strVal val="1"/>
                                      </p:to>
                                    </p:set>
                                    <p:animEffect filter="image" prLst="opacity: 1">
                                      <p:cBhvr rctx="IE">
                                        <p:cTn id="117" dur="indefinite"/>
                                        <p:tgtEl>
                                          <p:spTgt spid="85"/>
                                        </p:tgtEl>
                                      </p:cBhvr>
                                    </p:animEffect>
                                  </p:childTnLst>
                                </p:cTn>
                              </p:par>
                              <p:par>
                                <p:cTn id="118" presetID="9" presetClass="emph" presetSubtype="0" grpId="3" nodeType="withEffect">
                                  <p:stCondLst>
                                    <p:cond delay="0"/>
                                  </p:stCondLst>
                                  <p:childTnLst>
                                    <p:set>
                                      <p:cBhvr rctx="PPT">
                                        <p:cTn id="119" dur="indefinite"/>
                                        <p:tgtEl>
                                          <p:spTgt spid="86"/>
                                        </p:tgtEl>
                                        <p:attrNameLst>
                                          <p:attrName>style.opacity</p:attrName>
                                        </p:attrNameLst>
                                      </p:cBhvr>
                                      <p:to>
                                        <p:strVal val="1"/>
                                      </p:to>
                                    </p:set>
                                    <p:animEffect filter="image" prLst="opacity: 1">
                                      <p:cBhvr rctx="IE">
                                        <p:cTn id="120" dur="indefinite"/>
                                        <p:tgtEl>
                                          <p:spTgt spid="86"/>
                                        </p:tgtEl>
                                      </p:cBhvr>
                                    </p:animEffect>
                                  </p:childTnLst>
                                </p:cTn>
                              </p:par>
                              <p:par>
                                <p:cTn id="121" presetID="1" presetClass="entr" presetSubtype="0" fill="hold" nodeType="withEffect">
                                  <p:stCondLst>
                                    <p:cond delay="0"/>
                                  </p:stCondLst>
                                  <p:childTnLst>
                                    <p:set>
                                      <p:cBhvr>
                                        <p:cTn id="122" dur="1" fill="hold">
                                          <p:stCondLst>
                                            <p:cond delay="0"/>
                                          </p:stCondLst>
                                        </p:cTn>
                                        <p:tgtEl>
                                          <p:spTgt spid="89"/>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xit" presetSubtype="0" fill="hold" nodeType="clickEffect">
                                  <p:stCondLst>
                                    <p:cond delay="0"/>
                                  </p:stCondLst>
                                  <p:childTnLst>
                                    <p:set>
                                      <p:cBhvr>
                                        <p:cTn id="126" dur="1" fill="hold">
                                          <p:stCondLst>
                                            <p:cond delay="0"/>
                                          </p:stCondLst>
                                        </p:cTn>
                                        <p:tgtEl>
                                          <p:spTgt spid="85"/>
                                        </p:tgtEl>
                                        <p:attrNameLst>
                                          <p:attrName>style.visibility</p:attrName>
                                        </p:attrNameLst>
                                      </p:cBhvr>
                                      <p:to>
                                        <p:strVal val="hidden"/>
                                      </p:to>
                                    </p:set>
                                  </p:childTnLst>
                                </p:cTn>
                              </p:par>
                              <p:par>
                                <p:cTn id="127" presetID="1" presetClass="exit" presetSubtype="0" fill="hold" grpId="1" nodeType="withEffect">
                                  <p:stCondLst>
                                    <p:cond delay="0"/>
                                  </p:stCondLst>
                                  <p:childTnLst>
                                    <p:set>
                                      <p:cBhvr>
                                        <p:cTn id="128" dur="1" fill="hold">
                                          <p:stCondLst>
                                            <p:cond delay="0"/>
                                          </p:stCondLst>
                                        </p:cTn>
                                        <p:tgtEl>
                                          <p:spTgt spid="86"/>
                                        </p:tgtEl>
                                        <p:attrNameLst>
                                          <p:attrName>style.visibility</p:attrName>
                                        </p:attrNameLst>
                                      </p:cBhvr>
                                      <p:to>
                                        <p:strVal val="hidden"/>
                                      </p:to>
                                    </p:set>
                                  </p:childTnLst>
                                </p:cTn>
                              </p:par>
                              <p:par>
                                <p:cTn id="129" presetID="1" presetClass="entr" presetSubtype="0" fill="hold" nodeType="withEffect">
                                  <p:stCondLst>
                                    <p:cond delay="0"/>
                                  </p:stCondLst>
                                  <p:childTnLst>
                                    <p:set>
                                      <p:cBhvr>
                                        <p:cTn id="130" dur="1" fill="hold">
                                          <p:stCondLst>
                                            <p:cond delay="0"/>
                                          </p:stCondLst>
                                        </p:cTn>
                                        <p:tgtEl>
                                          <p:spTgt spid="90"/>
                                        </p:tgtEl>
                                        <p:attrNameLst>
                                          <p:attrName>style.visibility</p:attrName>
                                        </p:attrNameLst>
                                      </p:cBhvr>
                                      <p:to>
                                        <p:strVal val="visible"/>
                                      </p:to>
                                    </p:set>
                                  </p:childTnLst>
                                </p:cTn>
                              </p:par>
                              <p:par>
                                <p:cTn id="131" presetID="1" presetClass="entr" presetSubtype="0" fill="hold" grpId="0" nodeType="withEffect">
                                  <p:stCondLst>
                                    <p:cond delay="0"/>
                                  </p:stCondLst>
                                  <p:childTnLst>
                                    <p:set>
                                      <p:cBhvr>
                                        <p:cTn id="132" dur="1" fill="hold">
                                          <p:stCondLst>
                                            <p:cond delay="0"/>
                                          </p:stCondLst>
                                        </p:cTn>
                                        <p:tgtEl>
                                          <p:spTgt spid="96"/>
                                        </p:tgtEl>
                                        <p:attrNameLst>
                                          <p:attrName>style.visibility</p:attrName>
                                        </p:attrNameLst>
                                      </p:cBhvr>
                                      <p:to>
                                        <p:strVal val="visible"/>
                                      </p:to>
                                    </p:set>
                                  </p:childTnLst>
                                </p:cTn>
                              </p:par>
                              <p:par>
                                <p:cTn id="133" presetID="1" presetClass="entr" presetSubtype="0" fill="hold" nodeType="withEffect">
                                  <p:stCondLst>
                                    <p:cond delay="0"/>
                                  </p:stCondLst>
                                  <p:childTnLst>
                                    <p:set>
                                      <p:cBhvr>
                                        <p:cTn id="134" dur="1" fill="hold">
                                          <p:stCondLst>
                                            <p:cond delay="0"/>
                                          </p:stCondLst>
                                        </p:cTn>
                                        <p:tgtEl>
                                          <p:spTgt spid="91"/>
                                        </p:tgtEl>
                                        <p:attrNameLst>
                                          <p:attrName>style.visibility</p:attrName>
                                        </p:attrNameLst>
                                      </p:cBhvr>
                                      <p:to>
                                        <p:strVal val="visible"/>
                                      </p:to>
                                    </p:set>
                                  </p:childTnLst>
                                </p:cTn>
                              </p:par>
                              <p:par>
                                <p:cTn id="135" presetID="1" presetClass="entr" presetSubtype="0" fill="hold" nodeType="withEffect">
                                  <p:stCondLst>
                                    <p:cond delay="0"/>
                                  </p:stCondLst>
                                  <p:childTnLst>
                                    <p:set>
                                      <p:cBhvr>
                                        <p:cTn id="136" dur="1" fill="hold">
                                          <p:stCondLst>
                                            <p:cond delay="0"/>
                                          </p:stCondLst>
                                        </p:cTn>
                                        <p:tgtEl>
                                          <p:spTgt spid="92"/>
                                        </p:tgtEl>
                                        <p:attrNameLst>
                                          <p:attrName>style.visibility</p:attrName>
                                        </p:attrNameLst>
                                      </p:cBhvr>
                                      <p:to>
                                        <p:strVal val="visible"/>
                                      </p:to>
                                    </p:set>
                                  </p:childTnLst>
                                </p:cTn>
                              </p:par>
                              <p:par>
                                <p:cTn id="137" presetID="1" presetClass="entr" presetSubtype="0" fill="hold" nodeType="withEffect">
                                  <p:stCondLst>
                                    <p:cond delay="0"/>
                                  </p:stCondLst>
                                  <p:childTnLst>
                                    <p:set>
                                      <p:cBhvr>
                                        <p:cTn id="138" dur="1" fill="hold">
                                          <p:stCondLst>
                                            <p:cond delay="0"/>
                                          </p:stCondLst>
                                        </p:cTn>
                                        <p:tgtEl>
                                          <p:spTgt spid="93"/>
                                        </p:tgtEl>
                                        <p:attrNameLst>
                                          <p:attrName>style.visibility</p:attrName>
                                        </p:attrNameLst>
                                      </p:cBhvr>
                                      <p:to>
                                        <p:strVal val="visible"/>
                                      </p:to>
                                    </p:set>
                                  </p:childTnLst>
                                </p:cTn>
                              </p:par>
                              <p:par>
                                <p:cTn id="139" presetID="1" presetClass="entr" presetSubtype="0" fill="hold" nodeType="withEffect">
                                  <p:stCondLst>
                                    <p:cond delay="0"/>
                                  </p:stCondLst>
                                  <p:childTnLst>
                                    <p:set>
                                      <p:cBhvr>
                                        <p:cTn id="140" dur="1" fill="hold">
                                          <p:stCondLst>
                                            <p:cond delay="0"/>
                                          </p:stCondLst>
                                        </p:cTn>
                                        <p:tgtEl>
                                          <p:spTgt spid="94"/>
                                        </p:tgtEl>
                                        <p:attrNameLst>
                                          <p:attrName>style.visibility</p:attrName>
                                        </p:attrNameLst>
                                      </p:cBhvr>
                                      <p:to>
                                        <p:strVal val="visible"/>
                                      </p:to>
                                    </p:set>
                                  </p:childTnLst>
                                </p:cTn>
                              </p:par>
                              <p:par>
                                <p:cTn id="141" presetID="1" presetClass="entr" presetSubtype="0" fill="hold" nodeType="withEffect">
                                  <p:stCondLst>
                                    <p:cond delay="0"/>
                                  </p:stCondLst>
                                  <p:childTnLst>
                                    <p:set>
                                      <p:cBhvr>
                                        <p:cTn id="142" dur="1" fill="hold">
                                          <p:stCondLst>
                                            <p:cond delay="0"/>
                                          </p:stCondLst>
                                        </p:cTn>
                                        <p:tgtEl>
                                          <p:spTgt spid="95"/>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xit" presetSubtype="0" fill="hold" grpId="1" nodeType="clickEffect">
                                  <p:stCondLst>
                                    <p:cond delay="0"/>
                                  </p:stCondLst>
                                  <p:childTnLst>
                                    <p:set>
                                      <p:cBhvr>
                                        <p:cTn id="146" dur="1" fill="hold">
                                          <p:stCondLst>
                                            <p:cond delay="0"/>
                                          </p:stCondLst>
                                        </p:cTn>
                                        <p:tgtEl>
                                          <p:spTgt spid="96"/>
                                        </p:tgtEl>
                                        <p:attrNameLst>
                                          <p:attrName>style.visibility</p:attrName>
                                        </p:attrNameLst>
                                      </p:cBhvr>
                                      <p:to>
                                        <p:strVal val="hidden"/>
                                      </p:to>
                                    </p:set>
                                  </p:childTnLst>
                                </p:cTn>
                              </p:par>
                              <p:par>
                                <p:cTn id="147" presetID="1" presetClass="exit" presetSubtype="0" fill="hold" nodeType="withEffect">
                                  <p:stCondLst>
                                    <p:cond delay="0"/>
                                  </p:stCondLst>
                                  <p:childTnLst>
                                    <p:set>
                                      <p:cBhvr>
                                        <p:cTn id="148" dur="1" fill="hold">
                                          <p:stCondLst>
                                            <p:cond delay="0"/>
                                          </p:stCondLst>
                                        </p:cTn>
                                        <p:tgtEl>
                                          <p:spTgt spid="91"/>
                                        </p:tgtEl>
                                        <p:attrNameLst>
                                          <p:attrName>style.visibility</p:attrName>
                                        </p:attrNameLst>
                                      </p:cBhvr>
                                      <p:to>
                                        <p:strVal val="hidden"/>
                                      </p:to>
                                    </p:set>
                                  </p:childTnLst>
                                </p:cTn>
                              </p:par>
                              <p:par>
                                <p:cTn id="149" presetID="1" presetClass="exit" presetSubtype="0" fill="hold" nodeType="withEffect">
                                  <p:stCondLst>
                                    <p:cond delay="0"/>
                                  </p:stCondLst>
                                  <p:childTnLst>
                                    <p:set>
                                      <p:cBhvr>
                                        <p:cTn id="150" dur="1" fill="hold">
                                          <p:stCondLst>
                                            <p:cond delay="0"/>
                                          </p:stCondLst>
                                        </p:cTn>
                                        <p:tgtEl>
                                          <p:spTgt spid="90"/>
                                        </p:tgtEl>
                                        <p:attrNameLst>
                                          <p:attrName>style.visibility</p:attrName>
                                        </p:attrNameLst>
                                      </p:cBhvr>
                                      <p:to>
                                        <p:strVal val="hidden"/>
                                      </p:to>
                                    </p:set>
                                  </p:childTnLst>
                                </p:cTn>
                              </p:par>
                              <p:par>
                                <p:cTn id="151" presetID="1" presetClass="exit" presetSubtype="0" fill="hold" nodeType="withEffect">
                                  <p:stCondLst>
                                    <p:cond delay="0"/>
                                  </p:stCondLst>
                                  <p:childTnLst>
                                    <p:set>
                                      <p:cBhvr>
                                        <p:cTn id="152" dur="1" fill="hold">
                                          <p:stCondLst>
                                            <p:cond delay="0"/>
                                          </p:stCondLst>
                                        </p:cTn>
                                        <p:tgtEl>
                                          <p:spTgt spid="92"/>
                                        </p:tgtEl>
                                        <p:attrNameLst>
                                          <p:attrName>style.visibility</p:attrName>
                                        </p:attrNameLst>
                                      </p:cBhvr>
                                      <p:to>
                                        <p:strVal val="hidden"/>
                                      </p:to>
                                    </p:set>
                                  </p:childTnLst>
                                </p:cTn>
                              </p:par>
                              <p:par>
                                <p:cTn id="153" presetID="1" presetClass="exit" presetSubtype="0" fill="hold" nodeType="withEffect">
                                  <p:stCondLst>
                                    <p:cond delay="0"/>
                                  </p:stCondLst>
                                  <p:childTnLst>
                                    <p:set>
                                      <p:cBhvr>
                                        <p:cTn id="154" dur="1" fill="hold">
                                          <p:stCondLst>
                                            <p:cond delay="0"/>
                                          </p:stCondLst>
                                        </p:cTn>
                                        <p:tgtEl>
                                          <p:spTgt spid="93"/>
                                        </p:tgtEl>
                                        <p:attrNameLst>
                                          <p:attrName>style.visibility</p:attrName>
                                        </p:attrNameLst>
                                      </p:cBhvr>
                                      <p:to>
                                        <p:strVal val="hidden"/>
                                      </p:to>
                                    </p:set>
                                  </p:childTnLst>
                                </p:cTn>
                              </p:par>
                              <p:par>
                                <p:cTn id="155" presetID="1" presetClass="exit" presetSubtype="0" fill="hold" nodeType="withEffect">
                                  <p:stCondLst>
                                    <p:cond delay="0"/>
                                  </p:stCondLst>
                                  <p:childTnLst>
                                    <p:set>
                                      <p:cBhvr>
                                        <p:cTn id="156" dur="1" fill="hold">
                                          <p:stCondLst>
                                            <p:cond delay="0"/>
                                          </p:stCondLst>
                                        </p:cTn>
                                        <p:tgtEl>
                                          <p:spTgt spid="94"/>
                                        </p:tgtEl>
                                        <p:attrNameLst>
                                          <p:attrName>style.visibility</p:attrName>
                                        </p:attrNameLst>
                                      </p:cBhvr>
                                      <p:to>
                                        <p:strVal val="hidden"/>
                                      </p:to>
                                    </p:set>
                                  </p:childTnLst>
                                </p:cTn>
                              </p:par>
                              <p:par>
                                <p:cTn id="157" presetID="1" presetClass="exit" presetSubtype="0" fill="hold" nodeType="withEffect">
                                  <p:stCondLst>
                                    <p:cond delay="0"/>
                                  </p:stCondLst>
                                  <p:childTnLst>
                                    <p:set>
                                      <p:cBhvr>
                                        <p:cTn id="158" dur="1" fill="hold">
                                          <p:stCondLst>
                                            <p:cond delay="0"/>
                                          </p:stCondLst>
                                        </p:cTn>
                                        <p:tgtEl>
                                          <p:spTgt spid="9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 grpId="0" animBg="1"/>
      <p:bldP spid="73" grpId="1" animBg="1"/>
      <p:bldP spid="74" grpId="0" animBg="1"/>
      <p:bldP spid="74" grpId="1" animBg="1"/>
      <p:bldP spid="76" grpId="0" animBg="1"/>
      <p:bldP spid="76" grpId="1" animBg="1"/>
      <p:bldP spid="78" grpId="0" animBg="1"/>
      <p:bldP spid="78" grpId="1" animBg="1"/>
      <p:bldP spid="80" grpId="0" animBg="1"/>
      <p:bldP spid="80" grpId="1" animBg="1"/>
      <p:bldP spid="82" grpId="0" animBg="1"/>
      <p:bldP spid="82" grpId="1" animBg="1"/>
      <p:bldP spid="84" grpId="0" animBg="1"/>
      <p:bldP spid="84" grpId="1" animBg="1"/>
      <p:bldP spid="86" grpId="0" animBg="1"/>
      <p:bldP spid="86" grpId="1" animBg="1"/>
      <p:bldP spid="86" grpId="2" animBg="1"/>
      <p:bldP spid="86" grpId="3" animBg="1"/>
      <p:bldP spid="87" grpId="0" animBg="1"/>
      <p:bldP spid="87" grpId="1" animBg="1"/>
      <p:bldP spid="96" grpId="0" animBg="1"/>
      <p:bldP spid="96" grpId="1"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Ring Algorithm</a:t>
            </a:r>
          </a:p>
        </p:txBody>
      </p:sp>
      <p:sp>
        <p:nvSpPr>
          <p:cNvPr id="28" name="Content Placeholder 2">
            <a:extLst>
              <a:ext uri="{FF2B5EF4-FFF2-40B4-BE49-F238E27FC236}">
                <a16:creationId xmlns:a16="http://schemas.microsoft.com/office/drawing/2014/main" xmlns="" id="{05FF24D1-5277-417B-BCE3-776DD62CA93A}"/>
              </a:ext>
            </a:extLst>
          </p:cNvPr>
          <p:cNvSpPr>
            <a:spLocks noGrp="1"/>
          </p:cNvSpPr>
          <p:nvPr>
            <p:ph idx="1"/>
          </p:nvPr>
        </p:nvSpPr>
        <p:spPr/>
        <p:txBody>
          <a:bodyPr>
            <a:noAutofit/>
          </a:bodyPr>
          <a:lstStyle/>
          <a:p>
            <a:pPr>
              <a:lnSpc>
                <a:spcPct val="110000"/>
              </a:lnSpc>
              <a:spcBef>
                <a:spcPts val="200"/>
              </a:spcBef>
              <a:spcAft>
                <a:spcPts val="200"/>
              </a:spcAft>
            </a:pPr>
            <a:r>
              <a:rPr lang="en-US" altLang="en-US" dirty="0">
                <a:latin typeface="+mj-lt"/>
              </a:rPr>
              <a:t>The ring algorithm assumes that the processes are arranged in a logical ring and each process is knowing the order of the ring of processes.</a:t>
            </a:r>
          </a:p>
          <a:p>
            <a:pPr>
              <a:lnSpc>
                <a:spcPct val="110000"/>
              </a:lnSpc>
              <a:spcBef>
                <a:spcPts val="200"/>
              </a:spcBef>
              <a:spcAft>
                <a:spcPts val="200"/>
              </a:spcAft>
            </a:pPr>
            <a:r>
              <a:rPr lang="en-US" altLang="en-US" dirty="0">
                <a:latin typeface="+mj-lt"/>
              </a:rPr>
              <a:t>If any process detects failure, it constructs an election message with its process ID and sends it to its neighbor.</a:t>
            </a:r>
          </a:p>
          <a:p>
            <a:pPr>
              <a:lnSpc>
                <a:spcPct val="110000"/>
              </a:lnSpc>
              <a:spcBef>
                <a:spcPts val="200"/>
              </a:spcBef>
              <a:spcAft>
                <a:spcPts val="200"/>
              </a:spcAft>
            </a:pPr>
            <a:r>
              <a:rPr lang="en-US" altLang="en-US" dirty="0">
                <a:latin typeface="+mj-lt"/>
              </a:rPr>
              <a:t>If the neighbor is down, the process skips over it and sends the message to the next process in the ring. </a:t>
            </a:r>
          </a:p>
          <a:p>
            <a:pPr>
              <a:lnSpc>
                <a:spcPct val="110000"/>
              </a:lnSpc>
              <a:spcBef>
                <a:spcPts val="200"/>
              </a:spcBef>
              <a:spcAft>
                <a:spcPts val="200"/>
              </a:spcAft>
            </a:pPr>
            <a:r>
              <a:rPr lang="en-US" altLang="en-US" dirty="0">
                <a:latin typeface="+mj-lt"/>
              </a:rPr>
              <a:t>This process is repeated until a running process is located</a:t>
            </a:r>
            <a:r>
              <a:rPr lang="en-US" altLang="en-US" dirty="0" smtClean="0">
                <a:latin typeface="+mj-lt"/>
              </a:rPr>
              <a:t>.</a:t>
            </a:r>
          </a:p>
          <a:p>
            <a:pPr>
              <a:lnSpc>
                <a:spcPct val="110000"/>
              </a:lnSpc>
              <a:spcBef>
                <a:spcPts val="200"/>
              </a:spcBef>
              <a:spcAft>
                <a:spcPts val="200"/>
              </a:spcAft>
            </a:pPr>
            <a:r>
              <a:rPr lang="en-US" altLang="en-US" dirty="0">
                <a:latin typeface="+mj-lt"/>
              </a:rPr>
              <a:t>At each step, the process adds its own process ID to the list in the message and sends the message to its living neighbor.</a:t>
            </a:r>
          </a:p>
          <a:p>
            <a:pPr>
              <a:lnSpc>
                <a:spcPct val="110000"/>
              </a:lnSpc>
              <a:spcBef>
                <a:spcPts val="200"/>
              </a:spcBef>
              <a:spcAft>
                <a:spcPts val="200"/>
              </a:spcAft>
            </a:pPr>
            <a:r>
              <a:rPr lang="en-US" altLang="en-US" dirty="0">
                <a:latin typeface="+mj-lt"/>
              </a:rPr>
              <a:t>Eventually, the election message comes back to the process that started it. </a:t>
            </a:r>
          </a:p>
          <a:p>
            <a:pPr>
              <a:lnSpc>
                <a:spcPct val="110000"/>
              </a:lnSpc>
              <a:spcBef>
                <a:spcPts val="200"/>
              </a:spcBef>
              <a:spcAft>
                <a:spcPts val="200"/>
              </a:spcAft>
            </a:pPr>
            <a:r>
              <a:rPr lang="en-US" altLang="en-US" dirty="0">
                <a:latin typeface="+mj-lt"/>
              </a:rPr>
              <a:t>The process then picks either the highest or lowest process ID in the list and sends out a message to the group informing them of the new coordinator. </a:t>
            </a:r>
          </a:p>
        </p:txBody>
      </p:sp>
    </p:spTree>
    <p:extLst>
      <p:ext uri="{BB962C8B-B14F-4D97-AF65-F5344CB8AC3E}">
        <p14:creationId xmlns:p14="http://schemas.microsoft.com/office/powerpoint/2010/main" val="8089356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8">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Ring Algorithm</a:t>
            </a:r>
          </a:p>
        </p:txBody>
      </p:sp>
      <p:graphicFrame>
        <p:nvGraphicFramePr>
          <p:cNvPr id="4" name="Diagram 3">
            <a:extLst>
              <a:ext uri="{FF2B5EF4-FFF2-40B4-BE49-F238E27FC236}">
                <a16:creationId xmlns:a16="http://schemas.microsoft.com/office/drawing/2014/main" xmlns="" id="{84D57397-9108-4D14-B447-B78387711222}"/>
              </a:ext>
            </a:extLst>
          </p:cNvPr>
          <p:cNvGraphicFramePr/>
          <p:nvPr>
            <p:extLst>
              <p:ext uri="{D42A27DB-BD31-4B8C-83A1-F6EECF244321}">
                <p14:modId xmlns:p14="http://schemas.microsoft.com/office/powerpoint/2010/main" val="4069267697"/>
              </p:ext>
            </p:extLst>
          </p:nvPr>
        </p:nvGraphicFramePr>
        <p:xfrm>
          <a:off x="7086993" y="1903911"/>
          <a:ext cx="4128694" cy="397206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Content Placeholder 2">
            <a:extLst>
              <a:ext uri="{FF2B5EF4-FFF2-40B4-BE49-F238E27FC236}">
                <a16:creationId xmlns:a16="http://schemas.microsoft.com/office/drawing/2014/main" xmlns="" id="{321E826B-09C2-4A53-B480-463BEFF53ED9}"/>
              </a:ext>
            </a:extLst>
          </p:cNvPr>
          <p:cNvSpPr>
            <a:spLocks noGrp="1"/>
          </p:cNvSpPr>
          <p:nvPr>
            <p:ph idx="1"/>
          </p:nvPr>
        </p:nvSpPr>
        <p:spPr>
          <a:xfrm>
            <a:off x="0" y="711201"/>
            <a:ext cx="10204704" cy="1447800"/>
          </a:xfrm>
        </p:spPr>
        <p:txBody>
          <a:bodyPr>
            <a:noAutofit/>
          </a:bodyPr>
          <a:lstStyle/>
          <a:p>
            <a:r>
              <a:rPr lang="en-US" altLang="en-US" sz="2400" dirty="0">
                <a:latin typeface="+mj-lt"/>
              </a:rPr>
              <a:t>This algorithm is generally used in a ring topology</a:t>
            </a:r>
          </a:p>
          <a:p>
            <a:r>
              <a:rPr lang="en-US" altLang="en-US" sz="2400" dirty="0" smtClean="0">
                <a:latin typeface="+mj-lt"/>
              </a:rPr>
              <a:t>When </a:t>
            </a:r>
            <a:r>
              <a:rPr lang="en-US" altLang="en-US" sz="2400" dirty="0">
                <a:latin typeface="+mj-lt"/>
              </a:rPr>
              <a:t>a process </a:t>
            </a:r>
            <a:r>
              <a:rPr lang="en-US" altLang="en-US" sz="2400" b="1" dirty="0">
                <a:latin typeface="+mj-lt"/>
                <a:cs typeface="Courier New" panose="02070309020205020404" pitchFamily="49" charset="0"/>
              </a:rPr>
              <a:t>P</a:t>
            </a:r>
            <a:r>
              <a:rPr lang="en-US" altLang="en-US" sz="2400" b="1" baseline="-25000" dirty="0">
                <a:latin typeface="+mj-lt"/>
                <a:cs typeface="Courier New" panose="02070309020205020404" pitchFamily="49" charset="0"/>
              </a:rPr>
              <a:t>i</a:t>
            </a:r>
            <a:r>
              <a:rPr lang="en-US" altLang="en-US" sz="2400" dirty="0">
                <a:latin typeface="+mj-lt"/>
              </a:rPr>
              <a:t> detects that  the coordinator has crashed, it initiates the election algorithm</a:t>
            </a:r>
          </a:p>
        </p:txBody>
      </p:sp>
      <p:sp>
        <p:nvSpPr>
          <p:cNvPr id="7" name="Rectangle 6">
            <a:extLst>
              <a:ext uri="{FF2B5EF4-FFF2-40B4-BE49-F238E27FC236}">
                <a16:creationId xmlns:a16="http://schemas.microsoft.com/office/drawing/2014/main" xmlns="" id="{D346DAF3-E1EC-4FB5-BD5E-107E4BEB9821}"/>
              </a:ext>
            </a:extLst>
          </p:cNvPr>
          <p:cNvSpPr/>
          <p:nvPr/>
        </p:nvSpPr>
        <p:spPr>
          <a:xfrm>
            <a:off x="6820672" y="3559107"/>
            <a:ext cx="552312" cy="830997"/>
          </a:xfrm>
          <a:prstGeom prst="rect">
            <a:avLst/>
          </a:prstGeom>
          <a:noFill/>
        </p:spPr>
        <p:txBody>
          <a:bodyPr wrap="square">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eaLnBrk="1" hangingPunct="1">
              <a:defRPr/>
            </a:pPr>
            <a:r>
              <a:rPr lang="en-US" sz="4800" b="1" dirty="0">
                <a:ln w="11430"/>
                <a:solidFill>
                  <a:srgbClr val="FF0000"/>
                </a:solidFill>
                <a:effectLst>
                  <a:outerShdw blurRad="50800" dist="39000" dir="5460000" algn="tl">
                    <a:srgbClr val="000000">
                      <a:alpha val="38000"/>
                    </a:srgbClr>
                  </a:outerShdw>
                </a:effectLst>
                <a:latin typeface="+mj-lt"/>
                <a:cs typeface="Arial" charset="0"/>
              </a:rPr>
              <a:t>X</a:t>
            </a:r>
          </a:p>
        </p:txBody>
      </p:sp>
      <p:sp>
        <p:nvSpPr>
          <p:cNvPr id="8" name="Content Placeholder 2">
            <a:extLst>
              <a:ext uri="{FF2B5EF4-FFF2-40B4-BE49-F238E27FC236}">
                <a16:creationId xmlns:a16="http://schemas.microsoft.com/office/drawing/2014/main" xmlns="" id="{E95B1C66-4775-4831-81DA-04A4AF384201}"/>
              </a:ext>
            </a:extLst>
          </p:cNvPr>
          <p:cNvSpPr txBox="1">
            <a:spLocks/>
          </p:cNvSpPr>
          <p:nvPr/>
        </p:nvSpPr>
        <p:spPr bwMode="auto">
          <a:xfrm>
            <a:off x="-4717" y="2113190"/>
            <a:ext cx="6638337" cy="4444776"/>
          </a:xfrm>
          <a:prstGeom prst="rect">
            <a:avLst/>
          </a:prstGeom>
          <a:noFill/>
          <a:ln w="9525">
            <a:noFill/>
            <a:miter lim="800000"/>
            <a:headEnd/>
            <a:tailEnd/>
          </a:ln>
        </p:spPr>
        <p:txBody>
          <a:bodyPr/>
          <a:lstStyle/>
          <a:p>
            <a:pPr marL="457200" indent="-457200" algn="just">
              <a:spcBef>
                <a:spcPct val="20000"/>
              </a:spcBef>
              <a:buClr>
                <a:schemeClr val="accent6"/>
              </a:buClr>
              <a:buFont typeface="+mj-lt"/>
              <a:buAutoNum type="arabicPeriod"/>
              <a:defRPr/>
            </a:pPr>
            <a:r>
              <a:rPr lang="en-US" sz="2400" b="1" kern="0" dirty="0">
                <a:latin typeface="+mj-lt"/>
                <a:cs typeface="Courier New" pitchFamily="49" charset="0"/>
              </a:rPr>
              <a:t>P</a:t>
            </a:r>
            <a:r>
              <a:rPr lang="en-US" sz="2400" b="1" kern="0" baseline="-25000" dirty="0">
                <a:latin typeface="+mj-lt"/>
                <a:cs typeface="Courier New" pitchFamily="49" charset="0"/>
              </a:rPr>
              <a:t>i</a:t>
            </a:r>
            <a:r>
              <a:rPr lang="en-US" sz="2400" kern="0" dirty="0">
                <a:latin typeface="+mj-lt"/>
              </a:rPr>
              <a:t> builds an “</a:t>
            </a:r>
            <a:r>
              <a:rPr lang="en-US" sz="2400" b="1" kern="0" dirty="0">
                <a:solidFill>
                  <a:schemeClr val="accent6"/>
                </a:solidFill>
                <a:latin typeface="+mj-lt"/>
              </a:rPr>
              <a:t>Election</a:t>
            </a:r>
            <a:r>
              <a:rPr lang="en-US" sz="2400" kern="0" dirty="0">
                <a:latin typeface="+mj-lt"/>
              </a:rPr>
              <a:t>” message </a:t>
            </a:r>
            <a:r>
              <a:rPr lang="en-US" sz="2400" b="1" kern="0" dirty="0">
                <a:latin typeface="+mj-lt"/>
              </a:rPr>
              <a:t>(</a:t>
            </a:r>
            <a:r>
              <a:rPr lang="en-US" sz="2400" b="1" kern="0" dirty="0">
                <a:latin typeface="+mj-lt"/>
                <a:cs typeface="Courier New" pitchFamily="49" charset="0"/>
              </a:rPr>
              <a:t>E)</a:t>
            </a:r>
            <a:r>
              <a:rPr lang="en-US" sz="2400" kern="0" dirty="0">
                <a:latin typeface="+mj-lt"/>
              </a:rPr>
              <a:t>, and sends it to its next node. It inserts its ID into the Election </a:t>
            </a:r>
            <a:r>
              <a:rPr lang="en-US" sz="2400" kern="0" dirty="0" smtClean="0">
                <a:latin typeface="+mj-lt"/>
              </a:rPr>
              <a:t>message</a:t>
            </a:r>
            <a:endParaRPr lang="en-US" sz="2400" kern="0" dirty="0">
              <a:latin typeface="+mj-lt"/>
            </a:endParaRPr>
          </a:p>
          <a:p>
            <a:pPr marL="457200" indent="-457200" algn="just">
              <a:spcBef>
                <a:spcPct val="20000"/>
              </a:spcBef>
              <a:buClr>
                <a:schemeClr val="accent6"/>
              </a:buClr>
              <a:buFont typeface="+mj-lt"/>
              <a:buAutoNum type="arabicPeriod"/>
              <a:defRPr/>
            </a:pPr>
            <a:r>
              <a:rPr lang="en-US" sz="2400" kern="0" dirty="0">
                <a:latin typeface="+mj-lt"/>
              </a:rPr>
              <a:t>When process </a:t>
            </a:r>
            <a:r>
              <a:rPr lang="en-US" sz="2400" b="1" kern="0" dirty="0">
                <a:latin typeface="+mj-lt"/>
                <a:cs typeface="Courier New" pitchFamily="49" charset="0"/>
              </a:rPr>
              <a:t>P</a:t>
            </a:r>
            <a:r>
              <a:rPr lang="en-US" sz="2400" b="1" kern="0" baseline="-25000" dirty="0">
                <a:latin typeface="+mj-lt"/>
                <a:cs typeface="Courier New" pitchFamily="49" charset="0"/>
              </a:rPr>
              <a:t>j</a:t>
            </a:r>
            <a:r>
              <a:rPr lang="en-US" sz="2400" kern="0" dirty="0">
                <a:latin typeface="+mj-lt"/>
                <a:cs typeface="Arial" charset="0"/>
              </a:rPr>
              <a:t> receives the message, it appends its ID and forwards the message</a:t>
            </a:r>
            <a:endParaRPr lang="en-US" sz="2400" kern="0" dirty="0">
              <a:latin typeface="+mj-lt"/>
            </a:endParaRPr>
          </a:p>
          <a:p>
            <a:pPr marL="809625" lvl="1" indent="-352425" algn="just">
              <a:spcBef>
                <a:spcPts val="200"/>
              </a:spcBef>
              <a:spcAft>
                <a:spcPts val="200"/>
              </a:spcAft>
              <a:buClr>
                <a:schemeClr val="accent6"/>
              </a:buClr>
              <a:buFont typeface="Wingdings" panose="05000000000000000000" pitchFamily="2" charset="2"/>
              <a:buChar char="§"/>
              <a:defRPr/>
            </a:pPr>
            <a:r>
              <a:rPr lang="en-US" sz="2000" dirty="0">
                <a:latin typeface="+mj-lt"/>
                <a:ea typeface="Arial" panose="020B0604020202020204" pitchFamily="34" charset="0"/>
              </a:rPr>
              <a:t>If the next node has crashed, </a:t>
            </a:r>
            <a:r>
              <a:rPr lang="en-US" sz="2000" b="1" dirty="0">
                <a:latin typeface="+mj-lt"/>
                <a:ea typeface="Arial" panose="020B0604020202020204" pitchFamily="34" charset="0"/>
              </a:rPr>
              <a:t>P</a:t>
            </a:r>
            <a:r>
              <a:rPr lang="en-US" sz="2000" b="1" baseline="-25000" dirty="0">
                <a:latin typeface="+mj-lt"/>
                <a:ea typeface="Arial" panose="020B0604020202020204" pitchFamily="34" charset="0"/>
              </a:rPr>
              <a:t>j</a:t>
            </a:r>
            <a:r>
              <a:rPr lang="en-US" sz="2000" dirty="0">
                <a:latin typeface="+mj-lt"/>
                <a:ea typeface="Arial" panose="020B0604020202020204" pitchFamily="34" charset="0"/>
              </a:rPr>
              <a:t> finds the next alive node</a:t>
            </a:r>
          </a:p>
          <a:p>
            <a:pPr marL="457200" indent="-457200" algn="just">
              <a:spcBef>
                <a:spcPct val="20000"/>
              </a:spcBef>
              <a:buClr>
                <a:schemeClr val="accent6"/>
              </a:buClr>
              <a:buFont typeface="+mj-lt"/>
              <a:buAutoNum type="arabicPeriod"/>
              <a:defRPr/>
            </a:pPr>
            <a:r>
              <a:rPr lang="en-US" sz="2400" kern="0" dirty="0">
                <a:latin typeface="+mj-lt"/>
              </a:rPr>
              <a:t>When the message gets back to </a:t>
            </a:r>
            <a:r>
              <a:rPr lang="en-US" sz="2400" b="1" kern="0" dirty="0">
                <a:latin typeface="+mj-lt"/>
                <a:cs typeface="Courier New" pitchFamily="49" charset="0"/>
              </a:rPr>
              <a:t>P</a:t>
            </a:r>
            <a:r>
              <a:rPr lang="en-US" sz="2400" b="1" kern="0" baseline="-25000" dirty="0">
                <a:latin typeface="+mj-lt"/>
                <a:cs typeface="Courier New" pitchFamily="49" charset="0"/>
              </a:rPr>
              <a:t>i</a:t>
            </a:r>
            <a:r>
              <a:rPr lang="en-US" sz="2400" kern="0" dirty="0">
                <a:latin typeface="+mj-lt"/>
              </a:rPr>
              <a:t>:</a:t>
            </a:r>
          </a:p>
          <a:p>
            <a:pPr marL="809625" lvl="1" indent="-352425" algn="just">
              <a:spcBef>
                <a:spcPts val="200"/>
              </a:spcBef>
              <a:spcAft>
                <a:spcPts val="200"/>
              </a:spcAft>
              <a:buClr>
                <a:schemeClr val="accent6"/>
              </a:buClr>
              <a:buFont typeface="Wingdings" panose="05000000000000000000" pitchFamily="2" charset="2"/>
              <a:buChar char="§"/>
              <a:defRPr/>
            </a:pPr>
            <a:r>
              <a:rPr lang="en-US" sz="2000" b="1" dirty="0">
                <a:latin typeface="+mj-lt"/>
                <a:ea typeface="Arial" panose="020B0604020202020204" pitchFamily="34" charset="0"/>
              </a:rPr>
              <a:t>P</a:t>
            </a:r>
            <a:r>
              <a:rPr lang="en-US" sz="2000" b="1" baseline="-25000" dirty="0">
                <a:latin typeface="+mj-lt"/>
                <a:ea typeface="Arial" panose="020B0604020202020204" pitchFamily="34" charset="0"/>
              </a:rPr>
              <a:t>i</a:t>
            </a:r>
            <a:r>
              <a:rPr lang="en-US" sz="2000" b="1" dirty="0">
                <a:latin typeface="+mj-lt"/>
                <a:ea typeface="Arial" panose="020B0604020202020204" pitchFamily="34" charset="0"/>
              </a:rPr>
              <a:t> </a:t>
            </a:r>
            <a:r>
              <a:rPr lang="en-US" sz="2000" dirty="0">
                <a:latin typeface="+mj-lt"/>
                <a:ea typeface="Arial" panose="020B0604020202020204" pitchFamily="34" charset="0"/>
              </a:rPr>
              <a:t>elects the process with the </a:t>
            </a:r>
            <a:r>
              <a:rPr lang="en-US" sz="2000" b="1" dirty="0">
                <a:solidFill>
                  <a:schemeClr val="accent6"/>
                </a:solidFill>
                <a:latin typeface="+mj-lt"/>
                <a:ea typeface="Arial" panose="020B0604020202020204" pitchFamily="34" charset="0"/>
              </a:rPr>
              <a:t>highest ID </a:t>
            </a:r>
            <a:r>
              <a:rPr lang="en-US" sz="2000" dirty="0">
                <a:latin typeface="+mj-lt"/>
                <a:ea typeface="Arial" panose="020B0604020202020204" pitchFamily="34" charset="0"/>
              </a:rPr>
              <a:t>as coordinator</a:t>
            </a:r>
          </a:p>
          <a:p>
            <a:pPr marL="809625" lvl="1" indent="-352425" algn="just">
              <a:spcBef>
                <a:spcPts val="200"/>
              </a:spcBef>
              <a:spcAft>
                <a:spcPts val="200"/>
              </a:spcAft>
              <a:buClr>
                <a:schemeClr val="accent6"/>
              </a:buClr>
              <a:buFont typeface="Wingdings" panose="05000000000000000000" pitchFamily="2" charset="2"/>
              <a:buChar char="§"/>
              <a:defRPr/>
            </a:pPr>
            <a:r>
              <a:rPr lang="en-US" sz="2000" b="1" dirty="0">
                <a:latin typeface="+mj-lt"/>
                <a:ea typeface="Arial" panose="020B0604020202020204" pitchFamily="34" charset="0"/>
              </a:rPr>
              <a:t>P</a:t>
            </a:r>
            <a:r>
              <a:rPr lang="en-US" sz="2000" b="1" baseline="-25000" dirty="0">
                <a:latin typeface="+mj-lt"/>
                <a:ea typeface="Arial" panose="020B0604020202020204" pitchFamily="34" charset="0"/>
              </a:rPr>
              <a:t>i</a:t>
            </a:r>
            <a:r>
              <a:rPr lang="en-US" sz="2000" dirty="0">
                <a:latin typeface="+mj-lt"/>
                <a:ea typeface="Arial" panose="020B0604020202020204" pitchFamily="34" charset="0"/>
              </a:rPr>
              <a:t> changes the message type to a “</a:t>
            </a:r>
            <a:r>
              <a:rPr lang="en-US" sz="2000" b="1" dirty="0">
                <a:solidFill>
                  <a:schemeClr val="accent6"/>
                </a:solidFill>
                <a:latin typeface="+mj-lt"/>
                <a:ea typeface="Arial" panose="020B0604020202020204" pitchFamily="34" charset="0"/>
              </a:rPr>
              <a:t>Coordination</a:t>
            </a:r>
            <a:r>
              <a:rPr lang="en-US" sz="2000" dirty="0">
                <a:latin typeface="+mj-lt"/>
                <a:ea typeface="Arial" panose="020B0604020202020204" pitchFamily="34" charset="0"/>
              </a:rPr>
              <a:t>” message (C) and triggers its circulation in the ring</a:t>
            </a:r>
          </a:p>
        </p:txBody>
      </p:sp>
      <p:sp>
        <p:nvSpPr>
          <p:cNvPr id="9" name="Rectangle 8">
            <a:extLst>
              <a:ext uri="{FF2B5EF4-FFF2-40B4-BE49-F238E27FC236}">
                <a16:creationId xmlns:a16="http://schemas.microsoft.com/office/drawing/2014/main" xmlns="" id="{8605322E-4382-4DB9-86D1-6DFE0A60E7AE}"/>
              </a:ext>
            </a:extLst>
          </p:cNvPr>
          <p:cNvSpPr/>
          <p:nvPr/>
        </p:nvSpPr>
        <p:spPr>
          <a:xfrm>
            <a:off x="8062773" y="5534110"/>
            <a:ext cx="594703" cy="394251"/>
          </a:xfrm>
          <a:prstGeom prst="rect">
            <a:avLst/>
          </a:prstGeom>
          <a:solidFill>
            <a:srgbClr val="1D306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b="1" dirty="0">
                <a:solidFill>
                  <a:schemeClr val="bg1"/>
                </a:solidFill>
                <a:latin typeface="+mj-lt"/>
              </a:rPr>
              <a:t>E: 5</a:t>
            </a:r>
          </a:p>
        </p:txBody>
      </p:sp>
      <p:cxnSp>
        <p:nvCxnSpPr>
          <p:cNvPr id="10" name="Straight Arrow Connector 9">
            <a:extLst>
              <a:ext uri="{FF2B5EF4-FFF2-40B4-BE49-F238E27FC236}">
                <a16:creationId xmlns:a16="http://schemas.microsoft.com/office/drawing/2014/main" xmlns="" id="{1F1DB3F9-DFD4-4A5D-AA03-26DA5890920F}"/>
              </a:ext>
            </a:extLst>
          </p:cNvPr>
          <p:cNvCxnSpPr/>
          <p:nvPr/>
        </p:nvCxnSpPr>
        <p:spPr>
          <a:xfrm flipH="1" flipV="1">
            <a:off x="8322581" y="5269232"/>
            <a:ext cx="464091" cy="209646"/>
          </a:xfrm>
          <a:prstGeom prst="straightConnector1">
            <a:avLst/>
          </a:prstGeom>
          <a:ln w="28575">
            <a:solidFill>
              <a:schemeClr val="tx1"/>
            </a:solidFill>
            <a:prstDash val="solid"/>
            <a:tailEnd type="arrow"/>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xmlns="" id="{5BBF94D6-D0E7-49FF-BF72-FE8B4A2942FE}"/>
              </a:ext>
            </a:extLst>
          </p:cNvPr>
          <p:cNvSpPr/>
          <p:nvPr/>
        </p:nvSpPr>
        <p:spPr>
          <a:xfrm>
            <a:off x="8243886" y="3889945"/>
            <a:ext cx="788397" cy="314964"/>
          </a:xfrm>
          <a:prstGeom prst="rect">
            <a:avLst/>
          </a:prstGeom>
          <a:solidFill>
            <a:srgbClr val="1D306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b="1" dirty="0">
                <a:solidFill>
                  <a:schemeClr val="bg1"/>
                </a:solidFill>
                <a:latin typeface="+mj-lt"/>
              </a:rPr>
              <a:t>E: 5,6</a:t>
            </a:r>
          </a:p>
        </p:txBody>
      </p:sp>
      <p:cxnSp>
        <p:nvCxnSpPr>
          <p:cNvPr id="12" name="Straight Arrow Connector 11">
            <a:extLst>
              <a:ext uri="{FF2B5EF4-FFF2-40B4-BE49-F238E27FC236}">
                <a16:creationId xmlns:a16="http://schemas.microsoft.com/office/drawing/2014/main" xmlns="" id="{A762BAB5-1E38-4F85-B6A5-A8A9E140A55B}"/>
              </a:ext>
            </a:extLst>
          </p:cNvPr>
          <p:cNvCxnSpPr/>
          <p:nvPr/>
        </p:nvCxnSpPr>
        <p:spPr>
          <a:xfrm flipV="1">
            <a:off x="8236082" y="3062924"/>
            <a:ext cx="0" cy="1543050"/>
          </a:xfrm>
          <a:prstGeom prst="straightConnector1">
            <a:avLst/>
          </a:prstGeom>
          <a:ln w="28575">
            <a:solidFill>
              <a:schemeClr val="tx1"/>
            </a:solidFill>
            <a:prstDash val="solid"/>
            <a:tailEnd type="arrow"/>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xmlns="" id="{B046AF6A-54F2-4919-A017-198A44A3FAAC}"/>
              </a:ext>
            </a:extLst>
          </p:cNvPr>
          <p:cNvSpPr/>
          <p:nvPr/>
        </p:nvSpPr>
        <p:spPr>
          <a:xfrm>
            <a:off x="7871044" y="1964653"/>
            <a:ext cx="929952" cy="343668"/>
          </a:xfrm>
          <a:prstGeom prst="rect">
            <a:avLst/>
          </a:prstGeom>
          <a:solidFill>
            <a:srgbClr val="1D306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b="1" dirty="0">
                <a:solidFill>
                  <a:schemeClr val="bg1"/>
                </a:solidFill>
                <a:latin typeface="+mj-lt"/>
              </a:rPr>
              <a:t>E: 5,6,0</a:t>
            </a:r>
          </a:p>
        </p:txBody>
      </p:sp>
      <p:cxnSp>
        <p:nvCxnSpPr>
          <p:cNvPr id="14" name="Straight Arrow Connector 13">
            <a:extLst>
              <a:ext uri="{FF2B5EF4-FFF2-40B4-BE49-F238E27FC236}">
                <a16:creationId xmlns:a16="http://schemas.microsoft.com/office/drawing/2014/main" xmlns="" id="{81E36645-99BE-4D7F-91CB-F62BDBD5FAE5}"/>
              </a:ext>
            </a:extLst>
          </p:cNvPr>
          <p:cNvCxnSpPr/>
          <p:nvPr/>
        </p:nvCxnSpPr>
        <p:spPr>
          <a:xfrm flipV="1">
            <a:off x="8438286" y="2421527"/>
            <a:ext cx="348386" cy="167334"/>
          </a:xfrm>
          <a:prstGeom prst="straightConnector1">
            <a:avLst/>
          </a:prstGeom>
          <a:ln w="28575">
            <a:solidFill>
              <a:schemeClr val="tx1"/>
            </a:solidFill>
            <a:prstDash val="solid"/>
            <a:tailEnd type="arrow"/>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xmlns="" id="{A34F3EE3-01B5-4561-8635-14F8DDCC07C6}"/>
              </a:ext>
            </a:extLst>
          </p:cNvPr>
          <p:cNvSpPr/>
          <p:nvPr/>
        </p:nvSpPr>
        <p:spPr>
          <a:xfrm>
            <a:off x="9732843" y="2006777"/>
            <a:ext cx="1124896" cy="296410"/>
          </a:xfrm>
          <a:prstGeom prst="rect">
            <a:avLst/>
          </a:prstGeom>
          <a:solidFill>
            <a:srgbClr val="1D306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b="1" dirty="0">
                <a:solidFill>
                  <a:schemeClr val="bg1"/>
                </a:solidFill>
                <a:latin typeface="+mj-lt"/>
              </a:rPr>
              <a:t>E: 5,6,0,1</a:t>
            </a:r>
          </a:p>
        </p:txBody>
      </p:sp>
      <p:cxnSp>
        <p:nvCxnSpPr>
          <p:cNvPr id="16" name="Straight Arrow Connector 15">
            <a:extLst>
              <a:ext uri="{FF2B5EF4-FFF2-40B4-BE49-F238E27FC236}">
                <a16:creationId xmlns:a16="http://schemas.microsoft.com/office/drawing/2014/main" xmlns="" id="{EC1B3689-FEDD-4182-8B4A-3AFDC31D1CA9}"/>
              </a:ext>
            </a:extLst>
          </p:cNvPr>
          <p:cNvCxnSpPr/>
          <p:nvPr/>
        </p:nvCxnSpPr>
        <p:spPr>
          <a:xfrm>
            <a:off x="9536817" y="2381469"/>
            <a:ext cx="392053" cy="222446"/>
          </a:xfrm>
          <a:prstGeom prst="straightConnector1">
            <a:avLst/>
          </a:prstGeom>
          <a:ln w="28575">
            <a:solidFill>
              <a:schemeClr val="tx1"/>
            </a:solidFill>
            <a:prstDash val="solid"/>
            <a:tailEnd type="arrow"/>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xmlns="" id="{5A6D4D30-8ACB-4586-8076-B19ACE284E7A}"/>
              </a:ext>
            </a:extLst>
          </p:cNvPr>
          <p:cNvSpPr/>
          <p:nvPr/>
        </p:nvSpPr>
        <p:spPr>
          <a:xfrm>
            <a:off x="10645339" y="2950651"/>
            <a:ext cx="1251763" cy="307552"/>
          </a:xfrm>
          <a:prstGeom prst="rect">
            <a:avLst/>
          </a:prstGeom>
          <a:solidFill>
            <a:srgbClr val="1D306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b="1" dirty="0">
                <a:solidFill>
                  <a:schemeClr val="bg1"/>
                </a:solidFill>
                <a:latin typeface="+mj-lt"/>
              </a:rPr>
              <a:t>E: 5,6,0,1,2</a:t>
            </a:r>
          </a:p>
        </p:txBody>
      </p:sp>
      <p:cxnSp>
        <p:nvCxnSpPr>
          <p:cNvPr id="18" name="Straight Arrow Connector 17">
            <a:extLst>
              <a:ext uri="{FF2B5EF4-FFF2-40B4-BE49-F238E27FC236}">
                <a16:creationId xmlns:a16="http://schemas.microsoft.com/office/drawing/2014/main" xmlns="" id="{FF6BC193-3AAC-404A-94FF-49E57B5451AE}"/>
              </a:ext>
            </a:extLst>
          </p:cNvPr>
          <p:cNvCxnSpPr/>
          <p:nvPr/>
        </p:nvCxnSpPr>
        <p:spPr>
          <a:xfrm>
            <a:off x="10506927" y="3076898"/>
            <a:ext cx="189287" cy="478153"/>
          </a:xfrm>
          <a:prstGeom prst="straightConnector1">
            <a:avLst/>
          </a:prstGeom>
          <a:ln w="28575">
            <a:solidFill>
              <a:schemeClr val="tx1"/>
            </a:solidFill>
            <a:prstDash val="solid"/>
            <a:tailEnd type="arrow"/>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xmlns="" id="{B3513097-B839-455B-8615-F4E22CDC8D37}"/>
              </a:ext>
            </a:extLst>
          </p:cNvPr>
          <p:cNvSpPr/>
          <p:nvPr/>
        </p:nvSpPr>
        <p:spPr>
          <a:xfrm>
            <a:off x="10620968" y="4397581"/>
            <a:ext cx="1465621" cy="378191"/>
          </a:xfrm>
          <a:prstGeom prst="rect">
            <a:avLst/>
          </a:prstGeom>
          <a:solidFill>
            <a:srgbClr val="1D306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b="1" dirty="0">
                <a:solidFill>
                  <a:schemeClr val="bg1"/>
                </a:solidFill>
                <a:latin typeface="+mj-lt"/>
              </a:rPr>
              <a:t>E: 5,6,0,1,2,3</a:t>
            </a:r>
          </a:p>
        </p:txBody>
      </p:sp>
      <p:cxnSp>
        <p:nvCxnSpPr>
          <p:cNvPr id="20" name="Straight Arrow Connector 19">
            <a:extLst>
              <a:ext uri="{FF2B5EF4-FFF2-40B4-BE49-F238E27FC236}">
                <a16:creationId xmlns:a16="http://schemas.microsoft.com/office/drawing/2014/main" xmlns="" id="{998DD661-8895-42EC-A144-853D4DB32DB3}"/>
              </a:ext>
            </a:extLst>
          </p:cNvPr>
          <p:cNvCxnSpPr/>
          <p:nvPr/>
        </p:nvCxnSpPr>
        <p:spPr>
          <a:xfrm flipH="1">
            <a:off x="10522707" y="4266994"/>
            <a:ext cx="173507" cy="438355"/>
          </a:xfrm>
          <a:prstGeom prst="straightConnector1">
            <a:avLst/>
          </a:prstGeom>
          <a:ln w="28575">
            <a:solidFill>
              <a:schemeClr val="tx1"/>
            </a:solidFill>
            <a:prstDash val="solid"/>
            <a:tailEnd type="arrow"/>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xmlns="" id="{93BC9371-0533-4AFB-B313-D1518080B5C3}"/>
              </a:ext>
            </a:extLst>
          </p:cNvPr>
          <p:cNvSpPr/>
          <p:nvPr/>
        </p:nvSpPr>
        <p:spPr>
          <a:xfrm>
            <a:off x="9648094" y="5320184"/>
            <a:ext cx="1608005" cy="372496"/>
          </a:xfrm>
          <a:prstGeom prst="rect">
            <a:avLst/>
          </a:prstGeom>
          <a:solidFill>
            <a:srgbClr val="1D306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b="1" dirty="0">
                <a:solidFill>
                  <a:schemeClr val="bg1"/>
                </a:solidFill>
                <a:latin typeface="+mj-lt"/>
              </a:rPr>
              <a:t>E: 5,6,0,1,2,3,4</a:t>
            </a:r>
          </a:p>
        </p:txBody>
      </p:sp>
      <p:cxnSp>
        <p:nvCxnSpPr>
          <p:cNvPr id="22" name="Straight Arrow Connector 21">
            <a:extLst>
              <a:ext uri="{FF2B5EF4-FFF2-40B4-BE49-F238E27FC236}">
                <a16:creationId xmlns:a16="http://schemas.microsoft.com/office/drawing/2014/main" xmlns="" id="{6B20B347-2CDD-48A4-88F6-61208C30A7BA}"/>
              </a:ext>
            </a:extLst>
          </p:cNvPr>
          <p:cNvCxnSpPr/>
          <p:nvPr/>
        </p:nvCxnSpPr>
        <p:spPr>
          <a:xfrm flipH="1">
            <a:off x="9474831" y="5101071"/>
            <a:ext cx="444510" cy="299972"/>
          </a:xfrm>
          <a:prstGeom prst="straightConnector1">
            <a:avLst/>
          </a:prstGeom>
          <a:ln w="28575">
            <a:solidFill>
              <a:schemeClr val="tx1"/>
            </a:solidFill>
            <a:prstDash val="solid"/>
            <a:tailEnd type="arrow"/>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xmlns="" id="{086AB338-B3FF-4A82-8B86-DA9A1CF5F1AB}"/>
              </a:ext>
            </a:extLst>
          </p:cNvPr>
          <p:cNvSpPr/>
          <p:nvPr/>
        </p:nvSpPr>
        <p:spPr>
          <a:xfrm>
            <a:off x="7965209" y="5608150"/>
            <a:ext cx="732105" cy="240689"/>
          </a:xfrm>
          <a:prstGeom prst="rect">
            <a:avLst/>
          </a:prstGeom>
          <a:solidFill>
            <a:srgbClr val="1D306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b="1" dirty="0">
                <a:solidFill>
                  <a:schemeClr val="bg1"/>
                </a:solidFill>
                <a:latin typeface="+mj-lt"/>
              </a:rPr>
              <a:t>C: 6</a:t>
            </a:r>
          </a:p>
        </p:txBody>
      </p:sp>
      <p:cxnSp>
        <p:nvCxnSpPr>
          <p:cNvPr id="24" name="Straight Arrow Connector 23">
            <a:extLst>
              <a:ext uri="{FF2B5EF4-FFF2-40B4-BE49-F238E27FC236}">
                <a16:creationId xmlns:a16="http://schemas.microsoft.com/office/drawing/2014/main" xmlns="" id="{0E599850-2357-460E-ABCD-1089A92F867D}"/>
              </a:ext>
            </a:extLst>
          </p:cNvPr>
          <p:cNvCxnSpPr/>
          <p:nvPr/>
        </p:nvCxnSpPr>
        <p:spPr>
          <a:xfrm flipH="1" flipV="1">
            <a:off x="8322581" y="5228055"/>
            <a:ext cx="370701" cy="193577"/>
          </a:xfrm>
          <a:prstGeom prst="straightConnector1">
            <a:avLst/>
          </a:prstGeom>
          <a:ln w="28575">
            <a:solidFill>
              <a:schemeClr val="tx1"/>
            </a:solidFill>
            <a:prstDash val="solid"/>
            <a:tailEnd type="arrow"/>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xmlns="" id="{116CE849-3A9B-47A6-91DC-B2B503579650}"/>
              </a:ext>
            </a:extLst>
          </p:cNvPr>
          <p:cNvSpPr/>
          <p:nvPr/>
        </p:nvSpPr>
        <p:spPr>
          <a:xfrm>
            <a:off x="8183511" y="3891685"/>
            <a:ext cx="629586" cy="285421"/>
          </a:xfrm>
          <a:prstGeom prst="rect">
            <a:avLst/>
          </a:prstGeom>
          <a:solidFill>
            <a:srgbClr val="1D306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b="1" dirty="0">
                <a:solidFill>
                  <a:schemeClr val="bg1"/>
                </a:solidFill>
                <a:latin typeface="+mj-lt"/>
              </a:rPr>
              <a:t>C: 6</a:t>
            </a:r>
          </a:p>
        </p:txBody>
      </p:sp>
      <p:cxnSp>
        <p:nvCxnSpPr>
          <p:cNvPr id="26" name="Straight Arrow Connector 25">
            <a:extLst>
              <a:ext uri="{FF2B5EF4-FFF2-40B4-BE49-F238E27FC236}">
                <a16:creationId xmlns:a16="http://schemas.microsoft.com/office/drawing/2014/main" xmlns="" id="{FEFBDDE8-2989-4F7F-B658-D4DA45FC356A}"/>
              </a:ext>
            </a:extLst>
          </p:cNvPr>
          <p:cNvCxnSpPr/>
          <p:nvPr/>
        </p:nvCxnSpPr>
        <p:spPr>
          <a:xfrm flipV="1">
            <a:off x="8228278" y="3076898"/>
            <a:ext cx="7804" cy="1628451"/>
          </a:xfrm>
          <a:prstGeom prst="straightConnector1">
            <a:avLst/>
          </a:prstGeom>
          <a:ln w="28575">
            <a:solidFill>
              <a:schemeClr val="tx1"/>
            </a:solidFill>
            <a:prstDash val="solid"/>
            <a:tailEnd type="arrow"/>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xmlns="" id="{DD47A642-B1EE-4A4C-A2AE-DC3E74865A65}"/>
              </a:ext>
            </a:extLst>
          </p:cNvPr>
          <p:cNvSpPr/>
          <p:nvPr/>
        </p:nvSpPr>
        <p:spPr>
          <a:xfrm>
            <a:off x="7855897" y="2027462"/>
            <a:ext cx="612916" cy="232269"/>
          </a:xfrm>
          <a:prstGeom prst="rect">
            <a:avLst/>
          </a:prstGeom>
          <a:solidFill>
            <a:srgbClr val="1D306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b="1" dirty="0">
                <a:solidFill>
                  <a:schemeClr val="bg1"/>
                </a:solidFill>
                <a:latin typeface="+mj-lt"/>
              </a:rPr>
              <a:t>C: 6</a:t>
            </a:r>
          </a:p>
        </p:txBody>
      </p:sp>
      <p:cxnSp>
        <p:nvCxnSpPr>
          <p:cNvPr id="29" name="Straight Arrow Connector 28">
            <a:extLst>
              <a:ext uri="{FF2B5EF4-FFF2-40B4-BE49-F238E27FC236}">
                <a16:creationId xmlns:a16="http://schemas.microsoft.com/office/drawing/2014/main" xmlns="" id="{CFCFD59C-1858-415C-9C08-6064D5807B7C}"/>
              </a:ext>
            </a:extLst>
          </p:cNvPr>
          <p:cNvCxnSpPr/>
          <p:nvPr/>
        </p:nvCxnSpPr>
        <p:spPr>
          <a:xfrm flipV="1">
            <a:off x="8374054" y="2430467"/>
            <a:ext cx="426942" cy="164751"/>
          </a:xfrm>
          <a:prstGeom prst="straightConnector1">
            <a:avLst/>
          </a:prstGeom>
          <a:ln w="28575">
            <a:solidFill>
              <a:schemeClr val="tx1"/>
            </a:solidFill>
            <a:prstDash val="solid"/>
            <a:tailEnd type="arrow"/>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xmlns="" id="{48B1B4CA-E7CA-4421-A205-6EA59872A0A1}"/>
              </a:ext>
            </a:extLst>
          </p:cNvPr>
          <p:cNvSpPr/>
          <p:nvPr/>
        </p:nvSpPr>
        <p:spPr>
          <a:xfrm>
            <a:off x="9750034" y="2019383"/>
            <a:ext cx="761151" cy="292511"/>
          </a:xfrm>
          <a:prstGeom prst="rect">
            <a:avLst/>
          </a:prstGeom>
          <a:solidFill>
            <a:srgbClr val="1D306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b="1" dirty="0">
                <a:solidFill>
                  <a:schemeClr val="bg1"/>
                </a:solidFill>
                <a:latin typeface="+mj-lt"/>
              </a:rPr>
              <a:t>C: 6</a:t>
            </a:r>
          </a:p>
        </p:txBody>
      </p:sp>
      <p:cxnSp>
        <p:nvCxnSpPr>
          <p:cNvPr id="31" name="Straight Arrow Connector 30">
            <a:extLst>
              <a:ext uri="{FF2B5EF4-FFF2-40B4-BE49-F238E27FC236}">
                <a16:creationId xmlns:a16="http://schemas.microsoft.com/office/drawing/2014/main" xmlns="" id="{458770A4-E4A2-4DCB-8B2D-B8153EB201A2}"/>
              </a:ext>
            </a:extLst>
          </p:cNvPr>
          <p:cNvCxnSpPr/>
          <p:nvPr/>
        </p:nvCxnSpPr>
        <p:spPr>
          <a:xfrm>
            <a:off x="9551141" y="2352995"/>
            <a:ext cx="377729" cy="263660"/>
          </a:xfrm>
          <a:prstGeom prst="straightConnector1">
            <a:avLst/>
          </a:prstGeom>
          <a:ln w="28575">
            <a:solidFill>
              <a:schemeClr val="tx1"/>
            </a:solidFill>
            <a:prstDash val="solid"/>
            <a:tailEnd type="arrow"/>
          </a:ln>
        </p:spPr>
        <p:style>
          <a:lnRef idx="1">
            <a:schemeClr val="accent1"/>
          </a:lnRef>
          <a:fillRef idx="0">
            <a:schemeClr val="accent1"/>
          </a:fillRef>
          <a:effectRef idx="0">
            <a:schemeClr val="accent1"/>
          </a:effectRef>
          <a:fontRef idx="minor">
            <a:schemeClr val="tx1"/>
          </a:fontRef>
        </p:style>
      </p:cxnSp>
      <p:sp>
        <p:nvSpPr>
          <p:cNvPr id="32" name="Rectangle 31">
            <a:extLst>
              <a:ext uri="{FF2B5EF4-FFF2-40B4-BE49-F238E27FC236}">
                <a16:creationId xmlns:a16="http://schemas.microsoft.com/office/drawing/2014/main" xmlns="" id="{412646E8-CA03-4738-9515-FC9AA57647C7}"/>
              </a:ext>
            </a:extLst>
          </p:cNvPr>
          <p:cNvSpPr/>
          <p:nvPr/>
        </p:nvSpPr>
        <p:spPr>
          <a:xfrm>
            <a:off x="10645340" y="2950651"/>
            <a:ext cx="621221" cy="279455"/>
          </a:xfrm>
          <a:prstGeom prst="rect">
            <a:avLst/>
          </a:prstGeom>
          <a:solidFill>
            <a:srgbClr val="1D306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b="1" dirty="0">
                <a:solidFill>
                  <a:schemeClr val="bg1"/>
                </a:solidFill>
                <a:latin typeface="+mj-lt"/>
              </a:rPr>
              <a:t>C: 6</a:t>
            </a:r>
          </a:p>
        </p:txBody>
      </p:sp>
      <p:cxnSp>
        <p:nvCxnSpPr>
          <p:cNvPr id="33" name="Straight Arrow Connector 32">
            <a:extLst>
              <a:ext uri="{FF2B5EF4-FFF2-40B4-BE49-F238E27FC236}">
                <a16:creationId xmlns:a16="http://schemas.microsoft.com/office/drawing/2014/main" xmlns="" id="{4884F810-05EB-4978-B557-5CC48F37565A}"/>
              </a:ext>
            </a:extLst>
          </p:cNvPr>
          <p:cNvCxnSpPr/>
          <p:nvPr/>
        </p:nvCxnSpPr>
        <p:spPr>
          <a:xfrm>
            <a:off x="10476802" y="3090379"/>
            <a:ext cx="219412" cy="441172"/>
          </a:xfrm>
          <a:prstGeom prst="straightConnector1">
            <a:avLst/>
          </a:prstGeom>
          <a:ln w="28575">
            <a:solidFill>
              <a:schemeClr val="tx1"/>
            </a:solidFill>
            <a:prstDash val="solid"/>
            <a:tailEnd type="arrow"/>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xmlns="" id="{4EBA1699-A7DF-46E0-8B05-E21A53B313F2}"/>
              </a:ext>
            </a:extLst>
          </p:cNvPr>
          <p:cNvSpPr/>
          <p:nvPr/>
        </p:nvSpPr>
        <p:spPr>
          <a:xfrm>
            <a:off x="10652367" y="4452795"/>
            <a:ext cx="708517" cy="245760"/>
          </a:xfrm>
          <a:prstGeom prst="rect">
            <a:avLst/>
          </a:prstGeom>
          <a:solidFill>
            <a:srgbClr val="1D306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b="1" dirty="0">
                <a:solidFill>
                  <a:schemeClr val="bg1"/>
                </a:solidFill>
                <a:latin typeface="+mj-lt"/>
              </a:rPr>
              <a:t>C: 6</a:t>
            </a:r>
          </a:p>
        </p:txBody>
      </p:sp>
      <p:cxnSp>
        <p:nvCxnSpPr>
          <p:cNvPr id="35" name="Straight Arrow Connector 34">
            <a:extLst>
              <a:ext uri="{FF2B5EF4-FFF2-40B4-BE49-F238E27FC236}">
                <a16:creationId xmlns:a16="http://schemas.microsoft.com/office/drawing/2014/main" xmlns="" id="{ED5068F2-57D6-42E8-AD61-AEE572394F4D}"/>
              </a:ext>
            </a:extLst>
          </p:cNvPr>
          <p:cNvCxnSpPr/>
          <p:nvPr/>
        </p:nvCxnSpPr>
        <p:spPr>
          <a:xfrm flipH="1">
            <a:off x="10486918" y="4243494"/>
            <a:ext cx="229452" cy="526470"/>
          </a:xfrm>
          <a:prstGeom prst="straightConnector1">
            <a:avLst/>
          </a:prstGeom>
          <a:ln w="28575">
            <a:solidFill>
              <a:schemeClr val="tx1"/>
            </a:solidFill>
            <a:prstDash val="solid"/>
            <a:tailEnd type="arrow"/>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xmlns="" id="{1547B100-715F-4DAE-8DFD-11E0EBABA147}"/>
              </a:ext>
            </a:extLst>
          </p:cNvPr>
          <p:cNvCxnSpPr/>
          <p:nvPr/>
        </p:nvCxnSpPr>
        <p:spPr>
          <a:xfrm flipH="1">
            <a:off x="9474831" y="5101071"/>
            <a:ext cx="454039" cy="299972"/>
          </a:xfrm>
          <a:prstGeom prst="straightConnector1">
            <a:avLst/>
          </a:prstGeom>
          <a:ln w="28575">
            <a:solidFill>
              <a:schemeClr val="tx1"/>
            </a:solidFill>
            <a:prstDash val="solid"/>
            <a:tailEnd type="arrow"/>
          </a:ln>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xmlns="" id="{0C4B61D1-068D-4A0F-ACDF-386F8FCDC589}"/>
              </a:ext>
            </a:extLst>
          </p:cNvPr>
          <p:cNvSpPr/>
          <p:nvPr/>
        </p:nvSpPr>
        <p:spPr>
          <a:xfrm>
            <a:off x="9648094" y="5324843"/>
            <a:ext cx="838824" cy="281202"/>
          </a:xfrm>
          <a:prstGeom prst="rect">
            <a:avLst/>
          </a:prstGeom>
          <a:solidFill>
            <a:srgbClr val="1D306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b="1" dirty="0">
                <a:solidFill>
                  <a:schemeClr val="bg1"/>
                </a:solidFill>
                <a:latin typeface="+mj-lt"/>
              </a:rPr>
              <a:t>C: 6</a:t>
            </a:r>
          </a:p>
        </p:txBody>
      </p:sp>
      <p:pic>
        <p:nvPicPr>
          <p:cNvPr id="38" name="Picture 13" descr="C:\Documents and Settings\dd\Local Settings\Temporary Internet Files\Content.IE5\0JAXMH8Z\MC900434713[1].wmf">
            <a:extLst>
              <a:ext uri="{FF2B5EF4-FFF2-40B4-BE49-F238E27FC236}">
                <a16:creationId xmlns:a16="http://schemas.microsoft.com/office/drawing/2014/main" xmlns="" id="{3F4BDAFF-3DE3-4392-9FEE-6E979FA15379}"/>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199788" y="5022609"/>
            <a:ext cx="669420" cy="7028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05966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
                                            <p:txEl>
                                              <p:pRg st="0" end="0"/>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8">
                                            <p:txEl>
                                              <p:pRg st="1" end="1"/>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8">
                                            <p:txEl>
                                              <p:pRg st="2" end="2"/>
                                            </p:txEl>
                                          </p:spTgt>
                                        </p:tgtEl>
                                        <p:attrNameLst>
                                          <p:attrName>style.visibility</p:attrName>
                                        </p:attrNameLst>
                                      </p:cBhvr>
                                      <p:to>
                                        <p:strVal val="visible"/>
                                      </p:to>
                                    </p:set>
                                  </p:childTnLst>
                                </p:cTn>
                              </p:par>
                              <p:par>
                                <p:cTn id="31" presetID="1" presetClass="exit" presetSubtype="0" fill="hold" grpId="1" nodeType="withEffect">
                                  <p:stCondLst>
                                    <p:cond delay="0"/>
                                  </p:stCondLst>
                                  <p:childTnLst>
                                    <p:set>
                                      <p:cBhvr>
                                        <p:cTn id="32" dur="1" fill="hold">
                                          <p:stCondLst>
                                            <p:cond delay="0"/>
                                          </p:stCondLst>
                                        </p:cTn>
                                        <p:tgtEl>
                                          <p:spTgt spid="9"/>
                                        </p:tgtEl>
                                        <p:attrNameLst>
                                          <p:attrName>style.visibility</p:attrName>
                                        </p:attrNameLst>
                                      </p:cBhvr>
                                      <p:to>
                                        <p:strVal val="hidden"/>
                                      </p:to>
                                    </p:set>
                                  </p:childTnLst>
                                </p:cTn>
                              </p:par>
                              <p:par>
                                <p:cTn id="33" presetID="1" presetClass="exit" presetSubtype="0" fill="hold" nodeType="withEffect">
                                  <p:stCondLst>
                                    <p:cond delay="0"/>
                                  </p:stCondLst>
                                  <p:childTnLst>
                                    <p:set>
                                      <p:cBhvr>
                                        <p:cTn id="34" dur="1" fill="hold">
                                          <p:stCondLst>
                                            <p:cond delay="0"/>
                                          </p:stCondLst>
                                        </p:cTn>
                                        <p:tgtEl>
                                          <p:spTgt spid="10"/>
                                        </p:tgtEl>
                                        <p:attrNameLst>
                                          <p:attrName>style.visibility</p:attrName>
                                        </p:attrNameLst>
                                      </p:cBhvr>
                                      <p:to>
                                        <p:strVal val="hidden"/>
                                      </p:to>
                                    </p:set>
                                  </p:childTnLst>
                                </p:cTn>
                              </p:par>
                              <p:par>
                                <p:cTn id="35" presetID="1" presetClass="entr" presetSubtype="0" fill="hold" grpId="0" nodeType="withEffect">
                                  <p:stCondLst>
                                    <p:cond delay="0"/>
                                  </p:stCondLst>
                                  <p:childTnLst>
                                    <p:set>
                                      <p:cBhvr>
                                        <p:cTn id="36" dur="1" fill="hold">
                                          <p:stCondLst>
                                            <p:cond delay="0"/>
                                          </p:stCondLst>
                                        </p:cTn>
                                        <p:tgtEl>
                                          <p:spTgt spid="11"/>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xit" presetSubtype="0" fill="hold" grpId="1" nodeType="clickEffect">
                                  <p:stCondLst>
                                    <p:cond delay="0"/>
                                  </p:stCondLst>
                                  <p:childTnLst>
                                    <p:set>
                                      <p:cBhvr>
                                        <p:cTn id="42" dur="1" fill="hold">
                                          <p:stCondLst>
                                            <p:cond delay="0"/>
                                          </p:stCondLst>
                                        </p:cTn>
                                        <p:tgtEl>
                                          <p:spTgt spid="11"/>
                                        </p:tgtEl>
                                        <p:attrNameLst>
                                          <p:attrName>style.visibility</p:attrName>
                                        </p:attrNameLst>
                                      </p:cBhvr>
                                      <p:to>
                                        <p:strVal val="hidden"/>
                                      </p:to>
                                    </p:set>
                                  </p:childTnLst>
                                </p:cTn>
                              </p:par>
                              <p:par>
                                <p:cTn id="43" presetID="1" presetClass="exit" presetSubtype="0" fill="hold" nodeType="withEffect">
                                  <p:stCondLst>
                                    <p:cond delay="0"/>
                                  </p:stCondLst>
                                  <p:childTnLst>
                                    <p:set>
                                      <p:cBhvr>
                                        <p:cTn id="44" dur="1" fill="hold">
                                          <p:stCondLst>
                                            <p:cond delay="0"/>
                                          </p:stCondLst>
                                        </p:cTn>
                                        <p:tgtEl>
                                          <p:spTgt spid="12"/>
                                        </p:tgtEl>
                                        <p:attrNameLst>
                                          <p:attrName>style.visibility</p:attrName>
                                        </p:attrNameLst>
                                      </p:cBhvr>
                                      <p:to>
                                        <p:strVal val="hidden"/>
                                      </p:to>
                                    </p:set>
                                  </p:childTnLst>
                                </p:cTn>
                              </p:par>
                              <p:par>
                                <p:cTn id="45" presetID="1" presetClass="entr" presetSubtype="0" fill="hold" grpId="0" nodeType="withEffect">
                                  <p:stCondLst>
                                    <p:cond delay="0"/>
                                  </p:stCondLst>
                                  <p:childTnLst>
                                    <p:set>
                                      <p:cBhvr>
                                        <p:cTn id="46" dur="1" fill="hold">
                                          <p:stCondLst>
                                            <p:cond delay="0"/>
                                          </p:stCondLst>
                                        </p:cTn>
                                        <p:tgtEl>
                                          <p:spTgt spid="13"/>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4"/>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xit" presetSubtype="0" fill="hold" grpId="1" nodeType="clickEffect">
                                  <p:stCondLst>
                                    <p:cond delay="0"/>
                                  </p:stCondLst>
                                  <p:childTnLst>
                                    <p:set>
                                      <p:cBhvr>
                                        <p:cTn id="52" dur="1" fill="hold">
                                          <p:stCondLst>
                                            <p:cond delay="0"/>
                                          </p:stCondLst>
                                        </p:cTn>
                                        <p:tgtEl>
                                          <p:spTgt spid="13"/>
                                        </p:tgtEl>
                                        <p:attrNameLst>
                                          <p:attrName>style.visibility</p:attrName>
                                        </p:attrNameLst>
                                      </p:cBhvr>
                                      <p:to>
                                        <p:strVal val="hidden"/>
                                      </p:to>
                                    </p:set>
                                  </p:childTnLst>
                                </p:cTn>
                              </p:par>
                              <p:par>
                                <p:cTn id="53" presetID="1" presetClass="exit" presetSubtype="0" fill="hold" nodeType="withEffect">
                                  <p:stCondLst>
                                    <p:cond delay="0"/>
                                  </p:stCondLst>
                                  <p:childTnLst>
                                    <p:set>
                                      <p:cBhvr>
                                        <p:cTn id="54" dur="1" fill="hold">
                                          <p:stCondLst>
                                            <p:cond delay="0"/>
                                          </p:stCondLst>
                                        </p:cTn>
                                        <p:tgtEl>
                                          <p:spTgt spid="14"/>
                                        </p:tgtEl>
                                        <p:attrNameLst>
                                          <p:attrName>style.visibility</p:attrName>
                                        </p:attrNameLst>
                                      </p:cBhvr>
                                      <p:to>
                                        <p:strVal val="hidden"/>
                                      </p:to>
                                    </p:set>
                                  </p:childTnLst>
                                </p:cTn>
                              </p:par>
                              <p:par>
                                <p:cTn id="55" presetID="1" presetClass="entr" presetSubtype="0" fill="hold" grpId="0" nodeType="withEffect">
                                  <p:stCondLst>
                                    <p:cond delay="0"/>
                                  </p:stCondLst>
                                  <p:childTnLst>
                                    <p:set>
                                      <p:cBhvr>
                                        <p:cTn id="56" dur="1" fill="hold">
                                          <p:stCondLst>
                                            <p:cond delay="0"/>
                                          </p:stCondLst>
                                        </p:cTn>
                                        <p:tgtEl>
                                          <p:spTgt spid="15"/>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16"/>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xit" presetSubtype="0" fill="hold" grpId="1" nodeType="clickEffect">
                                  <p:stCondLst>
                                    <p:cond delay="0"/>
                                  </p:stCondLst>
                                  <p:childTnLst>
                                    <p:set>
                                      <p:cBhvr>
                                        <p:cTn id="62" dur="1" fill="hold">
                                          <p:stCondLst>
                                            <p:cond delay="0"/>
                                          </p:stCondLst>
                                        </p:cTn>
                                        <p:tgtEl>
                                          <p:spTgt spid="15"/>
                                        </p:tgtEl>
                                        <p:attrNameLst>
                                          <p:attrName>style.visibility</p:attrName>
                                        </p:attrNameLst>
                                      </p:cBhvr>
                                      <p:to>
                                        <p:strVal val="hidden"/>
                                      </p:to>
                                    </p:set>
                                  </p:childTnLst>
                                </p:cTn>
                              </p:par>
                              <p:par>
                                <p:cTn id="63" presetID="1" presetClass="exit" presetSubtype="0" fill="hold" nodeType="withEffect">
                                  <p:stCondLst>
                                    <p:cond delay="0"/>
                                  </p:stCondLst>
                                  <p:childTnLst>
                                    <p:set>
                                      <p:cBhvr>
                                        <p:cTn id="64" dur="1" fill="hold">
                                          <p:stCondLst>
                                            <p:cond delay="0"/>
                                          </p:stCondLst>
                                        </p:cTn>
                                        <p:tgtEl>
                                          <p:spTgt spid="16"/>
                                        </p:tgtEl>
                                        <p:attrNameLst>
                                          <p:attrName>style.visibility</p:attrName>
                                        </p:attrNameLst>
                                      </p:cBhvr>
                                      <p:to>
                                        <p:strVal val="hidden"/>
                                      </p:to>
                                    </p:set>
                                  </p:childTnLst>
                                </p:cTn>
                              </p:par>
                              <p:par>
                                <p:cTn id="65" presetID="1" presetClass="entr" presetSubtype="0" fill="hold" grpId="0" nodeType="withEffect">
                                  <p:stCondLst>
                                    <p:cond delay="0"/>
                                  </p:stCondLst>
                                  <p:childTnLst>
                                    <p:set>
                                      <p:cBhvr>
                                        <p:cTn id="66" dur="1" fill="hold">
                                          <p:stCondLst>
                                            <p:cond delay="0"/>
                                          </p:stCondLst>
                                        </p:cTn>
                                        <p:tgtEl>
                                          <p:spTgt spid="17"/>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18"/>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xit" presetSubtype="0" fill="hold" grpId="1" nodeType="clickEffect">
                                  <p:stCondLst>
                                    <p:cond delay="0"/>
                                  </p:stCondLst>
                                  <p:childTnLst>
                                    <p:set>
                                      <p:cBhvr>
                                        <p:cTn id="72" dur="1" fill="hold">
                                          <p:stCondLst>
                                            <p:cond delay="0"/>
                                          </p:stCondLst>
                                        </p:cTn>
                                        <p:tgtEl>
                                          <p:spTgt spid="17"/>
                                        </p:tgtEl>
                                        <p:attrNameLst>
                                          <p:attrName>style.visibility</p:attrName>
                                        </p:attrNameLst>
                                      </p:cBhvr>
                                      <p:to>
                                        <p:strVal val="hidden"/>
                                      </p:to>
                                    </p:set>
                                  </p:childTnLst>
                                </p:cTn>
                              </p:par>
                              <p:par>
                                <p:cTn id="73" presetID="1" presetClass="exit" presetSubtype="0" fill="hold" nodeType="withEffect">
                                  <p:stCondLst>
                                    <p:cond delay="0"/>
                                  </p:stCondLst>
                                  <p:childTnLst>
                                    <p:set>
                                      <p:cBhvr>
                                        <p:cTn id="74" dur="1" fill="hold">
                                          <p:stCondLst>
                                            <p:cond delay="0"/>
                                          </p:stCondLst>
                                        </p:cTn>
                                        <p:tgtEl>
                                          <p:spTgt spid="18"/>
                                        </p:tgtEl>
                                        <p:attrNameLst>
                                          <p:attrName>style.visibility</p:attrName>
                                        </p:attrNameLst>
                                      </p:cBhvr>
                                      <p:to>
                                        <p:strVal val="hidden"/>
                                      </p:to>
                                    </p:set>
                                  </p:childTnLst>
                                </p:cTn>
                              </p:par>
                              <p:par>
                                <p:cTn id="75" presetID="1" presetClass="entr" presetSubtype="0" fill="hold" grpId="0" nodeType="withEffect">
                                  <p:stCondLst>
                                    <p:cond delay="0"/>
                                  </p:stCondLst>
                                  <p:childTnLst>
                                    <p:set>
                                      <p:cBhvr>
                                        <p:cTn id="76" dur="1" fill="hold">
                                          <p:stCondLst>
                                            <p:cond delay="0"/>
                                          </p:stCondLst>
                                        </p:cTn>
                                        <p:tgtEl>
                                          <p:spTgt spid="19"/>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20"/>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xit" presetSubtype="0" fill="hold" grpId="1" nodeType="clickEffect">
                                  <p:stCondLst>
                                    <p:cond delay="0"/>
                                  </p:stCondLst>
                                  <p:childTnLst>
                                    <p:set>
                                      <p:cBhvr>
                                        <p:cTn id="82" dur="1" fill="hold">
                                          <p:stCondLst>
                                            <p:cond delay="0"/>
                                          </p:stCondLst>
                                        </p:cTn>
                                        <p:tgtEl>
                                          <p:spTgt spid="19"/>
                                        </p:tgtEl>
                                        <p:attrNameLst>
                                          <p:attrName>style.visibility</p:attrName>
                                        </p:attrNameLst>
                                      </p:cBhvr>
                                      <p:to>
                                        <p:strVal val="hidden"/>
                                      </p:to>
                                    </p:set>
                                  </p:childTnLst>
                                </p:cTn>
                              </p:par>
                              <p:par>
                                <p:cTn id="83" presetID="1" presetClass="exit" presetSubtype="0" fill="hold" nodeType="withEffect">
                                  <p:stCondLst>
                                    <p:cond delay="0"/>
                                  </p:stCondLst>
                                  <p:childTnLst>
                                    <p:set>
                                      <p:cBhvr>
                                        <p:cTn id="84" dur="1" fill="hold">
                                          <p:stCondLst>
                                            <p:cond delay="0"/>
                                          </p:stCondLst>
                                        </p:cTn>
                                        <p:tgtEl>
                                          <p:spTgt spid="20"/>
                                        </p:tgtEl>
                                        <p:attrNameLst>
                                          <p:attrName>style.visibility</p:attrName>
                                        </p:attrNameLst>
                                      </p:cBhvr>
                                      <p:to>
                                        <p:strVal val="hidden"/>
                                      </p:to>
                                    </p:set>
                                  </p:childTnLst>
                                </p:cTn>
                              </p:par>
                              <p:par>
                                <p:cTn id="85" presetID="1" presetClass="entr" presetSubtype="0" fill="hold" grpId="0" nodeType="withEffect">
                                  <p:stCondLst>
                                    <p:cond delay="0"/>
                                  </p:stCondLst>
                                  <p:childTnLst>
                                    <p:set>
                                      <p:cBhvr>
                                        <p:cTn id="86" dur="1" fill="hold">
                                          <p:stCondLst>
                                            <p:cond delay="0"/>
                                          </p:stCondLst>
                                        </p:cTn>
                                        <p:tgtEl>
                                          <p:spTgt spid="21"/>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22"/>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xit" presetSubtype="0" fill="hold" grpId="1" nodeType="clickEffect">
                                  <p:stCondLst>
                                    <p:cond delay="0"/>
                                  </p:stCondLst>
                                  <p:childTnLst>
                                    <p:set>
                                      <p:cBhvr>
                                        <p:cTn id="92" dur="1" fill="hold">
                                          <p:stCondLst>
                                            <p:cond delay="0"/>
                                          </p:stCondLst>
                                        </p:cTn>
                                        <p:tgtEl>
                                          <p:spTgt spid="21"/>
                                        </p:tgtEl>
                                        <p:attrNameLst>
                                          <p:attrName>style.visibility</p:attrName>
                                        </p:attrNameLst>
                                      </p:cBhvr>
                                      <p:to>
                                        <p:strVal val="hidden"/>
                                      </p:to>
                                    </p:set>
                                  </p:childTnLst>
                                </p:cTn>
                              </p:par>
                              <p:par>
                                <p:cTn id="93" presetID="1" presetClass="exit" presetSubtype="0" fill="hold" nodeType="withEffect">
                                  <p:stCondLst>
                                    <p:cond delay="0"/>
                                  </p:stCondLst>
                                  <p:childTnLst>
                                    <p:set>
                                      <p:cBhvr>
                                        <p:cTn id="94" dur="1" fill="hold">
                                          <p:stCondLst>
                                            <p:cond delay="0"/>
                                          </p:stCondLst>
                                        </p:cTn>
                                        <p:tgtEl>
                                          <p:spTgt spid="22"/>
                                        </p:tgtEl>
                                        <p:attrNameLst>
                                          <p:attrName>style.visibility</p:attrName>
                                        </p:attrNameLst>
                                      </p:cBhvr>
                                      <p:to>
                                        <p:strVal val="hidden"/>
                                      </p:to>
                                    </p:set>
                                  </p:childTnLst>
                                </p:cTn>
                              </p:par>
                              <p:par>
                                <p:cTn id="95" presetID="1" presetClass="entr" presetSubtype="0" fill="hold" nodeType="withEffect">
                                  <p:stCondLst>
                                    <p:cond delay="0"/>
                                  </p:stCondLst>
                                  <p:childTnLst>
                                    <p:set>
                                      <p:cBhvr>
                                        <p:cTn id="96" dur="1" fill="hold">
                                          <p:stCondLst>
                                            <p:cond delay="0"/>
                                          </p:stCondLst>
                                        </p:cTn>
                                        <p:tgtEl>
                                          <p:spTgt spid="8">
                                            <p:txEl>
                                              <p:pRg st="3" end="3"/>
                                            </p:txEl>
                                          </p:spTgt>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8">
                                            <p:txEl>
                                              <p:pRg st="4" end="4"/>
                                            </p:txEl>
                                          </p:spTgt>
                                        </p:tgtEl>
                                        <p:attrNameLst>
                                          <p:attrName>style.visibility</p:attrName>
                                        </p:attrNameLst>
                                      </p:cBhvr>
                                      <p:to>
                                        <p:strVal val="visible"/>
                                      </p:to>
                                    </p:set>
                                  </p:childTnLst>
                                </p:cTn>
                              </p:par>
                              <p:par>
                                <p:cTn id="99" presetID="1" presetClass="entr" presetSubtype="0" fill="hold" nodeType="withEffect">
                                  <p:stCondLst>
                                    <p:cond delay="0"/>
                                  </p:stCondLst>
                                  <p:childTnLst>
                                    <p:set>
                                      <p:cBhvr>
                                        <p:cTn id="100" dur="1" fill="hold">
                                          <p:stCondLst>
                                            <p:cond delay="0"/>
                                          </p:stCondLst>
                                        </p:cTn>
                                        <p:tgtEl>
                                          <p:spTgt spid="8">
                                            <p:txEl>
                                              <p:pRg st="5" end="5"/>
                                            </p:txEl>
                                          </p:spTgt>
                                        </p:tgtEl>
                                        <p:attrNameLst>
                                          <p:attrName>style.visibility</p:attrName>
                                        </p:attrNameLst>
                                      </p:cBhvr>
                                      <p:to>
                                        <p:strVal val="visible"/>
                                      </p:to>
                                    </p:set>
                                  </p:childTnLst>
                                </p:cTn>
                              </p:par>
                              <p:par>
                                <p:cTn id="101" presetID="1" presetClass="entr" presetSubtype="0" fill="hold" nodeType="withEffect">
                                  <p:stCondLst>
                                    <p:cond delay="0"/>
                                  </p:stCondLst>
                                  <p:childTnLst>
                                    <p:set>
                                      <p:cBhvr>
                                        <p:cTn id="102" dur="1" fill="hold">
                                          <p:stCondLst>
                                            <p:cond delay="0"/>
                                          </p:stCondLst>
                                        </p:cTn>
                                        <p:tgtEl>
                                          <p:spTgt spid="38"/>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23"/>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0"/>
                                          </p:stCondLst>
                                        </p:cTn>
                                        <p:tgtEl>
                                          <p:spTgt spid="24"/>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xit" presetSubtype="0" fill="hold" grpId="1" nodeType="clickEffect">
                                  <p:stCondLst>
                                    <p:cond delay="0"/>
                                  </p:stCondLst>
                                  <p:childTnLst>
                                    <p:set>
                                      <p:cBhvr>
                                        <p:cTn id="110" dur="1" fill="hold">
                                          <p:stCondLst>
                                            <p:cond delay="0"/>
                                          </p:stCondLst>
                                        </p:cTn>
                                        <p:tgtEl>
                                          <p:spTgt spid="23"/>
                                        </p:tgtEl>
                                        <p:attrNameLst>
                                          <p:attrName>style.visibility</p:attrName>
                                        </p:attrNameLst>
                                      </p:cBhvr>
                                      <p:to>
                                        <p:strVal val="hidden"/>
                                      </p:to>
                                    </p:set>
                                  </p:childTnLst>
                                </p:cTn>
                              </p:par>
                              <p:par>
                                <p:cTn id="111" presetID="1" presetClass="exit" presetSubtype="0" fill="hold" nodeType="withEffect">
                                  <p:stCondLst>
                                    <p:cond delay="0"/>
                                  </p:stCondLst>
                                  <p:childTnLst>
                                    <p:set>
                                      <p:cBhvr>
                                        <p:cTn id="112" dur="1" fill="hold">
                                          <p:stCondLst>
                                            <p:cond delay="0"/>
                                          </p:stCondLst>
                                        </p:cTn>
                                        <p:tgtEl>
                                          <p:spTgt spid="24"/>
                                        </p:tgtEl>
                                        <p:attrNameLst>
                                          <p:attrName>style.visibility</p:attrName>
                                        </p:attrNameLst>
                                      </p:cBhvr>
                                      <p:to>
                                        <p:strVal val="hidden"/>
                                      </p:to>
                                    </p:set>
                                  </p:childTnLst>
                                </p:cTn>
                              </p:par>
                              <p:par>
                                <p:cTn id="113" presetID="1" presetClass="entr" presetSubtype="0" fill="hold" grpId="0" nodeType="withEffect">
                                  <p:stCondLst>
                                    <p:cond delay="0"/>
                                  </p:stCondLst>
                                  <p:childTnLst>
                                    <p:set>
                                      <p:cBhvr>
                                        <p:cTn id="114" dur="1" fill="hold">
                                          <p:stCondLst>
                                            <p:cond delay="0"/>
                                          </p:stCondLst>
                                        </p:cTn>
                                        <p:tgtEl>
                                          <p:spTgt spid="25"/>
                                        </p:tgtEl>
                                        <p:attrNameLst>
                                          <p:attrName>style.visibility</p:attrName>
                                        </p:attrNameLst>
                                      </p:cBhvr>
                                      <p:to>
                                        <p:strVal val="visible"/>
                                      </p:to>
                                    </p:set>
                                  </p:childTnLst>
                                </p:cTn>
                              </p:par>
                              <p:par>
                                <p:cTn id="115" presetID="1" presetClass="entr" presetSubtype="0" fill="hold" nodeType="withEffect">
                                  <p:stCondLst>
                                    <p:cond delay="0"/>
                                  </p:stCondLst>
                                  <p:childTnLst>
                                    <p:set>
                                      <p:cBhvr>
                                        <p:cTn id="116" dur="1" fill="hold">
                                          <p:stCondLst>
                                            <p:cond delay="0"/>
                                          </p:stCondLst>
                                        </p:cTn>
                                        <p:tgtEl>
                                          <p:spTgt spid="26"/>
                                        </p:tgtEl>
                                        <p:attrNameLst>
                                          <p:attrName>style.visibility</p:attrName>
                                        </p:attrNameLst>
                                      </p:cBhvr>
                                      <p:to>
                                        <p:strVal val="visible"/>
                                      </p:to>
                                    </p:set>
                                  </p:childTnLst>
                                </p:cTn>
                              </p:par>
                            </p:childTnLst>
                          </p:cTn>
                        </p:par>
                      </p:childTnLst>
                    </p:cTn>
                  </p:par>
                  <p:par>
                    <p:cTn id="117" fill="hold">
                      <p:stCondLst>
                        <p:cond delay="indefinite"/>
                      </p:stCondLst>
                      <p:childTnLst>
                        <p:par>
                          <p:cTn id="118" fill="hold">
                            <p:stCondLst>
                              <p:cond delay="0"/>
                            </p:stCondLst>
                            <p:childTnLst>
                              <p:par>
                                <p:cTn id="119" presetID="1" presetClass="exit" presetSubtype="0" fill="hold" grpId="1" nodeType="clickEffect">
                                  <p:stCondLst>
                                    <p:cond delay="0"/>
                                  </p:stCondLst>
                                  <p:childTnLst>
                                    <p:set>
                                      <p:cBhvr>
                                        <p:cTn id="120" dur="1" fill="hold">
                                          <p:stCondLst>
                                            <p:cond delay="0"/>
                                          </p:stCondLst>
                                        </p:cTn>
                                        <p:tgtEl>
                                          <p:spTgt spid="25"/>
                                        </p:tgtEl>
                                        <p:attrNameLst>
                                          <p:attrName>style.visibility</p:attrName>
                                        </p:attrNameLst>
                                      </p:cBhvr>
                                      <p:to>
                                        <p:strVal val="hidden"/>
                                      </p:to>
                                    </p:set>
                                  </p:childTnLst>
                                </p:cTn>
                              </p:par>
                              <p:par>
                                <p:cTn id="121" presetID="1" presetClass="exit" presetSubtype="0" fill="hold" nodeType="withEffect">
                                  <p:stCondLst>
                                    <p:cond delay="0"/>
                                  </p:stCondLst>
                                  <p:childTnLst>
                                    <p:set>
                                      <p:cBhvr>
                                        <p:cTn id="122" dur="1" fill="hold">
                                          <p:stCondLst>
                                            <p:cond delay="0"/>
                                          </p:stCondLst>
                                        </p:cTn>
                                        <p:tgtEl>
                                          <p:spTgt spid="26"/>
                                        </p:tgtEl>
                                        <p:attrNameLst>
                                          <p:attrName>style.visibility</p:attrName>
                                        </p:attrNameLst>
                                      </p:cBhvr>
                                      <p:to>
                                        <p:strVal val="hidden"/>
                                      </p:to>
                                    </p:set>
                                  </p:childTnLst>
                                </p:cTn>
                              </p:par>
                              <p:par>
                                <p:cTn id="123" presetID="1" presetClass="entr" presetSubtype="0" fill="hold" grpId="0" nodeType="withEffect">
                                  <p:stCondLst>
                                    <p:cond delay="0"/>
                                  </p:stCondLst>
                                  <p:childTnLst>
                                    <p:set>
                                      <p:cBhvr>
                                        <p:cTn id="124" dur="1" fill="hold">
                                          <p:stCondLst>
                                            <p:cond delay="0"/>
                                          </p:stCondLst>
                                        </p:cTn>
                                        <p:tgtEl>
                                          <p:spTgt spid="27"/>
                                        </p:tgtEl>
                                        <p:attrNameLst>
                                          <p:attrName>style.visibility</p:attrName>
                                        </p:attrNameLst>
                                      </p:cBhvr>
                                      <p:to>
                                        <p:strVal val="visible"/>
                                      </p:to>
                                    </p:set>
                                  </p:childTnLst>
                                </p:cTn>
                              </p:par>
                              <p:par>
                                <p:cTn id="125" presetID="1" presetClass="entr" presetSubtype="0" fill="hold" nodeType="withEffect">
                                  <p:stCondLst>
                                    <p:cond delay="0"/>
                                  </p:stCondLst>
                                  <p:childTnLst>
                                    <p:set>
                                      <p:cBhvr>
                                        <p:cTn id="126" dur="1" fill="hold">
                                          <p:stCondLst>
                                            <p:cond delay="0"/>
                                          </p:stCondLst>
                                        </p:cTn>
                                        <p:tgtEl>
                                          <p:spTgt spid="29"/>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xit" presetSubtype="0" fill="hold" grpId="1" nodeType="clickEffect">
                                  <p:stCondLst>
                                    <p:cond delay="0"/>
                                  </p:stCondLst>
                                  <p:childTnLst>
                                    <p:set>
                                      <p:cBhvr>
                                        <p:cTn id="130" dur="1" fill="hold">
                                          <p:stCondLst>
                                            <p:cond delay="0"/>
                                          </p:stCondLst>
                                        </p:cTn>
                                        <p:tgtEl>
                                          <p:spTgt spid="27"/>
                                        </p:tgtEl>
                                        <p:attrNameLst>
                                          <p:attrName>style.visibility</p:attrName>
                                        </p:attrNameLst>
                                      </p:cBhvr>
                                      <p:to>
                                        <p:strVal val="hidden"/>
                                      </p:to>
                                    </p:set>
                                  </p:childTnLst>
                                </p:cTn>
                              </p:par>
                              <p:par>
                                <p:cTn id="131" presetID="1" presetClass="exit" presetSubtype="0" fill="hold" nodeType="withEffect">
                                  <p:stCondLst>
                                    <p:cond delay="0"/>
                                  </p:stCondLst>
                                  <p:childTnLst>
                                    <p:set>
                                      <p:cBhvr>
                                        <p:cTn id="132" dur="1" fill="hold">
                                          <p:stCondLst>
                                            <p:cond delay="0"/>
                                          </p:stCondLst>
                                        </p:cTn>
                                        <p:tgtEl>
                                          <p:spTgt spid="29"/>
                                        </p:tgtEl>
                                        <p:attrNameLst>
                                          <p:attrName>style.visibility</p:attrName>
                                        </p:attrNameLst>
                                      </p:cBhvr>
                                      <p:to>
                                        <p:strVal val="hidden"/>
                                      </p:to>
                                    </p:set>
                                  </p:childTnLst>
                                </p:cTn>
                              </p:par>
                              <p:par>
                                <p:cTn id="133" presetID="1" presetClass="entr" presetSubtype="0" fill="hold" grpId="0" nodeType="withEffect">
                                  <p:stCondLst>
                                    <p:cond delay="0"/>
                                  </p:stCondLst>
                                  <p:childTnLst>
                                    <p:set>
                                      <p:cBhvr>
                                        <p:cTn id="134" dur="1" fill="hold">
                                          <p:stCondLst>
                                            <p:cond delay="0"/>
                                          </p:stCondLst>
                                        </p:cTn>
                                        <p:tgtEl>
                                          <p:spTgt spid="30"/>
                                        </p:tgtEl>
                                        <p:attrNameLst>
                                          <p:attrName>style.visibility</p:attrName>
                                        </p:attrNameLst>
                                      </p:cBhvr>
                                      <p:to>
                                        <p:strVal val="visible"/>
                                      </p:to>
                                    </p:set>
                                  </p:childTnLst>
                                </p:cTn>
                              </p:par>
                              <p:par>
                                <p:cTn id="135" presetID="1" presetClass="entr" presetSubtype="0" fill="hold" nodeType="withEffect">
                                  <p:stCondLst>
                                    <p:cond delay="0"/>
                                  </p:stCondLst>
                                  <p:childTnLst>
                                    <p:set>
                                      <p:cBhvr>
                                        <p:cTn id="136" dur="1" fill="hold">
                                          <p:stCondLst>
                                            <p:cond delay="0"/>
                                          </p:stCondLst>
                                        </p:cTn>
                                        <p:tgtEl>
                                          <p:spTgt spid="31"/>
                                        </p:tgtEl>
                                        <p:attrNameLst>
                                          <p:attrName>style.visibility</p:attrName>
                                        </p:attrNameLst>
                                      </p:cBhvr>
                                      <p:to>
                                        <p:strVal val="visible"/>
                                      </p:to>
                                    </p:set>
                                  </p:childTnLst>
                                </p:cTn>
                              </p:par>
                            </p:childTnLst>
                          </p:cTn>
                        </p:par>
                      </p:childTnLst>
                    </p:cTn>
                  </p:par>
                  <p:par>
                    <p:cTn id="137" fill="hold">
                      <p:stCondLst>
                        <p:cond delay="indefinite"/>
                      </p:stCondLst>
                      <p:childTnLst>
                        <p:par>
                          <p:cTn id="138" fill="hold">
                            <p:stCondLst>
                              <p:cond delay="0"/>
                            </p:stCondLst>
                            <p:childTnLst>
                              <p:par>
                                <p:cTn id="139" presetID="1" presetClass="exit" presetSubtype="0" fill="hold" grpId="1" nodeType="clickEffect">
                                  <p:stCondLst>
                                    <p:cond delay="0"/>
                                  </p:stCondLst>
                                  <p:childTnLst>
                                    <p:set>
                                      <p:cBhvr>
                                        <p:cTn id="140" dur="1" fill="hold">
                                          <p:stCondLst>
                                            <p:cond delay="0"/>
                                          </p:stCondLst>
                                        </p:cTn>
                                        <p:tgtEl>
                                          <p:spTgt spid="30"/>
                                        </p:tgtEl>
                                        <p:attrNameLst>
                                          <p:attrName>style.visibility</p:attrName>
                                        </p:attrNameLst>
                                      </p:cBhvr>
                                      <p:to>
                                        <p:strVal val="hidden"/>
                                      </p:to>
                                    </p:set>
                                  </p:childTnLst>
                                </p:cTn>
                              </p:par>
                              <p:par>
                                <p:cTn id="141" presetID="1" presetClass="exit" presetSubtype="0" fill="hold" nodeType="withEffect">
                                  <p:stCondLst>
                                    <p:cond delay="0"/>
                                  </p:stCondLst>
                                  <p:childTnLst>
                                    <p:set>
                                      <p:cBhvr>
                                        <p:cTn id="142" dur="1" fill="hold">
                                          <p:stCondLst>
                                            <p:cond delay="0"/>
                                          </p:stCondLst>
                                        </p:cTn>
                                        <p:tgtEl>
                                          <p:spTgt spid="31"/>
                                        </p:tgtEl>
                                        <p:attrNameLst>
                                          <p:attrName>style.visibility</p:attrName>
                                        </p:attrNameLst>
                                      </p:cBhvr>
                                      <p:to>
                                        <p:strVal val="hidden"/>
                                      </p:to>
                                    </p:set>
                                  </p:childTnLst>
                                </p:cTn>
                              </p:par>
                              <p:par>
                                <p:cTn id="143" presetID="1" presetClass="entr" presetSubtype="0" fill="hold" grpId="0" nodeType="withEffect">
                                  <p:stCondLst>
                                    <p:cond delay="0"/>
                                  </p:stCondLst>
                                  <p:childTnLst>
                                    <p:set>
                                      <p:cBhvr>
                                        <p:cTn id="144" dur="1" fill="hold">
                                          <p:stCondLst>
                                            <p:cond delay="0"/>
                                          </p:stCondLst>
                                        </p:cTn>
                                        <p:tgtEl>
                                          <p:spTgt spid="32"/>
                                        </p:tgtEl>
                                        <p:attrNameLst>
                                          <p:attrName>style.visibility</p:attrName>
                                        </p:attrNameLst>
                                      </p:cBhvr>
                                      <p:to>
                                        <p:strVal val="visible"/>
                                      </p:to>
                                    </p:set>
                                  </p:childTnLst>
                                </p:cTn>
                              </p:par>
                              <p:par>
                                <p:cTn id="145" presetID="1" presetClass="entr" presetSubtype="0" fill="hold" nodeType="withEffect">
                                  <p:stCondLst>
                                    <p:cond delay="0"/>
                                  </p:stCondLst>
                                  <p:childTnLst>
                                    <p:set>
                                      <p:cBhvr>
                                        <p:cTn id="146" dur="1" fill="hold">
                                          <p:stCondLst>
                                            <p:cond delay="0"/>
                                          </p:stCondLst>
                                        </p:cTn>
                                        <p:tgtEl>
                                          <p:spTgt spid="33"/>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1" presetClass="exit" presetSubtype="0" fill="hold" grpId="1" nodeType="clickEffect">
                                  <p:stCondLst>
                                    <p:cond delay="0"/>
                                  </p:stCondLst>
                                  <p:childTnLst>
                                    <p:set>
                                      <p:cBhvr>
                                        <p:cTn id="150" dur="1" fill="hold">
                                          <p:stCondLst>
                                            <p:cond delay="0"/>
                                          </p:stCondLst>
                                        </p:cTn>
                                        <p:tgtEl>
                                          <p:spTgt spid="32"/>
                                        </p:tgtEl>
                                        <p:attrNameLst>
                                          <p:attrName>style.visibility</p:attrName>
                                        </p:attrNameLst>
                                      </p:cBhvr>
                                      <p:to>
                                        <p:strVal val="hidden"/>
                                      </p:to>
                                    </p:set>
                                  </p:childTnLst>
                                </p:cTn>
                              </p:par>
                              <p:par>
                                <p:cTn id="151" presetID="1" presetClass="exit" presetSubtype="0" fill="hold" nodeType="withEffect">
                                  <p:stCondLst>
                                    <p:cond delay="0"/>
                                  </p:stCondLst>
                                  <p:childTnLst>
                                    <p:set>
                                      <p:cBhvr>
                                        <p:cTn id="152" dur="1" fill="hold">
                                          <p:stCondLst>
                                            <p:cond delay="0"/>
                                          </p:stCondLst>
                                        </p:cTn>
                                        <p:tgtEl>
                                          <p:spTgt spid="33"/>
                                        </p:tgtEl>
                                        <p:attrNameLst>
                                          <p:attrName>style.visibility</p:attrName>
                                        </p:attrNameLst>
                                      </p:cBhvr>
                                      <p:to>
                                        <p:strVal val="hidden"/>
                                      </p:to>
                                    </p:set>
                                  </p:childTnLst>
                                </p:cTn>
                              </p:par>
                              <p:par>
                                <p:cTn id="153" presetID="1" presetClass="entr" presetSubtype="0" fill="hold" grpId="0" nodeType="withEffect">
                                  <p:stCondLst>
                                    <p:cond delay="0"/>
                                  </p:stCondLst>
                                  <p:childTnLst>
                                    <p:set>
                                      <p:cBhvr>
                                        <p:cTn id="154" dur="1" fill="hold">
                                          <p:stCondLst>
                                            <p:cond delay="0"/>
                                          </p:stCondLst>
                                        </p:cTn>
                                        <p:tgtEl>
                                          <p:spTgt spid="34"/>
                                        </p:tgtEl>
                                        <p:attrNameLst>
                                          <p:attrName>style.visibility</p:attrName>
                                        </p:attrNameLst>
                                      </p:cBhvr>
                                      <p:to>
                                        <p:strVal val="visible"/>
                                      </p:to>
                                    </p:set>
                                  </p:childTnLst>
                                </p:cTn>
                              </p:par>
                              <p:par>
                                <p:cTn id="155" presetID="1" presetClass="entr" presetSubtype="0" fill="hold" nodeType="withEffect">
                                  <p:stCondLst>
                                    <p:cond delay="0"/>
                                  </p:stCondLst>
                                  <p:childTnLst>
                                    <p:set>
                                      <p:cBhvr>
                                        <p:cTn id="156" dur="1" fill="hold">
                                          <p:stCondLst>
                                            <p:cond delay="0"/>
                                          </p:stCondLst>
                                        </p:cTn>
                                        <p:tgtEl>
                                          <p:spTgt spid="35"/>
                                        </p:tgtEl>
                                        <p:attrNameLst>
                                          <p:attrName>style.visibility</p:attrName>
                                        </p:attrNameLst>
                                      </p:cBhvr>
                                      <p:to>
                                        <p:strVal val="visible"/>
                                      </p:to>
                                    </p:set>
                                  </p:childTnLst>
                                </p:cTn>
                              </p:par>
                            </p:childTnLst>
                          </p:cTn>
                        </p:par>
                      </p:childTnLst>
                    </p:cTn>
                  </p:par>
                  <p:par>
                    <p:cTn id="157" fill="hold">
                      <p:stCondLst>
                        <p:cond delay="indefinite"/>
                      </p:stCondLst>
                      <p:childTnLst>
                        <p:par>
                          <p:cTn id="158" fill="hold">
                            <p:stCondLst>
                              <p:cond delay="0"/>
                            </p:stCondLst>
                            <p:childTnLst>
                              <p:par>
                                <p:cTn id="159" presetID="1" presetClass="exit" presetSubtype="0" fill="hold" grpId="1" nodeType="clickEffect">
                                  <p:stCondLst>
                                    <p:cond delay="0"/>
                                  </p:stCondLst>
                                  <p:childTnLst>
                                    <p:set>
                                      <p:cBhvr>
                                        <p:cTn id="160" dur="1" fill="hold">
                                          <p:stCondLst>
                                            <p:cond delay="0"/>
                                          </p:stCondLst>
                                        </p:cTn>
                                        <p:tgtEl>
                                          <p:spTgt spid="34"/>
                                        </p:tgtEl>
                                        <p:attrNameLst>
                                          <p:attrName>style.visibility</p:attrName>
                                        </p:attrNameLst>
                                      </p:cBhvr>
                                      <p:to>
                                        <p:strVal val="hidden"/>
                                      </p:to>
                                    </p:set>
                                  </p:childTnLst>
                                </p:cTn>
                              </p:par>
                              <p:par>
                                <p:cTn id="161" presetID="1" presetClass="exit" presetSubtype="0" fill="hold" nodeType="withEffect">
                                  <p:stCondLst>
                                    <p:cond delay="0"/>
                                  </p:stCondLst>
                                  <p:childTnLst>
                                    <p:set>
                                      <p:cBhvr>
                                        <p:cTn id="162" dur="1" fill="hold">
                                          <p:stCondLst>
                                            <p:cond delay="0"/>
                                          </p:stCondLst>
                                        </p:cTn>
                                        <p:tgtEl>
                                          <p:spTgt spid="35"/>
                                        </p:tgtEl>
                                        <p:attrNameLst>
                                          <p:attrName>style.visibility</p:attrName>
                                        </p:attrNameLst>
                                      </p:cBhvr>
                                      <p:to>
                                        <p:strVal val="hidden"/>
                                      </p:to>
                                    </p:set>
                                  </p:childTnLst>
                                </p:cTn>
                              </p:par>
                              <p:par>
                                <p:cTn id="163" presetID="1" presetClass="entr" presetSubtype="0" fill="hold" grpId="0" nodeType="withEffect">
                                  <p:stCondLst>
                                    <p:cond delay="0"/>
                                  </p:stCondLst>
                                  <p:childTnLst>
                                    <p:set>
                                      <p:cBhvr>
                                        <p:cTn id="164" dur="1" fill="hold">
                                          <p:stCondLst>
                                            <p:cond delay="0"/>
                                          </p:stCondLst>
                                        </p:cTn>
                                        <p:tgtEl>
                                          <p:spTgt spid="37"/>
                                        </p:tgtEl>
                                        <p:attrNameLst>
                                          <p:attrName>style.visibility</p:attrName>
                                        </p:attrNameLst>
                                      </p:cBhvr>
                                      <p:to>
                                        <p:strVal val="visible"/>
                                      </p:to>
                                    </p:set>
                                  </p:childTnLst>
                                </p:cTn>
                              </p:par>
                              <p:par>
                                <p:cTn id="165" presetID="1" presetClass="entr" presetSubtype="0" fill="hold" nodeType="withEffect">
                                  <p:stCondLst>
                                    <p:cond delay="0"/>
                                  </p:stCondLst>
                                  <p:childTnLst>
                                    <p:set>
                                      <p:cBhvr>
                                        <p:cTn id="166" dur="1" fill="hold">
                                          <p:stCondLst>
                                            <p:cond delay="0"/>
                                          </p:stCondLst>
                                        </p:cTn>
                                        <p:tgtEl>
                                          <p:spTgt spid="36"/>
                                        </p:tgtEl>
                                        <p:attrNameLst>
                                          <p:attrName>style.visibility</p:attrName>
                                        </p:attrNameLst>
                                      </p:cBhvr>
                                      <p:to>
                                        <p:strVal val="visible"/>
                                      </p:to>
                                    </p:set>
                                  </p:childTnLst>
                                </p:cTn>
                              </p:par>
                            </p:childTnLst>
                          </p:cTn>
                        </p:par>
                      </p:childTnLst>
                    </p:cTn>
                  </p:par>
                  <p:par>
                    <p:cTn id="167" fill="hold">
                      <p:stCondLst>
                        <p:cond delay="indefinite"/>
                      </p:stCondLst>
                      <p:childTnLst>
                        <p:par>
                          <p:cTn id="168" fill="hold">
                            <p:stCondLst>
                              <p:cond delay="0"/>
                            </p:stCondLst>
                            <p:childTnLst>
                              <p:par>
                                <p:cTn id="169" presetID="1" presetClass="exit" presetSubtype="0" fill="hold" grpId="1" nodeType="clickEffect">
                                  <p:stCondLst>
                                    <p:cond delay="0"/>
                                  </p:stCondLst>
                                  <p:childTnLst>
                                    <p:set>
                                      <p:cBhvr>
                                        <p:cTn id="170" dur="1" fill="hold">
                                          <p:stCondLst>
                                            <p:cond delay="0"/>
                                          </p:stCondLst>
                                        </p:cTn>
                                        <p:tgtEl>
                                          <p:spTgt spid="37"/>
                                        </p:tgtEl>
                                        <p:attrNameLst>
                                          <p:attrName>style.visibility</p:attrName>
                                        </p:attrNameLst>
                                      </p:cBhvr>
                                      <p:to>
                                        <p:strVal val="hidden"/>
                                      </p:to>
                                    </p:set>
                                  </p:childTnLst>
                                </p:cTn>
                              </p:par>
                              <p:par>
                                <p:cTn id="171" presetID="1" presetClass="exit" presetSubtype="0" fill="hold" nodeType="withEffect">
                                  <p:stCondLst>
                                    <p:cond delay="0"/>
                                  </p:stCondLst>
                                  <p:childTnLst>
                                    <p:set>
                                      <p:cBhvr>
                                        <p:cTn id="172" dur="1" fill="hold">
                                          <p:stCondLst>
                                            <p:cond delay="0"/>
                                          </p:stCondLst>
                                        </p:cTn>
                                        <p:tgtEl>
                                          <p:spTgt spid="3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P spid="9" grpId="0" animBg="1"/>
      <p:bldP spid="9" grpId="1" animBg="1"/>
      <p:bldP spid="11" grpId="0" animBg="1"/>
      <p:bldP spid="11" grpId="1" animBg="1"/>
      <p:bldP spid="13" grpId="0" animBg="1"/>
      <p:bldP spid="13" grpId="1" animBg="1"/>
      <p:bldP spid="15" grpId="0" animBg="1"/>
      <p:bldP spid="15" grpId="1" animBg="1"/>
      <p:bldP spid="17" grpId="0" animBg="1"/>
      <p:bldP spid="17" grpId="1" animBg="1"/>
      <p:bldP spid="19" grpId="0" animBg="1"/>
      <p:bldP spid="19" grpId="1" animBg="1"/>
      <p:bldP spid="21" grpId="0" animBg="1"/>
      <p:bldP spid="21" grpId="1" animBg="1"/>
      <p:bldP spid="23" grpId="0" animBg="1"/>
      <p:bldP spid="23" grpId="1" animBg="1"/>
      <p:bldP spid="25" grpId="0" animBg="1"/>
      <p:bldP spid="25" grpId="1" animBg="1"/>
      <p:bldP spid="27" grpId="0" animBg="1"/>
      <p:bldP spid="27" grpId="1" animBg="1"/>
      <p:bldP spid="30" grpId="0" animBg="1"/>
      <p:bldP spid="30" grpId="1" animBg="1"/>
      <p:bldP spid="32" grpId="0" animBg="1"/>
      <p:bldP spid="32" grpId="1" animBg="1"/>
      <p:bldP spid="34" grpId="0" animBg="1"/>
      <p:bldP spid="34" grpId="1" animBg="1"/>
      <p:bldP spid="37" grpId="0" animBg="1"/>
      <p:bldP spid="37" grpId="1"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Comparison of Election Algorithms</a:t>
            </a:r>
          </a:p>
        </p:txBody>
      </p:sp>
      <p:sp>
        <p:nvSpPr>
          <p:cNvPr id="39" name="Content Placeholder 2">
            <a:extLst>
              <a:ext uri="{FF2B5EF4-FFF2-40B4-BE49-F238E27FC236}">
                <a16:creationId xmlns:a16="http://schemas.microsoft.com/office/drawing/2014/main" xmlns="" id="{BE3AFDB8-0D67-41BD-94DC-49029E869BEC}"/>
              </a:ext>
            </a:extLst>
          </p:cNvPr>
          <p:cNvSpPr>
            <a:spLocks noGrp="1"/>
          </p:cNvSpPr>
          <p:nvPr>
            <p:ph idx="1"/>
          </p:nvPr>
        </p:nvSpPr>
        <p:spPr>
          <a:xfrm>
            <a:off x="581025" y="5036587"/>
            <a:ext cx="8439150" cy="568261"/>
          </a:xfrm>
        </p:spPr>
        <p:txBody>
          <a:bodyPr>
            <a:noAutofit/>
          </a:bodyPr>
          <a:lstStyle/>
          <a:p>
            <a:pPr marL="0" indent="0">
              <a:buNone/>
            </a:pPr>
            <a:r>
              <a:rPr lang="en-US" altLang="en-US" b="1" dirty="0">
                <a:latin typeface="+mj-lt"/>
              </a:rPr>
              <a:t>Assume that</a:t>
            </a:r>
            <a:r>
              <a:rPr lang="en-US" altLang="en-US" b="1" dirty="0" smtClean="0">
                <a:latin typeface="+mj-lt"/>
              </a:rPr>
              <a:t>: n </a:t>
            </a:r>
            <a:r>
              <a:rPr lang="en-US" altLang="en-US" b="1" dirty="0">
                <a:latin typeface="+mj-lt"/>
              </a:rPr>
              <a:t>= Number of processes in the distributed system</a:t>
            </a:r>
          </a:p>
        </p:txBody>
      </p:sp>
      <p:graphicFrame>
        <p:nvGraphicFramePr>
          <p:cNvPr id="40" name="Content Placeholder 3">
            <a:extLst>
              <a:ext uri="{FF2B5EF4-FFF2-40B4-BE49-F238E27FC236}">
                <a16:creationId xmlns:a16="http://schemas.microsoft.com/office/drawing/2014/main" xmlns="" id="{E536EDE1-D758-439B-8AF0-C16068F0E14B}"/>
              </a:ext>
            </a:extLst>
          </p:cNvPr>
          <p:cNvGraphicFramePr>
            <a:graphicFrameLocks/>
          </p:cNvGraphicFramePr>
          <p:nvPr>
            <p:extLst>
              <p:ext uri="{D42A27DB-BD31-4B8C-83A1-F6EECF244321}">
                <p14:modId xmlns:p14="http://schemas.microsoft.com/office/powerpoint/2010/main" val="1759636069"/>
              </p:ext>
            </p:extLst>
          </p:nvPr>
        </p:nvGraphicFramePr>
        <p:xfrm>
          <a:off x="442914" y="1463041"/>
          <a:ext cx="10606089" cy="2804158"/>
        </p:xfrm>
        <a:graphic>
          <a:graphicData uri="http://schemas.openxmlformats.org/drawingml/2006/table">
            <a:tbl>
              <a:tblPr firstRow="1" bandRow="1">
                <a:tableStyleId>{21E4AEA4-8DFA-4A89-87EB-49C32662AFE0}</a:tableStyleId>
              </a:tblPr>
              <a:tblGrid>
                <a:gridCol w="2514599">
                  <a:extLst>
                    <a:ext uri="{9D8B030D-6E8A-4147-A177-3AD203B41FA5}">
                      <a16:colId xmlns:a16="http://schemas.microsoft.com/office/drawing/2014/main" xmlns="" val="20000"/>
                    </a:ext>
                  </a:extLst>
                </a:gridCol>
                <a:gridCol w="3341078">
                  <a:extLst>
                    <a:ext uri="{9D8B030D-6E8A-4147-A177-3AD203B41FA5}">
                      <a16:colId xmlns:a16="http://schemas.microsoft.com/office/drawing/2014/main" xmlns="" val="20001"/>
                    </a:ext>
                  </a:extLst>
                </a:gridCol>
                <a:gridCol w="4750412">
                  <a:extLst>
                    <a:ext uri="{9D8B030D-6E8A-4147-A177-3AD203B41FA5}">
                      <a16:colId xmlns:a16="http://schemas.microsoft.com/office/drawing/2014/main" xmlns="" val="20002"/>
                    </a:ext>
                  </a:extLst>
                </a:gridCol>
              </a:tblGrid>
              <a:tr h="955258">
                <a:tc>
                  <a:txBody>
                    <a:bodyPr/>
                    <a:lstStyle/>
                    <a:p>
                      <a:pPr algn="ctr"/>
                      <a:r>
                        <a:rPr lang="en-US" sz="2400" dirty="0"/>
                        <a:t>Algorithm</a:t>
                      </a:r>
                      <a:endParaRPr lang="en-US" sz="2000" dirty="0"/>
                    </a:p>
                  </a:txBody>
                  <a:tcPr marT="45672" marB="45672" anchor="ctr">
                    <a:solidFill>
                      <a:srgbClr val="1D3064"/>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dirty="0"/>
                        <a:t>Number</a:t>
                      </a:r>
                      <a:r>
                        <a:rPr lang="en-US" sz="2400" baseline="0" dirty="0"/>
                        <a:t> of Messages for Electing a Coordinator</a:t>
                      </a:r>
                      <a:endParaRPr lang="en-US" sz="2400" dirty="0"/>
                    </a:p>
                  </a:txBody>
                  <a:tcPr marT="45672" marB="45672" anchor="ctr">
                    <a:solidFill>
                      <a:srgbClr val="1D3064"/>
                    </a:solidFill>
                  </a:tcPr>
                </a:tc>
                <a:tc>
                  <a:txBody>
                    <a:bodyPr/>
                    <a:lstStyle/>
                    <a:p>
                      <a:pPr algn="ctr"/>
                      <a:r>
                        <a:rPr lang="en-US" sz="2400" dirty="0"/>
                        <a:t>Problems</a:t>
                      </a:r>
                      <a:endParaRPr lang="en-US" sz="2000" dirty="0"/>
                    </a:p>
                  </a:txBody>
                  <a:tcPr marT="45672" marB="45672" anchor="ctr">
                    <a:solidFill>
                      <a:srgbClr val="1D3064"/>
                    </a:solidFill>
                  </a:tcPr>
                </a:tc>
                <a:extLst>
                  <a:ext uri="{0D108BD9-81ED-4DB2-BD59-A6C34878D82A}">
                    <a16:rowId xmlns:a16="http://schemas.microsoft.com/office/drawing/2014/main" xmlns="" val="10000"/>
                  </a:ext>
                </a:extLst>
              </a:tr>
              <a:tr h="924450">
                <a:tc>
                  <a:txBody>
                    <a:bodyPr/>
                    <a:lstStyle/>
                    <a:p>
                      <a:pPr algn="ctr"/>
                      <a:r>
                        <a:rPr lang="en-US" sz="2400" b="1" dirty="0"/>
                        <a:t>Bully Algorithm</a:t>
                      </a:r>
                    </a:p>
                  </a:txBody>
                  <a:tcPr marT="45672" marB="45672" anchor="ctr">
                    <a:noFill/>
                  </a:tcPr>
                </a:tc>
                <a:tc>
                  <a:txBody>
                    <a:bodyPr/>
                    <a:lstStyle/>
                    <a:p>
                      <a:pPr algn="ctr"/>
                      <a:endParaRPr lang="en-US" sz="2000" dirty="0"/>
                    </a:p>
                  </a:txBody>
                  <a:tcPr marT="45672" marB="45672" anchor="ctr">
                    <a:noFill/>
                  </a:tcPr>
                </a:tc>
                <a:tc>
                  <a:txBody>
                    <a:bodyPr/>
                    <a:lstStyle/>
                    <a:p>
                      <a:pPr algn="ctr"/>
                      <a:endParaRPr lang="en-US" sz="2000" dirty="0"/>
                    </a:p>
                  </a:txBody>
                  <a:tcPr marT="45672" marB="45672" anchor="ctr">
                    <a:noFill/>
                  </a:tcPr>
                </a:tc>
                <a:extLst>
                  <a:ext uri="{0D108BD9-81ED-4DB2-BD59-A6C34878D82A}">
                    <a16:rowId xmlns:a16="http://schemas.microsoft.com/office/drawing/2014/main" xmlns="" val="10001"/>
                  </a:ext>
                </a:extLst>
              </a:tr>
              <a:tr h="924450">
                <a:tc>
                  <a:txBody>
                    <a:bodyPr/>
                    <a:lstStyle/>
                    <a:p>
                      <a:pPr algn="ctr"/>
                      <a:r>
                        <a:rPr lang="en-US" sz="2400" b="1" dirty="0"/>
                        <a:t>Ring Algorithm</a:t>
                      </a:r>
                    </a:p>
                  </a:txBody>
                  <a:tcPr marT="45672" marB="45672" anchor="ctr">
                    <a:solidFill>
                      <a:schemeClr val="bg1">
                        <a:lumMod val="95000"/>
                      </a:schemeClr>
                    </a:solidFill>
                  </a:tcPr>
                </a:tc>
                <a:tc>
                  <a:txBody>
                    <a:bodyPr/>
                    <a:lstStyle/>
                    <a:p>
                      <a:pPr algn="ctr"/>
                      <a:endParaRPr lang="en-US" sz="2000" dirty="0"/>
                    </a:p>
                  </a:txBody>
                  <a:tcPr marT="45672" marB="45672" anchor="ctr">
                    <a:solidFill>
                      <a:schemeClr val="bg1">
                        <a:lumMod val="95000"/>
                      </a:schemeClr>
                    </a:solidFill>
                  </a:tcPr>
                </a:tc>
                <a:tc>
                  <a:txBody>
                    <a:bodyPr/>
                    <a:lstStyle/>
                    <a:p>
                      <a:pPr algn="ctr"/>
                      <a:endParaRPr lang="en-US" sz="2000" dirty="0"/>
                    </a:p>
                  </a:txBody>
                  <a:tcPr marT="45672" marB="45672" anchor="ctr">
                    <a:solidFill>
                      <a:schemeClr val="bg1">
                        <a:lumMod val="95000"/>
                      </a:schemeClr>
                    </a:solidFill>
                  </a:tcPr>
                </a:tc>
                <a:extLst>
                  <a:ext uri="{0D108BD9-81ED-4DB2-BD59-A6C34878D82A}">
                    <a16:rowId xmlns:a16="http://schemas.microsoft.com/office/drawing/2014/main" xmlns="" val="10002"/>
                  </a:ext>
                </a:extLst>
              </a:tr>
            </a:tbl>
          </a:graphicData>
        </a:graphic>
      </p:graphicFrame>
      <p:sp>
        <p:nvSpPr>
          <p:cNvPr id="41" name="TextBox 40">
            <a:extLst>
              <a:ext uri="{FF2B5EF4-FFF2-40B4-BE49-F238E27FC236}">
                <a16:creationId xmlns:a16="http://schemas.microsoft.com/office/drawing/2014/main" xmlns="" id="{2BBCD88A-4514-42A0-8CA3-917072E560D6}"/>
              </a:ext>
            </a:extLst>
          </p:cNvPr>
          <p:cNvSpPr txBox="1">
            <a:spLocks noChangeArrowheads="1"/>
          </p:cNvSpPr>
          <p:nvPr/>
        </p:nvSpPr>
        <p:spPr bwMode="auto">
          <a:xfrm>
            <a:off x="3914774" y="2756786"/>
            <a:ext cx="101441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2"/>
              </a:buBlip>
              <a:defRPr sz="3200">
                <a:solidFill>
                  <a:srgbClr val="808080"/>
                </a:solidFill>
                <a:latin typeface="Arial" panose="020B0604020202020204" pitchFamily="34" charset="0"/>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2800" dirty="0">
                <a:solidFill>
                  <a:schemeClr val="tx1"/>
                </a:solidFill>
                <a:latin typeface="+mj-lt"/>
              </a:rPr>
              <a:t>O(n</a:t>
            </a:r>
            <a:r>
              <a:rPr lang="en-US" altLang="en-US" sz="2800" baseline="50000" dirty="0">
                <a:solidFill>
                  <a:schemeClr val="tx1"/>
                </a:solidFill>
                <a:latin typeface="+mj-lt"/>
              </a:rPr>
              <a:t>2</a:t>
            </a:r>
            <a:r>
              <a:rPr lang="en-US" altLang="en-US" sz="2800" dirty="0">
                <a:solidFill>
                  <a:schemeClr val="tx1"/>
                </a:solidFill>
                <a:latin typeface="+mj-lt"/>
              </a:rPr>
              <a:t>)</a:t>
            </a:r>
          </a:p>
        </p:txBody>
      </p:sp>
      <p:sp>
        <p:nvSpPr>
          <p:cNvPr id="42" name="TextBox 41">
            <a:extLst>
              <a:ext uri="{FF2B5EF4-FFF2-40B4-BE49-F238E27FC236}">
                <a16:creationId xmlns:a16="http://schemas.microsoft.com/office/drawing/2014/main" xmlns="" id="{8360F7DD-0439-4C6C-A8B2-86537CC23EA0}"/>
              </a:ext>
            </a:extLst>
          </p:cNvPr>
          <p:cNvSpPr txBox="1">
            <a:spLocks noChangeArrowheads="1"/>
          </p:cNvSpPr>
          <p:nvPr/>
        </p:nvSpPr>
        <p:spPr bwMode="auto">
          <a:xfrm>
            <a:off x="6448425" y="2653682"/>
            <a:ext cx="4470400" cy="523220"/>
          </a:xfrm>
          <a:prstGeom prst="rect">
            <a:avLst/>
          </a:prstGeom>
          <a:noFill/>
          <a:ln>
            <a:noFill/>
          </a:ln>
          <a:extLst/>
        </p:spPr>
        <p:txBody>
          <a:bodyPr wrap="square">
            <a:spAutoFit/>
          </a:bodyPr>
          <a:lstStyle>
            <a:lvl1pPr marL="285750" indent="-285750">
              <a:spcBef>
                <a:spcPct val="20000"/>
              </a:spcBef>
              <a:buBlip>
                <a:blip r:embed="rId2"/>
              </a:buBlip>
              <a:defRPr sz="3200">
                <a:solidFill>
                  <a:srgbClr val="808080"/>
                </a:solidFill>
                <a:latin typeface="Arial" panose="020B0604020202020204" pitchFamily="34" charset="0"/>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9pPr>
          </a:lstStyle>
          <a:p>
            <a:pPr marL="0" indent="0" eaLnBrk="1" hangingPunct="1">
              <a:spcBef>
                <a:spcPct val="0"/>
              </a:spcBef>
              <a:buNone/>
            </a:pPr>
            <a:r>
              <a:rPr lang="en-US" altLang="en-US" sz="2800" dirty="0">
                <a:solidFill>
                  <a:schemeClr val="tx1"/>
                </a:solidFill>
                <a:latin typeface="+mj-lt"/>
              </a:rPr>
              <a:t>Large message overhead</a:t>
            </a:r>
          </a:p>
        </p:txBody>
      </p:sp>
      <p:sp>
        <p:nvSpPr>
          <p:cNvPr id="43" name="TextBox 42">
            <a:extLst>
              <a:ext uri="{FF2B5EF4-FFF2-40B4-BE49-F238E27FC236}">
                <a16:creationId xmlns:a16="http://schemas.microsoft.com/office/drawing/2014/main" xmlns="" id="{8F23FE0E-6C06-4A91-BD2B-D4EB668806F6}"/>
              </a:ext>
            </a:extLst>
          </p:cNvPr>
          <p:cNvSpPr txBox="1">
            <a:spLocks noChangeArrowheads="1"/>
          </p:cNvSpPr>
          <p:nvPr/>
        </p:nvSpPr>
        <p:spPr bwMode="auto">
          <a:xfrm>
            <a:off x="4031984" y="3526174"/>
            <a:ext cx="77999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2"/>
              </a:buBlip>
              <a:defRPr sz="3200">
                <a:solidFill>
                  <a:srgbClr val="808080"/>
                </a:solidFill>
                <a:latin typeface="Arial" panose="020B0604020202020204" pitchFamily="34" charset="0"/>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2800" dirty="0">
                <a:solidFill>
                  <a:schemeClr val="tx1"/>
                </a:solidFill>
                <a:latin typeface="+mj-lt"/>
              </a:rPr>
              <a:t>2n</a:t>
            </a:r>
          </a:p>
        </p:txBody>
      </p:sp>
      <p:sp>
        <p:nvSpPr>
          <p:cNvPr id="44" name="TextBox 43">
            <a:extLst>
              <a:ext uri="{FF2B5EF4-FFF2-40B4-BE49-F238E27FC236}">
                <a16:creationId xmlns:a16="http://schemas.microsoft.com/office/drawing/2014/main" xmlns="" id="{3EB753B2-F806-4DE1-B090-2475BF4AD75F}"/>
              </a:ext>
            </a:extLst>
          </p:cNvPr>
          <p:cNvSpPr txBox="1">
            <a:spLocks noChangeArrowheads="1"/>
          </p:cNvSpPr>
          <p:nvPr/>
        </p:nvSpPr>
        <p:spPr bwMode="auto">
          <a:xfrm>
            <a:off x="6423554" y="3309747"/>
            <a:ext cx="4563533"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spcBef>
                <a:spcPct val="20000"/>
              </a:spcBef>
              <a:buBlip>
                <a:blip r:embed="rId2"/>
              </a:buBlip>
              <a:defRPr sz="3200">
                <a:solidFill>
                  <a:srgbClr val="808080"/>
                </a:solidFill>
                <a:latin typeface="Arial" panose="020B0604020202020204" pitchFamily="34" charset="0"/>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9pPr>
          </a:lstStyle>
          <a:p>
            <a:pPr marL="0" indent="0" eaLnBrk="1" hangingPunct="1">
              <a:spcBef>
                <a:spcPct val="0"/>
              </a:spcBef>
              <a:buNone/>
            </a:pPr>
            <a:r>
              <a:rPr lang="en-US" altLang="en-US" sz="2800" dirty="0">
                <a:solidFill>
                  <a:schemeClr val="tx1"/>
                </a:solidFill>
                <a:latin typeface="+mj-lt"/>
              </a:rPr>
              <a:t>An overlay ring topology is necessary</a:t>
            </a:r>
          </a:p>
        </p:txBody>
      </p:sp>
    </p:spTree>
    <p:extLst>
      <p:ext uri="{BB962C8B-B14F-4D97-AF65-F5344CB8AC3E}">
        <p14:creationId xmlns:p14="http://schemas.microsoft.com/office/powerpoint/2010/main" val="23341289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9">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build="p"/>
      <p:bldP spid="41" grpId="0"/>
      <p:bldP spid="42" grpId="0"/>
      <p:bldP spid="43" grpId="0"/>
      <p:bldP spid="44"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Summary of Election Algorithms</a:t>
            </a:r>
          </a:p>
        </p:txBody>
      </p:sp>
      <p:sp>
        <p:nvSpPr>
          <p:cNvPr id="28" name="Content Placeholder 2">
            <a:extLst>
              <a:ext uri="{FF2B5EF4-FFF2-40B4-BE49-F238E27FC236}">
                <a16:creationId xmlns:a16="http://schemas.microsoft.com/office/drawing/2014/main" xmlns="" id="{05FF24D1-5277-417B-BCE3-776DD62CA93A}"/>
              </a:ext>
            </a:extLst>
          </p:cNvPr>
          <p:cNvSpPr>
            <a:spLocks noGrp="1"/>
          </p:cNvSpPr>
          <p:nvPr>
            <p:ph idx="1"/>
          </p:nvPr>
        </p:nvSpPr>
        <p:spPr/>
        <p:txBody>
          <a:bodyPr>
            <a:normAutofit/>
          </a:bodyPr>
          <a:lstStyle/>
          <a:p>
            <a:r>
              <a:rPr lang="en-US" altLang="en-US" dirty="0"/>
              <a:t>Election algorithms are used for choosing a </a:t>
            </a:r>
            <a:r>
              <a:rPr lang="en-US" altLang="en-US" i="1" dirty="0"/>
              <a:t>unique</a:t>
            </a:r>
            <a:r>
              <a:rPr lang="en-US" altLang="en-US" dirty="0"/>
              <a:t> process that will coordinate certain activities</a:t>
            </a:r>
          </a:p>
          <a:p>
            <a:pPr lvl="4"/>
            <a:endParaRPr lang="en-US" altLang="en-US" sz="1200" dirty="0"/>
          </a:p>
          <a:p>
            <a:r>
              <a:rPr lang="en-US" altLang="en-US" dirty="0"/>
              <a:t>At the end of an election algorithm, all nodes should uniquely identify the coordinator</a:t>
            </a:r>
          </a:p>
          <a:p>
            <a:pPr lvl="3"/>
            <a:endParaRPr lang="en-US" altLang="en-US" sz="1200" dirty="0"/>
          </a:p>
          <a:p>
            <a:r>
              <a:rPr lang="en-US" altLang="en-US" dirty="0"/>
              <a:t>We studied two algorithms for performing elections:</a:t>
            </a:r>
          </a:p>
          <a:p>
            <a:pPr lvl="1"/>
            <a:r>
              <a:rPr lang="en-US" altLang="en-US" sz="2400" b="1" dirty="0">
                <a:solidFill>
                  <a:srgbClr val="1D3064"/>
                </a:solidFill>
              </a:rPr>
              <a:t>Bully algorithm</a:t>
            </a:r>
          </a:p>
          <a:p>
            <a:pPr lvl="2"/>
            <a:r>
              <a:rPr lang="en-US" altLang="en-US" sz="2400" dirty="0"/>
              <a:t>Processes communicate in a distributed manner to elect a coordinator</a:t>
            </a:r>
          </a:p>
          <a:p>
            <a:pPr lvl="1"/>
            <a:r>
              <a:rPr lang="en-US" altLang="en-US" sz="2400" b="1" dirty="0">
                <a:solidFill>
                  <a:srgbClr val="1D3064"/>
                </a:solidFill>
              </a:rPr>
              <a:t>Ring algorithm</a:t>
            </a:r>
          </a:p>
          <a:p>
            <a:pPr lvl="2"/>
            <a:r>
              <a:rPr lang="en-US" altLang="en-US" sz="2400" dirty="0"/>
              <a:t>Processes in a ring topology circulate election messages to choose a </a:t>
            </a:r>
            <a:r>
              <a:rPr lang="en-US" altLang="en-US" sz="2400" dirty="0" smtClean="0"/>
              <a:t>coordinator</a:t>
            </a:r>
            <a:endParaRPr lang="en-US" altLang="en-US" sz="2400" dirty="0"/>
          </a:p>
        </p:txBody>
      </p:sp>
    </p:spTree>
    <p:extLst>
      <p:ext uri="{BB962C8B-B14F-4D97-AF65-F5344CB8AC3E}">
        <p14:creationId xmlns:p14="http://schemas.microsoft.com/office/powerpoint/2010/main" val="2477497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8">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8">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8">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Decentralized Algorithm</a:t>
            </a:r>
          </a:p>
        </p:txBody>
      </p:sp>
      <p:sp>
        <p:nvSpPr>
          <p:cNvPr id="28" name="Content Placeholder 2">
            <a:extLst>
              <a:ext uri="{FF2B5EF4-FFF2-40B4-BE49-F238E27FC236}">
                <a16:creationId xmlns:a16="http://schemas.microsoft.com/office/drawing/2014/main" xmlns="" id="{05FF24D1-5277-417B-BCE3-776DD62CA93A}"/>
              </a:ext>
            </a:extLst>
          </p:cNvPr>
          <p:cNvSpPr>
            <a:spLocks noGrp="1"/>
          </p:cNvSpPr>
          <p:nvPr>
            <p:ph idx="1"/>
          </p:nvPr>
        </p:nvSpPr>
        <p:spPr/>
        <p:txBody>
          <a:bodyPr>
            <a:noAutofit/>
          </a:bodyPr>
          <a:lstStyle/>
          <a:p>
            <a:pPr>
              <a:lnSpc>
                <a:spcPct val="110000"/>
              </a:lnSpc>
              <a:spcBef>
                <a:spcPts val="200"/>
              </a:spcBef>
              <a:spcAft>
                <a:spcPts val="200"/>
              </a:spcAft>
            </a:pPr>
            <a:r>
              <a:rPr lang="en-US" altLang="en-US" dirty="0">
                <a:latin typeface="+mj-lt"/>
              </a:rPr>
              <a:t>To avoid the drawbacks of the centralized algorithm, Lin et al. (2005) advocated a decentralized mutual exclusion algorithm</a:t>
            </a:r>
          </a:p>
          <a:p>
            <a:pPr marL="0" indent="0">
              <a:lnSpc>
                <a:spcPct val="110000"/>
              </a:lnSpc>
              <a:spcBef>
                <a:spcPts val="200"/>
              </a:spcBef>
              <a:spcAft>
                <a:spcPts val="200"/>
              </a:spcAft>
              <a:buNone/>
            </a:pPr>
            <a:r>
              <a:rPr lang="en-US" altLang="en-US" b="1" dirty="0">
                <a:solidFill>
                  <a:srgbClr val="1D3064"/>
                </a:solidFill>
                <a:latin typeface="+mj-lt"/>
              </a:rPr>
              <a:t>Assumptions:</a:t>
            </a:r>
          </a:p>
          <a:p>
            <a:pPr>
              <a:lnSpc>
                <a:spcPct val="110000"/>
              </a:lnSpc>
              <a:spcBef>
                <a:spcPts val="200"/>
              </a:spcBef>
              <a:spcAft>
                <a:spcPts val="200"/>
              </a:spcAft>
            </a:pPr>
            <a:r>
              <a:rPr lang="en-US" altLang="en-US" dirty="0" smtClean="0">
                <a:latin typeface="+mj-lt"/>
              </a:rPr>
              <a:t>Distributed </a:t>
            </a:r>
            <a:r>
              <a:rPr lang="en-US" altLang="en-US" dirty="0">
                <a:latin typeface="+mj-lt"/>
              </a:rPr>
              <a:t>processes are in a Distributed Hash Table (DHT) based system</a:t>
            </a:r>
          </a:p>
          <a:p>
            <a:pPr>
              <a:lnSpc>
                <a:spcPct val="110000"/>
              </a:lnSpc>
              <a:spcBef>
                <a:spcPts val="200"/>
              </a:spcBef>
              <a:spcAft>
                <a:spcPts val="200"/>
              </a:spcAft>
            </a:pPr>
            <a:r>
              <a:rPr lang="en-US" altLang="en-US" dirty="0">
                <a:latin typeface="+mj-lt"/>
              </a:rPr>
              <a:t>Each resource is replicated n times</a:t>
            </a:r>
          </a:p>
          <a:p>
            <a:pPr lvl="2">
              <a:spcAft>
                <a:spcPts val="200"/>
              </a:spcAft>
            </a:pPr>
            <a:r>
              <a:rPr lang="en-US" altLang="en-US" sz="2400" dirty="0"/>
              <a:t>The </a:t>
            </a:r>
            <a:r>
              <a:rPr lang="en-US" altLang="en-US" sz="2400" b="1" dirty="0"/>
              <a:t>i</a:t>
            </a:r>
            <a:r>
              <a:rPr lang="en-US" altLang="en-US" sz="2400" baseline="30000" dirty="0"/>
              <a:t>th</a:t>
            </a:r>
            <a:r>
              <a:rPr lang="en-US" altLang="en-US" sz="2400" dirty="0"/>
              <a:t> replica of a resource </a:t>
            </a:r>
            <a:r>
              <a:rPr lang="en-US" altLang="en-US" sz="2400" b="1" dirty="0" err="1"/>
              <a:t>rname</a:t>
            </a:r>
            <a:r>
              <a:rPr lang="en-US" altLang="en-US" sz="2400" dirty="0"/>
              <a:t> is named as </a:t>
            </a:r>
            <a:r>
              <a:rPr lang="en-US" altLang="en-US" sz="2400" b="1" dirty="0" err="1"/>
              <a:t>rname-i</a:t>
            </a:r>
            <a:endParaRPr lang="en-US" altLang="en-US" sz="2400" b="1" dirty="0"/>
          </a:p>
          <a:p>
            <a:pPr>
              <a:lnSpc>
                <a:spcPct val="110000"/>
              </a:lnSpc>
              <a:spcBef>
                <a:spcPts val="200"/>
              </a:spcBef>
              <a:spcAft>
                <a:spcPts val="200"/>
              </a:spcAft>
            </a:pPr>
            <a:r>
              <a:rPr lang="en-US" altLang="en-US" dirty="0">
                <a:latin typeface="+mj-lt"/>
              </a:rPr>
              <a:t>Every replica has its own coordinator for controlling access</a:t>
            </a:r>
          </a:p>
          <a:p>
            <a:pPr lvl="2">
              <a:spcAft>
                <a:spcPts val="200"/>
              </a:spcAft>
            </a:pPr>
            <a:r>
              <a:rPr lang="en-US" altLang="en-US" sz="2400" dirty="0"/>
              <a:t>The coordinator for </a:t>
            </a:r>
            <a:r>
              <a:rPr lang="en-US" altLang="en-US" sz="2400" b="1" dirty="0" err="1"/>
              <a:t>rname-i</a:t>
            </a:r>
            <a:r>
              <a:rPr lang="en-US" altLang="en-US" sz="2400" b="1" dirty="0"/>
              <a:t> </a:t>
            </a:r>
            <a:r>
              <a:rPr lang="en-US" altLang="en-US" sz="2400" dirty="0"/>
              <a:t>is determined by using a hash function</a:t>
            </a:r>
          </a:p>
          <a:p>
            <a:pPr marL="0" indent="0">
              <a:lnSpc>
                <a:spcPct val="110000"/>
              </a:lnSpc>
              <a:spcBef>
                <a:spcPts val="200"/>
              </a:spcBef>
              <a:spcAft>
                <a:spcPts val="200"/>
              </a:spcAft>
              <a:buNone/>
            </a:pPr>
            <a:r>
              <a:rPr lang="en-US" altLang="en-US" b="1" dirty="0">
                <a:solidFill>
                  <a:srgbClr val="1D3064"/>
                </a:solidFill>
                <a:latin typeface="+mj-lt"/>
              </a:rPr>
              <a:t>Approach:</a:t>
            </a:r>
          </a:p>
          <a:p>
            <a:pPr>
              <a:lnSpc>
                <a:spcPct val="110000"/>
              </a:lnSpc>
              <a:spcBef>
                <a:spcPts val="200"/>
              </a:spcBef>
              <a:spcAft>
                <a:spcPts val="200"/>
              </a:spcAft>
            </a:pPr>
            <a:r>
              <a:rPr lang="en-US" altLang="en-US" dirty="0">
                <a:latin typeface="+mj-lt"/>
              </a:rPr>
              <a:t>Whenever a process wants to access the resource, it will have to get a majority vote from </a:t>
            </a:r>
            <a:r>
              <a:rPr lang="en-US" altLang="en-US" b="1" dirty="0">
                <a:latin typeface="+mj-lt"/>
              </a:rPr>
              <a:t>m &gt; n/2 </a:t>
            </a:r>
            <a:r>
              <a:rPr lang="en-US" altLang="en-US" dirty="0">
                <a:latin typeface="+mj-lt"/>
              </a:rPr>
              <a:t>coordinators</a:t>
            </a:r>
          </a:p>
          <a:p>
            <a:pPr>
              <a:lnSpc>
                <a:spcPct val="110000"/>
              </a:lnSpc>
              <a:spcBef>
                <a:spcPts val="200"/>
              </a:spcBef>
              <a:spcAft>
                <a:spcPts val="200"/>
              </a:spcAft>
            </a:pPr>
            <a:r>
              <a:rPr lang="en-US" altLang="en-US" dirty="0">
                <a:latin typeface="+mj-lt"/>
              </a:rPr>
              <a:t>If a coordinator does not want to vote for a process </a:t>
            </a:r>
            <a:endParaRPr lang="en-US" altLang="en-US" dirty="0" smtClean="0">
              <a:latin typeface="+mj-lt"/>
            </a:endParaRPr>
          </a:p>
          <a:p>
            <a:pPr lvl="2">
              <a:spcAft>
                <a:spcPts val="200"/>
              </a:spcAft>
            </a:pPr>
            <a:r>
              <a:rPr lang="en-US" altLang="en-US" sz="2400" dirty="0" smtClean="0"/>
              <a:t>It </a:t>
            </a:r>
            <a:r>
              <a:rPr lang="en-US" altLang="en-US" sz="2400" dirty="0"/>
              <a:t>will send a “permission-denied” message to the process</a:t>
            </a:r>
          </a:p>
          <a:p>
            <a:pPr>
              <a:lnSpc>
                <a:spcPct val="110000"/>
              </a:lnSpc>
              <a:spcBef>
                <a:spcPts val="200"/>
              </a:spcBef>
              <a:spcAft>
                <a:spcPts val="200"/>
              </a:spcAft>
            </a:pPr>
            <a:endParaRPr lang="en-US" altLang="en-US" dirty="0">
              <a:latin typeface="+mj-lt"/>
            </a:endParaRPr>
          </a:p>
        </p:txBody>
      </p:sp>
    </p:spTree>
    <p:extLst>
      <p:ext uri="{BB962C8B-B14F-4D97-AF65-F5344CB8AC3E}">
        <p14:creationId xmlns:p14="http://schemas.microsoft.com/office/powerpoint/2010/main" val="35652854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8">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8">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8">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8">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8">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8">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4" name="Group 108">
            <a:extLst>
              <a:ext uri="{FF2B5EF4-FFF2-40B4-BE49-F238E27FC236}">
                <a16:creationId xmlns="" xmlns:a16="http://schemas.microsoft.com/office/drawing/2014/main" id="{7D77A022-541B-4BBF-B885-646D3FE1447C}"/>
              </a:ext>
            </a:extLst>
          </p:cNvPr>
          <p:cNvGrpSpPr>
            <a:grpSpLocks/>
          </p:cNvGrpSpPr>
          <p:nvPr/>
        </p:nvGrpSpPr>
        <p:grpSpPr bwMode="auto">
          <a:xfrm>
            <a:off x="125011" y="4964901"/>
            <a:ext cx="9210765" cy="1355090"/>
            <a:chOff x="-204977" y="5724436"/>
            <a:chExt cx="9210765" cy="1355291"/>
          </a:xfrm>
        </p:grpSpPr>
        <p:sp>
          <p:nvSpPr>
            <p:cNvPr id="65" name="Rectangle 64">
              <a:extLst>
                <a:ext uri="{FF2B5EF4-FFF2-40B4-BE49-F238E27FC236}">
                  <a16:creationId xmlns="" xmlns:a16="http://schemas.microsoft.com/office/drawing/2014/main" id="{095A7582-EAD6-4DC5-ABCF-65B109923F26}"/>
                </a:ext>
              </a:extLst>
            </p:cNvPr>
            <p:cNvSpPr/>
            <p:nvPr/>
          </p:nvSpPr>
          <p:spPr>
            <a:xfrm>
              <a:off x="-204977" y="5724436"/>
              <a:ext cx="9210765" cy="1355291"/>
            </a:xfrm>
            <a:prstGeom prst="rect">
              <a:avLst/>
            </a:prstGeom>
          </p:spPr>
          <p:style>
            <a:lnRef idx="2">
              <a:schemeClr val="accent4"/>
            </a:lnRef>
            <a:fillRef idx="1">
              <a:schemeClr val="lt1"/>
            </a:fillRef>
            <a:effectRef idx="0">
              <a:schemeClr val="accent4"/>
            </a:effectRef>
            <a:fontRef idx="minor">
              <a:schemeClr val="dk1"/>
            </a:fontRef>
          </p:style>
          <p:txBody>
            <a:bodyPr anchor="ctr"/>
            <a:lstStyle/>
            <a:p>
              <a:pPr algn="ctr" eaLnBrk="1" hangingPunct="1">
                <a:defRPr/>
              </a:pPr>
              <a:endParaRPr lang="en-US" sz="2000"/>
            </a:p>
          </p:txBody>
        </p:sp>
        <p:sp>
          <p:nvSpPr>
            <p:cNvPr id="66" name="Oval 65">
              <a:extLst>
                <a:ext uri="{FF2B5EF4-FFF2-40B4-BE49-F238E27FC236}">
                  <a16:creationId xmlns="" xmlns:a16="http://schemas.microsoft.com/office/drawing/2014/main" id="{1C3BFF65-A139-4C3B-B6D2-FF6973CB9846}"/>
                </a:ext>
              </a:extLst>
            </p:cNvPr>
            <p:cNvSpPr/>
            <p:nvPr/>
          </p:nvSpPr>
          <p:spPr>
            <a:xfrm>
              <a:off x="251984" y="6515859"/>
              <a:ext cx="652462" cy="401699"/>
            </a:xfrm>
            <a:prstGeom prst="ellipse">
              <a:avLst/>
            </a:prstGeom>
            <a:solidFill>
              <a:schemeClr val="accent6"/>
            </a:solidFill>
            <a:ln>
              <a:noFill/>
            </a:ln>
          </p:spPr>
          <p:style>
            <a:lnRef idx="1">
              <a:schemeClr val="accent6"/>
            </a:lnRef>
            <a:fillRef idx="2">
              <a:schemeClr val="accent6"/>
            </a:fillRef>
            <a:effectRef idx="1">
              <a:schemeClr val="accent6"/>
            </a:effectRef>
            <a:fontRef idx="minor">
              <a:schemeClr val="dk1"/>
            </a:fontRef>
          </p:style>
          <p:txBody>
            <a:bodyPr anchor="ctr"/>
            <a:lstStyle/>
            <a:p>
              <a:pPr algn="ctr" eaLnBrk="1" hangingPunct="1">
                <a:defRPr/>
              </a:pPr>
              <a:r>
                <a:rPr lang="en-US" sz="2000" b="1" dirty="0">
                  <a:solidFill>
                    <a:schemeClr val="bg1"/>
                  </a:solidFill>
                </a:rPr>
                <a:t>Pi</a:t>
              </a:r>
            </a:p>
          </p:txBody>
        </p:sp>
        <p:sp>
          <p:nvSpPr>
            <p:cNvPr id="67" name="Rectangle 66">
              <a:extLst>
                <a:ext uri="{FF2B5EF4-FFF2-40B4-BE49-F238E27FC236}">
                  <a16:creationId xmlns="" xmlns:a16="http://schemas.microsoft.com/office/drawing/2014/main" id="{5A083C18-5513-497C-BA8F-FA089F542161}"/>
                </a:ext>
              </a:extLst>
            </p:cNvPr>
            <p:cNvSpPr/>
            <p:nvPr/>
          </p:nvSpPr>
          <p:spPr>
            <a:xfrm>
              <a:off x="5496021" y="6526707"/>
              <a:ext cx="403225" cy="295316"/>
            </a:xfrm>
            <a:prstGeom prst="rect">
              <a:avLst/>
            </a:prstGeom>
            <a:solidFill>
              <a:schemeClr val="tx1"/>
            </a:solidFill>
            <a:ln>
              <a:noFill/>
            </a:ln>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eaLnBrk="1" hangingPunct="1">
                <a:defRPr/>
              </a:pPr>
              <a:r>
                <a:rPr lang="en-US" sz="2400" dirty="0"/>
                <a:t>n</a:t>
              </a:r>
            </a:p>
          </p:txBody>
        </p:sp>
        <p:sp>
          <p:nvSpPr>
            <p:cNvPr id="68" name="TextBox 101">
              <a:extLst>
                <a:ext uri="{FF2B5EF4-FFF2-40B4-BE49-F238E27FC236}">
                  <a16:creationId xmlns="" xmlns:a16="http://schemas.microsoft.com/office/drawing/2014/main" id="{6AB5E43C-0245-4501-BE40-EA39745A94AA}"/>
                </a:ext>
              </a:extLst>
            </p:cNvPr>
            <p:cNvSpPr txBox="1">
              <a:spLocks noChangeArrowheads="1"/>
            </p:cNvSpPr>
            <p:nvPr/>
          </p:nvSpPr>
          <p:spPr bwMode="auto">
            <a:xfrm>
              <a:off x="5886546" y="6438460"/>
              <a:ext cx="3119242" cy="400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2"/>
                </a:buBlip>
                <a:defRPr sz="3200">
                  <a:solidFill>
                    <a:srgbClr val="808080"/>
                  </a:solidFill>
                  <a:latin typeface="Arial" panose="020B0604020202020204" pitchFamily="34" charset="0"/>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2000" dirty="0">
                  <a:solidFill>
                    <a:schemeClr val="tx1"/>
                  </a:solidFill>
                </a:rPr>
                <a:t>= Number of votes gained</a:t>
              </a:r>
            </a:p>
          </p:txBody>
        </p:sp>
        <p:sp>
          <p:nvSpPr>
            <p:cNvPr id="69" name="TextBox 102">
              <a:extLst>
                <a:ext uri="{FF2B5EF4-FFF2-40B4-BE49-F238E27FC236}">
                  <a16:creationId xmlns="" xmlns:a16="http://schemas.microsoft.com/office/drawing/2014/main" id="{CCAF6667-BF2F-42BC-942C-C04995590187}"/>
                </a:ext>
              </a:extLst>
            </p:cNvPr>
            <p:cNvSpPr txBox="1">
              <a:spLocks noChangeArrowheads="1"/>
            </p:cNvSpPr>
            <p:nvPr/>
          </p:nvSpPr>
          <p:spPr bwMode="auto">
            <a:xfrm>
              <a:off x="947319" y="6551749"/>
              <a:ext cx="1576388" cy="400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2"/>
                </a:buBlip>
                <a:defRPr sz="3200">
                  <a:solidFill>
                    <a:srgbClr val="808080"/>
                  </a:solidFill>
                  <a:latin typeface="Arial" panose="020B0604020202020204" pitchFamily="34" charset="0"/>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2000" dirty="0">
                  <a:solidFill>
                    <a:schemeClr val="tx1"/>
                  </a:solidFill>
                </a:rPr>
                <a:t>= Process </a:t>
              </a:r>
              <a:r>
                <a:rPr lang="en-US" altLang="en-US" sz="2000" dirty="0" err="1">
                  <a:solidFill>
                    <a:schemeClr val="tx1"/>
                  </a:solidFill>
                </a:rPr>
                <a:t>i</a:t>
              </a:r>
              <a:endParaRPr lang="en-US" altLang="en-US" sz="2000" dirty="0">
                <a:solidFill>
                  <a:schemeClr val="tx1"/>
                </a:solidFill>
              </a:endParaRPr>
            </a:p>
          </p:txBody>
        </p:sp>
        <p:sp>
          <p:nvSpPr>
            <p:cNvPr id="70" name="Oval 69">
              <a:extLst>
                <a:ext uri="{FF2B5EF4-FFF2-40B4-BE49-F238E27FC236}">
                  <a16:creationId xmlns="" xmlns:a16="http://schemas.microsoft.com/office/drawing/2014/main" id="{0DF14DE6-FB27-46DF-9C10-245607DD7A4C}"/>
                </a:ext>
              </a:extLst>
            </p:cNvPr>
            <p:cNvSpPr/>
            <p:nvPr/>
          </p:nvSpPr>
          <p:spPr>
            <a:xfrm>
              <a:off x="5335708" y="5908190"/>
              <a:ext cx="828328" cy="362045"/>
            </a:xfrm>
            <a:prstGeom prst="ellipse">
              <a:avLst/>
            </a:prstGeom>
            <a:solidFill>
              <a:srgbClr val="D9D9D9"/>
            </a:solidFill>
            <a:ln>
              <a:noFill/>
            </a:ln>
          </p:spPr>
          <p:style>
            <a:lnRef idx="1">
              <a:schemeClr val="accent4"/>
            </a:lnRef>
            <a:fillRef idx="2">
              <a:schemeClr val="accent4"/>
            </a:fillRef>
            <a:effectRef idx="1">
              <a:schemeClr val="accent4"/>
            </a:effectRef>
            <a:fontRef idx="minor">
              <a:schemeClr val="dk1"/>
            </a:fontRef>
          </p:style>
          <p:txBody>
            <a:bodyPr anchor="ctr"/>
            <a:lstStyle/>
            <a:p>
              <a:pPr algn="ctr" eaLnBrk="1" hangingPunct="1">
                <a:defRPr/>
              </a:pPr>
              <a:r>
                <a:rPr lang="en-US" sz="2000" dirty="0" err="1">
                  <a:solidFill>
                    <a:schemeClr val="tx1"/>
                  </a:solidFill>
                </a:rPr>
                <a:t>Cj</a:t>
              </a:r>
              <a:endParaRPr lang="en-US" sz="2000" dirty="0">
                <a:solidFill>
                  <a:schemeClr val="tx1"/>
                </a:solidFill>
              </a:endParaRPr>
            </a:p>
          </p:txBody>
        </p:sp>
        <p:sp>
          <p:nvSpPr>
            <p:cNvPr id="71" name="TextBox 104">
              <a:extLst>
                <a:ext uri="{FF2B5EF4-FFF2-40B4-BE49-F238E27FC236}">
                  <a16:creationId xmlns="" xmlns:a16="http://schemas.microsoft.com/office/drawing/2014/main" id="{82CBF3E0-D23A-4E7B-BC59-DC5BA60BE573}"/>
                </a:ext>
              </a:extLst>
            </p:cNvPr>
            <p:cNvSpPr txBox="1">
              <a:spLocks noChangeArrowheads="1"/>
            </p:cNvSpPr>
            <p:nvPr/>
          </p:nvSpPr>
          <p:spPr bwMode="auto">
            <a:xfrm>
              <a:off x="6116943" y="5876836"/>
              <a:ext cx="1993609" cy="400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2"/>
                </a:buBlip>
                <a:defRPr sz="3200">
                  <a:solidFill>
                    <a:srgbClr val="808080"/>
                  </a:solidFill>
                  <a:latin typeface="Arial" panose="020B0604020202020204" pitchFamily="34" charset="0"/>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2000" dirty="0">
                  <a:solidFill>
                    <a:schemeClr val="tx1"/>
                  </a:solidFill>
                </a:rPr>
                <a:t>= Coordinator j</a:t>
              </a:r>
            </a:p>
          </p:txBody>
        </p:sp>
        <p:sp>
          <p:nvSpPr>
            <p:cNvPr id="72" name="Rectangle 71">
              <a:extLst>
                <a:ext uri="{FF2B5EF4-FFF2-40B4-BE49-F238E27FC236}">
                  <a16:creationId xmlns="" xmlns:a16="http://schemas.microsoft.com/office/drawing/2014/main" id="{1E5A420D-BAA9-4977-81D4-35368A569495}"/>
                </a:ext>
              </a:extLst>
            </p:cNvPr>
            <p:cNvSpPr/>
            <p:nvPr/>
          </p:nvSpPr>
          <p:spPr bwMode="auto">
            <a:xfrm>
              <a:off x="-23819" y="5906762"/>
              <a:ext cx="1117110" cy="363473"/>
            </a:xfrm>
            <a:prstGeom prst="rect">
              <a:avLst/>
            </a:prstGeom>
            <a:solidFill>
              <a:srgbClr val="1D3064"/>
            </a:solidFill>
            <a:ln>
              <a:noFill/>
            </a:ln>
          </p:spPr>
          <p:style>
            <a:lnRef idx="0">
              <a:schemeClr val="accent6"/>
            </a:lnRef>
            <a:fillRef idx="3">
              <a:schemeClr val="accent6"/>
            </a:fillRef>
            <a:effectRef idx="3">
              <a:schemeClr val="accent6"/>
            </a:effectRef>
            <a:fontRef idx="minor">
              <a:schemeClr val="lt1"/>
            </a:fontRef>
          </p:style>
          <p:txBody>
            <a:bodyPr/>
            <a:lstStyle/>
            <a:p>
              <a:pPr algn="ctr" eaLnBrk="1" hangingPunct="1">
                <a:defRPr/>
              </a:pPr>
              <a:r>
                <a:rPr lang="en-US" sz="2000" b="1" dirty="0" err="1">
                  <a:solidFill>
                    <a:schemeClr val="bg1"/>
                  </a:solidFill>
                </a:rPr>
                <a:t>rname</a:t>
              </a:r>
              <a:r>
                <a:rPr lang="en-US" sz="2000" b="1" dirty="0">
                  <a:solidFill>
                    <a:schemeClr val="bg1"/>
                  </a:solidFill>
                </a:rPr>
                <a:t>-x</a:t>
              </a:r>
            </a:p>
          </p:txBody>
        </p:sp>
        <p:sp>
          <p:nvSpPr>
            <p:cNvPr id="73" name="TextBox 106">
              <a:extLst>
                <a:ext uri="{FF2B5EF4-FFF2-40B4-BE49-F238E27FC236}">
                  <a16:creationId xmlns="" xmlns:a16="http://schemas.microsoft.com/office/drawing/2014/main" id="{2AA1572E-51E7-4D06-9488-E22F0077EBD9}"/>
                </a:ext>
              </a:extLst>
            </p:cNvPr>
            <p:cNvSpPr txBox="1">
              <a:spLocks noChangeArrowheads="1"/>
            </p:cNvSpPr>
            <p:nvPr/>
          </p:nvSpPr>
          <p:spPr bwMode="auto">
            <a:xfrm>
              <a:off x="1093291" y="5896559"/>
              <a:ext cx="4327961" cy="400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2"/>
                </a:buBlip>
                <a:defRPr sz="3200">
                  <a:solidFill>
                    <a:srgbClr val="808080"/>
                  </a:solidFill>
                  <a:latin typeface="Arial" panose="020B0604020202020204" pitchFamily="34" charset="0"/>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2000" dirty="0" smtClean="0">
                  <a:solidFill>
                    <a:schemeClr val="tx1"/>
                  </a:solidFill>
                </a:rPr>
                <a:t>=  </a:t>
              </a:r>
              <a:r>
                <a:rPr lang="en-US" altLang="en-US" sz="2000" dirty="0" err="1">
                  <a:solidFill>
                    <a:schemeClr val="tx1"/>
                  </a:solidFill>
                </a:rPr>
                <a:t>xth</a:t>
              </a:r>
              <a:r>
                <a:rPr lang="en-US" altLang="en-US" sz="2000" dirty="0">
                  <a:solidFill>
                    <a:schemeClr val="tx1"/>
                  </a:solidFill>
                </a:rPr>
                <a:t> replica </a:t>
              </a:r>
              <a:r>
                <a:rPr lang="en-US" altLang="en-US" sz="2000" dirty="0" smtClean="0">
                  <a:solidFill>
                    <a:schemeClr val="tx1"/>
                  </a:solidFill>
                </a:rPr>
                <a:t>  of a resource </a:t>
              </a:r>
              <a:r>
                <a:rPr lang="en-US" altLang="en-US" sz="2000" dirty="0" err="1" smtClean="0">
                  <a:solidFill>
                    <a:schemeClr val="tx1"/>
                  </a:solidFill>
                </a:rPr>
                <a:t>rname</a:t>
              </a:r>
              <a:endParaRPr lang="en-US" altLang="en-US" sz="2000" dirty="0">
                <a:solidFill>
                  <a:schemeClr val="tx1"/>
                </a:solidFill>
              </a:endParaRPr>
            </a:p>
          </p:txBody>
        </p:sp>
      </p:grpSp>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Decentralized Algorithm</a:t>
            </a:r>
          </a:p>
        </p:txBody>
      </p:sp>
      <p:sp>
        <p:nvSpPr>
          <p:cNvPr id="4" name="Content Placeholder 2">
            <a:extLst>
              <a:ext uri="{FF2B5EF4-FFF2-40B4-BE49-F238E27FC236}">
                <a16:creationId xmlns="" xmlns:a16="http://schemas.microsoft.com/office/drawing/2014/main" id="{ABFE759E-4B78-415F-8490-75FD35C9C256}"/>
              </a:ext>
            </a:extLst>
          </p:cNvPr>
          <p:cNvSpPr>
            <a:spLocks noGrp="1"/>
          </p:cNvSpPr>
          <p:nvPr>
            <p:ph idx="1"/>
          </p:nvPr>
        </p:nvSpPr>
        <p:spPr>
          <a:xfrm>
            <a:off x="0" y="711200"/>
            <a:ext cx="12192000" cy="5861049"/>
          </a:xfrm>
        </p:spPr>
        <p:txBody>
          <a:bodyPr/>
          <a:lstStyle/>
          <a:p>
            <a:pPr>
              <a:lnSpc>
                <a:spcPct val="110000"/>
              </a:lnSpc>
              <a:spcBef>
                <a:spcPts val="200"/>
              </a:spcBef>
              <a:spcAft>
                <a:spcPts val="200"/>
              </a:spcAft>
            </a:pPr>
            <a:r>
              <a:rPr lang="en-US" altLang="en-US" dirty="0">
                <a:latin typeface="+mj-lt"/>
              </a:rPr>
              <a:t>If n=10 and m=7, then a process needs at-least 7 votes to access the resource</a:t>
            </a:r>
          </a:p>
        </p:txBody>
      </p:sp>
      <p:sp>
        <p:nvSpPr>
          <p:cNvPr id="5" name="Oval 4">
            <a:extLst>
              <a:ext uri="{FF2B5EF4-FFF2-40B4-BE49-F238E27FC236}">
                <a16:creationId xmlns="" xmlns:a16="http://schemas.microsoft.com/office/drawing/2014/main" id="{55598026-48C9-416E-A7CC-B442162FB027}"/>
              </a:ext>
            </a:extLst>
          </p:cNvPr>
          <p:cNvSpPr/>
          <p:nvPr/>
        </p:nvSpPr>
        <p:spPr>
          <a:xfrm>
            <a:off x="3340376" y="1885304"/>
            <a:ext cx="625327" cy="331787"/>
          </a:xfrm>
          <a:prstGeom prst="ellipse">
            <a:avLst/>
          </a:prstGeom>
          <a:solidFill>
            <a:schemeClr val="accent6"/>
          </a:solidFill>
          <a:ln>
            <a:noFill/>
          </a:ln>
        </p:spPr>
        <p:style>
          <a:lnRef idx="1">
            <a:schemeClr val="accent6"/>
          </a:lnRef>
          <a:fillRef idx="2">
            <a:schemeClr val="accent6"/>
          </a:fillRef>
          <a:effectRef idx="1">
            <a:schemeClr val="accent6"/>
          </a:effectRef>
          <a:fontRef idx="minor">
            <a:schemeClr val="dk1"/>
          </a:fontRef>
        </p:style>
        <p:txBody>
          <a:bodyPr anchor="ctr"/>
          <a:lstStyle/>
          <a:p>
            <a:pPr algn="ctr" eaLnBrk="1" hangingPunct="1">
              <a:defRPr/>
            </a:pPr>
            <a:r>
              <a:rPr lang="en-US" b="1" dirty="0">
                <a:solidFill>
                  <a:schemeClr val="bg1"/>
                </a:solidFill>
              </a:rPr>
              <a:t>P0</a:t>
            </a:r>
          </a:p>
        </p:txBody>
      </p:sp>
      <p:sp>
        <p:nvSpPr>
          <p:cNvPr id="6" name="Oval 5">
            <a:extLst>
              <a:ext uri="{FF2B5EF4-FFF2-40B4-BE49-F238E27FC236}">
                <a16:creationId xmlns="" xmlns:a16="http://schemas.microsoft.com/office/drawing/2014/main" id="{D3336F4F-0FB5-430A-8A71-B4B52B7E09D6}"/>
              </a:ext>
            </a:extLst>
          </p:cNvPr>
          <p:cNvSpPr/>
          <p:nvPr/>
        </p:nvSpPr>
        <p:spPr>
          <a:xfrm>
            <a:off x="3340376" y="2662034"/>
            <a:ext cx="625327" cy="383734"/>
          </a:xfrm>
          <a:prstGeom prst="ellipse">
            <a:avLst/>
          </a:prstGeom>
          <a:solidFill>
            <a:schemeClr val="accent6"/>
          </a:solidFill>
          <a:ln>
            <a:noFill/>
          </a:ln>
        </p:spPr>
        <p:style>
          <a:lnRef idx="1">
            <a:schemeClr val="accent6"/>
          </a:lnRef>
          <a:fillRef idx="2">
            <a:schemeClr val="accent6"/>
          </a:fillRef>
          <a:effectRef idx="1">
            <a:schemeClr val="accent6"/>
          </a:effectRef>
          <a:fontRef idx="minor">
            <a:schemeClr val="dk1"/>
          </a:fontRef>
        </p:style>
        <p:txBody>
          <a:bodyPr anchor="ctr"/>
          <a:lstStyle/>
          <a:p>
            <a:pPr algn="ctr" eaLnBrk="1" hangingPunct="1">
              <a:defRPr/>
            </a:pPr>
            <a:r>
              <a:rPr lang="en-US" b="1" dirty="0">
                <a:solidFill>
                  <a:schemeClr val="bg1"/>
                </a:solidFill>
              </a:rPr>
              <a:t>P1</a:t>
            </a:r>
          </a:p>
        </p:txBody>
      </p:sp>
      <p:grpSp>
        <p:nvGrpSpPr>
          <p:cNvPr id="3" name="Group 2"/>
          <p:cNvGrpSpPr/>
          <p:nvPr/>
        </p:nvGrpSpPr>
        <p:grpSpPr>
          <a:xfrm>
            <a:off x="4648327" y="1293605"/>
            <a:ext cx="1406525" cy="3004700"/>
            <a:chOff x="4648327" y="1293605"/>
            <a:chExt cx="1406525" cy="3004700"/>
          </a:xfrm>
        </p:grpSpPr>
        <p:sp>
          <p:nvSpPr>
            <p:cNvPr id="7" name="Rectangle 6">
              <a:extLst>
                <a:ext uri="{FF2B5EF4-FFF2-40B4-BE49-F238E27FC236}">
                  <a16:creationId xmlns="" xmlns:a16="http://schemas.microsoft.com/office/drawing/2014/main" id="{11D33712-8726-4D23-AC96-37CFD163420C}"/>
                </a:ext>
              </a:extLst>
            </p:cNvPr>
            <p:cNvSpPr/>
            <p:nvPr/>
          </p:nvSpPr>
          <p:spPr bwMode="auto">
            <a:xfrm>
              <a:off x="5369052" y="1293605"/>
              <a:ext cx="685800" cy="228601"/>
            </a:xfrm>
            <a:prstGeom prst="rect">
              <a:avLst/>
            </a:prstGeom>
            <a:solidFill>
              <a:srgbClr val="1D3064"/>
            </a:solidFill>
            <a:ln>
              <a:noFill/>
            </a:ln>
          </p:spPr>
          <p:style>
            <a:lnRef idx="0">
              <a:schemeClr val="accent6"/>
            </a:lnRef>
            <a:fillRef idx="3">
              <a:schemeClr val="accent6"/>
            </a:fillRef>
            <a:effectRef idx="3">
              <a:schemeClr val="accent6"/>
            </a:effectRef>
            <a:fontRef idx="minor">
              <a:schemeClr val="lt1"/>
            </a:fontRef>
          </p:style>
          <p:txBody>
            <a:bodyPr/>
            <a:lstStyle/>
            <a:p>
              <a:pPr algn="ctr" eaLnBrk="1" hangingPunct="1">
                <a:defRPr/>
              </a:pPr>
              <a:r>
                <a:rPr lang="en-US" sz="1050" dirty="0">
                  <a:solidFill>
                    <a:schemeClr val="bg1"/>
                  </a:solidFill>
                </a:rPr>
                <a:t>rname-1</a:t>
              </a:r>
            </a:p>
          </p:txBody>
        </p:sp>
        <p:sp>
          <p:nvSpPr>
            <p:cNvPr id="8" name="Oval 7">
              <a:extLst>
                <a:ext uri="{FF2B5EF4-FFF2-40B4-BE49-F238E27FC236}">
                  <a16:creationId xmlns="" xmlns:a16="http://schemas.microsoft.com/office/drawing/2014/main" id="{DBE310E2-451F-4457-9C0D-CC30C06B0302}"/>
                </a:ext>
              </a:extLst>
            </p:cNvPr>
            <p:cNvSpPr/>
            <p:nvPr/>
          </p:nvSpPr>
          <p:spPr>
            <a:xfrm>
              <a:off x="4648327" y="1326505"/>
              <a:ext cx="560388" cy="161925"/>
            </a:xfrm>
            <a:prstGeom prst="ellipse">
              <a:avLst/>
            </a:prstGeom>
            <a:solidFill>
              <a:schemeClr val="bg2">
                <a:lumMod val="85000"/>
              </a:schemeClr>
            </a:solidFill>
            <a:ln>
              <a:noFill/>
            </a:ln>
          </p:spPr>
          <p:style>
            <a:lnRef idx="1">
              <a:schemeClr val="accent4"/>
            </a:lnRef>
            <a:fillRef idx="2">
              <a:schemeClr val="accent4"/>
            </a:fillRef>
            <a:effectRef idx="1">
              <a:schemeClr val="accent4"/>
            </a:effectRef>
            <a:fontRef idx="minor">
              <a:schemeClr val="dk1"/>
            </a:fontRef>
          </p:style>
          <p:txBody>
            <a:bodyPr anchor="ctr"/>
            <a:lstStyle/>
            <a:p>
              <a:pPr algn="ctr" eaLnBrk="1" hangingPunct="1">
                <a:defRPr/>
              </a:pPr>
              <a:r>
                <a:rPr lang="en-US" sz="1000" dirty="0">
                  <a:solidFill>
                    <a:schemeClr val="tx1"/>
                  </a:solidFill>
                </a:rPr>
                <a:t>C1</a:t>
              </a:r>
            </a:p>
          </p:txBody>
        </p:sp>
        <p:sp>
          <p:nvSpPr>
            <p:cNvPr id="9" name="Rectangle 8">
              <a:extLst>
                <a:ext uri="{FF2B5EF4-FFF2-40B4-BE49-F238E27FC236}">
                  <a16:creationId xmlns="" xmlns:a16="http://schemas.microsoft.com/office/drawing/2014/main" id="{9AAE8DA8-8945-4173-81D4-A6B1063E4EC3}"/>
                </a:ext>
              </a:extLst>
            </p:cNvPr>
            <p:cNvSpPr/>
            <p:nvPr/>
          </p:nvSpPr>
          <p:spPr bwMode="auto">
            <a:xfrm>
              <a:off x="5369052" y="1631303"/>
              <a:ext cx="685800" cy="228601"/>
            </a:xfrm>
            <a:prstGeom prst="rect">
              <a:avLst/>
            </a:prstGeom>
            <a:solidFill>
              <a:srgbClr val="1D3064"/>
            </a:solidFill>
            <a:ln>
              <a:noFill/>
            </a:ln>
          </p:spPr>
          <p:style>
            <a:lnRef idx="0">
              <a:schemeClr val="accent6"/>
            </a:lnRef>
            <a:fillRef idx="3">
              <a:schemeClr val="accent6"/>
            </a:fillRef>
            <a:effectRef idx="3">
              <a:schemeClr val="accent6"/>
            </a:effectRef>
            <a:fontRef idx="minor">
              <a:schemeClr val="lt1"/>
            </a:fontRef>
          </p:style>
          <p:txBody>
            <a:bodyPr/>
            <a:lstStyle/>
            <a:p>
              <a:pPr algn="ctr" eaLnBrk="1" hangingPunct="1">
                <a:defRPr/>
              </a:pPr>
              <a:r>
                <a:rPr lang="en-US" sz="1050" dirty="0">
                  <a:solidFill>
                    <a:schemeClr val="bg1"/>
                  </a:solidFill>
                </a:rPr>
                <a:t>rname-2</a:t>
              </a:r>
            </a:p>
          </p:txBody>
        </p:sp>
        <p:sp>
          <p:nvSpPr>
            <p:cNvPr id="10" name="Oval 9">
              <a:extLst>
                <a:ext uri="{FF2B5EF4-FFF2-40B4-BE49-F238E27FC236}">
                  <a16:creationId xmlns="" xmlns:a16="http://schemas.microsoft.com/office/drawing/2014/main" id="{25711CDF-BA46-4E0F-A684-5B9D97B20DD1}"/>
                </a:ext>
              </a:extLst>
            </p:cNvPr>
            <p:cNvSpPr/>
            <p:nvPr/>
          </p:nvSpPr>
          <p:spPr>
            <a:xfrm>
              <a:off x="4648327" y="1664643"/>
              <a:ext cx="560388" cy="161925"/>
            </a:xfrm>
            <a:prstGeom prst="ellipse">
              <a:avLst/>
            </a:prstGeom>
            <a:solidFill>
              <a:schemeClr val="bg2">
                <a:lumMod val="85000"/>
              </a:schemeClr>
            </a:solidFill>
            <a:ln>
              <a:noFill/>
            </a:ln>
          </p:spPr>
          <p:style>
            <a:lnRef idx="1">
              <a:schemeClr val="accent4"/>
            </a:lnRef>
            <a:fillRef idx="2">
              <a:schemeClr val="accent4"/>
            </a:fillRef>
            <a:effectRef idx="1">
              <a:schemeClr val="accent4"/>
            </a:effectRef>
            <a:fontRef idx="minor">
              <a:schemeClr val="dk1"/>
            </a:fontRef>
          </p:style>
          <p:txBody>
            <a:bodyPr anchor="ctr"/>
            <a:lstStyle/>
            <a:p>
              <a:pPr algn="ctr" eaLnBrk="1" hangingPunct="1">
                <a:defRPr/>
              </a:pPr>
              <a:r>
                <a:rPr lang="en-US" sz="1000" dirty="0">
                  <a:solidFill>
                    <a:schemeClr val="tx1"/>
                  </a:solidFill>
                </a:rPr>
                <a:t>C2</a:t>
              </a:r>
            </a:p>
          </p:txBody>
        </p:sp>
        <p:sp>
          <p:nvSpPr>
            <p:cNvPr id="11" name="Rectangle 10">
              <a:extLst>
                <a:ext uri="{FF2B5EF4-FFF2-40B4-BE49-F238E27FC236}">
                  <a16:creationId xmlns="" xmlns:a16="http://schemas.microsoft.com/office/drawing/2014/main" id="{5B5E074C-56AC-42D5-BB2E-37AFD5E3E7E1}"/>
                </a:ext>
              </a:extLst>
            </p:cNvPr>
            <p:cNvSpPr/>
            <p:nvPr/>
          </p:nvSpPr>
          <p:spPr bwMode="auto">
            <a:xfrm>
              <a:off x="5369052" y="1936103"/>
              <a:ext cx="685800" cy="228601"/>
            </a:xfrm>
            <a:prstGeom prst="rect">
              <a:avLst/>
            </a:prstGeom>
            <a:solidFill>
              <a:srgbClr val="1D3064"/>
            </a:solidFill>
            <a:ln>
              <a:noFill/>
            </a:ln>
          </p:spPr>
          <p:style>
            <a:lnRef idx="0">
              <a:schemeClr val="accent6"/>
            </a:lnRef>
            <a:fillRef idx="3">
              <a:schemeClr val="accent6"/>
            </a:fillRef>
            <a:effectRef idx="3">
              <a:schemeClr val="accent6"/>
            </a:effectRef>
            <a:fontRef idx="minor">
              <a:schemeClr val="lt1"/>
            </a:fontRef>
          </p:style>
          <p:txBody>
            <a:bodyPr/>
            <a:lstStyle/>
            <a:p>
              <a:pPr algn="ctr" eaLnBrk="1" hangingPunct="1">
                <a:defRPr/>
              </a:pPr>
              <a:r>
                <a:rPr lang="en-US" sz="1050" dirty="0">
                  <a:solidFill>
                    <a:schemeClr val="bg1"/>
                  </a:solidFill>
                </a:rPr>
                <a:t>rname-3</a:t>
              </a:r>
            </a:p>
          </p:txBody>
        </p:sp>
        <p:sp>
          <p:nvSpPr>
            <p:cNvPr id="12" name="Oval 11">
              <a:extLst>
                <a:ext uri="{FF2B5EF4-FFF2-40B4-BE49-F238E27FC236}">
                  <a16:creationId xmlns="" xmlns:a16="http://schemas.microsoft.com/office/drawing/2014/main" id="{2218AE92-12FB-4A69-BBF4-D9F8676AF6C2}"/>
                </a:ext>
              </a:extLst>
            </p:cNvPr>
            <p:cNvSpPr/>
            <p:nvPr/>
          </p:nvSpPr>
          <p:spPr>
            <a:xfrm>
              <a:off x="4648327" y="1969443"/>
              <a:ext cx="560388" cy="161925"/>
            </a:xfrm>
            <a:prstGeom prst="ellipse">
              <a:avLst/>
            </a:prstGeom>
            <a:solidFill>
              <a:schemeClr val="bg2">
                <a:lumMod val="85000"/>
              </a:schemeClr>
            </a:solidFill>
            <a:ln>
              <a:noFill/>
            </a:ln>
          </p:spPr>
          <p:style>
            <a:lnRef idx="1">
              <a:schemeClr val="accent4"/>
            </a:lnRef>
            <a:fillRef idx="2">
              <a:schemeClr val="accent4"/>
            </a:fillRef>
            <a:effectRef idx="1">
              <a:schemeClr val="accent4"/>
            </a:effectRef>
            <a:fontRef idx="minor">
              <a:schemeClr val="dk1"/>
            </a:fontRef>
          </p:style>
          <p:txBody>
            <a:bodyPr anchor="ctr"/>
            <a:lstStyle/>
            <a:p>
              <a:pPr algn="ctr" eaLnBrk="1" hangingPunct="1">
                <a:defRPr/>
              </a:pPr>
              <a:r>
                <a:rPr lang="en-US" sz="1000" dirty="0">
                  <a:solidFill>
                    <a:schemeClr val="tx1"/>
                  </a:solidFill>
                </a:rPr>
                <a:t>C3</a:t>
              </a:r>
            </a:p>
          </p:txBody>
        </p:sp>
        <p:sp>
          <p:nvSpPr>
            <p:cNvPr id="13" name="Rectangle 12">
              <a:extLst>
                <a:ext uri="{FF2B5EF4-FFF2-40B4-BE49-F238E27FC236}">
                  <a16:creationId xmlns="" xmlns:a16="http://schemas.microsoft.com/office/drawing/2014/main" id="{03ED67CC-9B60-45F9-A2DF-2A1CE07FA1AE}"/>
                </a:ext>
              </a:extLst>
            </p:cNvPr>
            <p:cNvSpPr/>
            <p:nvPr/>
          </p:nvSpPr>
          <p:spPr bwMode="auto">
            <a:xfrm>
              <a:off x="5369052" y="2240904"/>
              <a:ext cx="685800" cy="228601"/>
            </a:xfrm>
            <a:prstGeom prst="rect">
              <a:avLst/>
            </a:prstGeom>
            <a:solidFill>
              <a:srgbClr val="1D3064"/>
            </a:solidFill>
            <a:ln>
              <a:noFill/>
            </a:ln>
          </p:spPr>
          <p:style>
            <a:lnRef idx="0">
              <a:schemeClr val="accent6"/>
            </a:lnRef>
            <a:fillRef idx="3">
              <a:schemeClr val="accent6"/>
            </a:fillRef>
            <a:effectRef idx="3">
              <a:schemeClr val="accent6"/>
            </a:effectRef>
            <a:fontRef idx="minor">
              <a:schemeClr val="lt1"/>
            </a:fontRef>
          </p:style>
          <p:txBody>
            <a:bodyPr/>
            <a:lstStyle/>
            <a:p>
              <a:pPr algn="ctr" eaLnBrk="1" hangingPunct="1">
                <a:defRPr/>
              </a:pPr>
              <a:r>
                <a:rPr lang="en-US" sz="1050" dirty="0">
                  <a:solidFill>
                    <a:schemeClr val="bg1"/>
                  </a:solidFill>
                </a:rPr>
                <a:t>rname-4</a:t>
              </a:r>
            </a:p>
          </p:txBody>
        </p:sp>
        <p:sp>
          <p:nvSpPr>
            <p:cNvPr id="14" name="Oval 13">
              <a:extLst>
                <a:ext uri="{FF2B5EF4-FFF2-40B4-BE49-F238E27FC236}">
                  <a16:creationId xmlns="" xmlns:a16="http://schemas.microsoft.com/office/drawing/2014/main" id="{ABBC1F2E-9C01-48B6-A7C6-074C5A29FAEA}"/>
                </a:ext>
              </a:extLst>
            </p:cNvPr>
            <p:cNvSpPr/>
            <p:nvPr/>
          </p:nvSpPr>
          <p:spPr>
            <a:xfrm>
              <a:off x="4648327" y="2274243"/>
              <a:ext cx="560388" cy="161925"/>
            </a:xfrm>
            <a:prstGeom prst="ellipse">
              <a:avLst/>
            </a:prstGeom>
            <a:solidFill>
              <a:schemeClr val="bg2">
                <a:lumMod val="85000"/>
              </a:schemeClr>
            </a:solidFill>
            <a:ln>
              <a:noFill/>
            </a:ln>
          </p:spPr>
          <p:style>
            <a:lnRef idx="1">
              <a:schemeClr val="accent4"/>
            </a:lnRef>
            <a:fillRef idx="2">
              <a:schemeClr val="accent4"/>
            </a:fillRef>
            <a:effectRef idx="1">
              <a:schemeClr val="accent4"/>
            </a:effectRef>
            <a:fontRef idx="minor">
              <a:schemeClr val="dk1"/>
            </a:fontRef>
          </p:style>
          <p:txBody>
            <a:bodyPr anchor="ctr"/>
            <a:lstStyle/>
            <a:p>
              <a:pPr algn="ctr" eaLnBrk="1" hangingPunct="1">
                <a:defRPr/>
              </a:pPr>
              <a:r>
                <a:rPr lang="en-US" sz="1000" dirty="0">
                  <a:solidFill>
                    <a:schemeClr val="tx1"/>
                  </a:solidFill>
                </a:rPr>
                <a:t>C4</a:t>
              </a:r>
            </a:p>
          </p:txBody>
        </p:sp>
        <p:sp>
          <p:nvSpPr>
            <p:cNvPr id="15" name="Rectangle 14">
              <a:extLst>
                <a:ext uri="{FF2B5EF4-FFF2-40B4-BE49-F238E27FC236}">
                  <a16:creationId xmlns="" xmlns:a16="http://schemas.microsoft.com/office/drawing/2014/main" id="{FFBC38D6-12D7-4A19-9B70-4B12437F1612}"/>
                </a:ext>
              </a:extLst>
            </p:cNvPr>
            <p:cNvSpPr/>
            <p:nvPr/>
          </p:nvSpPr>
          <p:spPr bwMode="auto">
            <a:xfrm>
              <a:off x="5369052" y="2545703"/>
              <a:ext cx="685800" cy="228601"/>
            </a:xfrm>
            <a:prstGeom prst="rect">
              <a:avLst/>
            </a:prstGeom>
            <a:solidFill>
              <a:srgbClr val="1D3064"/>
            </a:solidFill>
            <a:ln>
              <a:noFill/>
            </a:ln>
          </p:spPr>
          <p:style>
            <a:lnRef idx="0">
              <a:schemeClr val="accent6"/>
            </a:lnRef>
            <a:fillRef idx="3">
              <a:schemeClr val="accent6"/>
            </a:fillRef>
            <a:effectRef idx="3">
              <a:schemeClr val="accent6"/>
            </a:effectRef>
            <a:fontRef idx="minor">
              <a:schemeClr val="lt1"/>
            </a:fontRef>
          </p:style>
          <p:txBody>
            <a:bodyPr/>
            <a:lstStyle/>
            <a:p>
              <a:pPr algn="ctr" eaLnBrk="1" hangingPunct="1">
                <a:defRPr/>
              </a:pPr>
              <a:r>
                <a:rPr lang="en-US" sz="1050" dirty="0">
                  <a:solidFill>
                    <a:schemeClr val="bg1"/>
                  </a:solidFill>
                </a:rPr>
                <a:t>rname-5</a:t>
              </a:r>
            </a:p>
          </p:txBody>
        </p:sp>
        <p:sp>
          <p:nvSpPr>
            <p:cNvPr id="16" name="Oval 15">
              <a:extLst>
                <a:ext uri="{FF2B5EF4-FFF2-40B4-BE49-F238E27FC236}">
                  <a16:creationId xmlns="" xmlns:a16="http://schemas.microsoft.com/office/drawing/2014/main" id="{0EC68F4C-1245-4A30-BFDC-57B8AE2E4195}"/>
                </a:ext>
              </a:extLst>
            </p:cNvPr>
            <p:cNvSpPr/>
            <p:nvPr/>
          </p:nvSpPr>
          <p:spPr>
            <a:xfrm>
              <a:off x="4648327" y="2579043"/>
              <a:ext cx="560388" cy="161925"/>
            </a:xfrm>
            <a:prstGeom prst="ellipse">
              <a:avLst/>
            </a:prstGeom>
            <a:solidFill>
              <a:schemeClr val="bg2">
                <a:lumMod val="85000"/>
              </a:schemeClr>
            </a:solidFill>
            <a:ln>
              <a:noFill/>
            </a:ln>
          </p:spPr>
          <p:style>
            <a:lnRef idx="1">
              <a:schemeClr val="accent4"/>
            </a:lnRef>
            <a:fillRef idx="2">
              <a:schemeClr val="accent4"/>
            </a:fillRef>
            <a:effectRef idx="1">
              <a:schemeClr val="accent4"/>
            </a:effectRef>
            <a:fontRef idx="minor">
              <a:schemeClr val="dk1"/>
            </a:fontRef>
          </p:style>
          <p:txBody>
            <a:bodyPr anchor="ctr"/>
            <a:lstStyle/>
            <a:p>
              <a:pPr algn="ctr" eaLnBrk="1" hangingPunct="1">
                <a:defRPr/>
              </a:pPr>
              <a:r>
                <a:rPr lang="en-US" sz="1000" dirty="0">
                  <a:solidFill>
                    <a:schemeClr val="tx1"/>
                  </a:solidFill>
                </a:rPr>
                <a:t>C5</a:t>
              </a:r>
            </a:p>
          </p:txBody>
        </p:sp>
        <p:sp>
          <p:nvSpPr>
            <p:cNvPr id="17" name="Rectangle 16">
              <a:extLst>
                <a:ext uri="{FF2B5EF4-FFF2-40B4-BE49-F238E27FC236}">
                  <a16:creationId xmlns="" xmlns:a16="http://schemas.microsoft.com/office/drawing/2014/main" id="{5E918504-3846-439C-B4DE-312FD4633960}"/>
                </a:ext>
              </a:extLst>
            </p:cNvPr>
            <p:cNvSpPr/>
            <p:nvPr/>
          </p:nvSpPr>
          <p:spPr bwMode="auto">
            <a:xfrm>
              <a:off x="5369052" y="2850503"/>
              <a:ext cx="685800" cy="228601"/>
            </a:xfrm>
            <a:prstGeom prst="rect">
              <a:avLst/>
            </a:prstGeom>
            <a:solidFill>
              <a:srgbClr val="1D3064"/>
            </a:solidFill>
            <a:ln>
              <a:noFill/>
            </a:ln>
          </p:spPr>
          <p:style>
            <a:lnRef idx="0">
              <a:schemeClr val="accent6"/>
            </a:lnRef>
            <a:fillRef idx="3">
              <a:schemeClr val="accent6"/>
            </a:fillRef>
            <a:effectRef idx="3">
              <a:schemeClr val="accent6"/>
            </a:effectRef>
            <a:fontRef idx="minor">
              <a:schemeClr val="lt1"/>
            </a:fontRef>
          </p:style>
          <p:txBody>
            <a:bodyPr/>
            <a:lstStyle/>
            <a:p>
              <a:pPr algn="ctr" eaLnBrk="1" hangingPunct="1">
                <a:defRPr/>
              </a:pPr>
              <a:r>
                <a:rPr lang="en-US" sz="1050" dirty="0">
                  <a:solidFill>
                    <a:schemeClr val="bg1"/>
                  </a:solidFill>
                </a:rPr>
                <a:t>rname-6</a:t>
              </a:r>
            </a:p>
          </p:txBody>
        </p:sp>
        <p:sp>
          <p:nvSpPr>
            <p:cNvPr id="18" name="Oval 17">
              <a:extLst>
                <a:ext uri="{FF2B5EF4-FFF2-40B4-BE49-F238E27FC236}">
                  <a16:creationId xmlns="" xmlns:a16="http://schemas.microsoft.com/office/drawing/2014/main" id="{ECA5835A-8299-4F89-B2C0-7B8A4CF925FC}"/>
                </a:ext>
              </a:extLst>
            </p:cNvPr>
            <p:cNvSpPr/>
            <p:nvPr/>
          </p:nvSpPr>
          <p:spPr>
            <a:xfrm>
              <a:off x="4648327" y="2883843"/>
              <a:ext cx="560388" cy="161925"/>
            </a:xfrm>
            <a:prstGeom prst="ellipse">
              <a:avLst/>
            </a:prstGeom>
            <a:solidFill>
              <a:schemeClr val="bg2">
                <a:lumMod val="85000"/>
              </a:schemeClr>
            </a:solidFill>
            <a:ln>
              <a:noFill/>
            </a:ln>
          </p:spPr>
          <p:style>
            <a:lnRef idx="1">
              <a:schemeClr val="accent4"/>
            </a:lnRef>
            <a:fillRef idx="2">
              <a:schemeClr val="accent4"/>
            </a:fillRef>
            <a:effectRef idx="1">
              <a:schemeClr val="accent4"/>
            </a:effectRef>
            <a:fontRef idx="minor">
              <a:schemeClr val="dk1"/>
            </a:fontRef>
          </p:style>
          <p:txBody>
            <a:bodyPr anchor="ctr"/>
            <a:lstStyle/>
            <a:p>
              <a:pPr algn="ctr" eaLnBrk="1" hangingPunct="1">
                <a:defRPr/>
              </a:pPr>
              <a:r>
                <a:rPr lang="en-US" sz="1000" dirty="0">
                  <a:solidFill>
                    <a:schemeClr val="tx1"/>
                  </a:solidFill>
                </a:rPr>
                <a:t>C6</a:t>
              </a:r>
            </a:p>
          </p:txBody>
        </p:sp>
        <p:sp>
          <p:nvSpPr>
            <p:cNvPr id="19" name="Rectangle 18">
              <a:extLst>
                <a:ext uri="{FF2B5EF4-FFF2-40B4-BE49-F238E27FC236}">
                  <a16:creationId xmlns="" xmlns:a16="http://schemas.microsoft.com/office/drawing/2014/main" id="{6AF6D2D3-3D34-4569-9AB8-3030C29F8CD8}"/>
                </a:ext>
              </a:extLst>
            </p:cNvPr>
            <p:cNvSpPr/>
            <p:nvPr/>
          </p:nvSpPr>
          <p:spPr bwMode="auto">
            <a:xfrm>
              <a:off x="5369052" y="3155303"/>
              <a:ext cx="685800" cy="228601"/>
            </a:xfrm>
            <a:prstGeom prst="rect">
              <a:avLst/>
            </a:prstGeom>
            <a:solidFill>
              <a:srgbClr val="1D3064"/>
            </a:solidFill>
            <a:ln>
              <a:noFill/>
            </a:ln>
          </p:spPr>
          <p:style>
            <a:lnRef idx="0">
              <a:schemeClr val="accent6"/>
            </a:lnRef>
            <a:fillRef idx="3">
              <a:schemeClr val="accent6"/>
            </a:fillRef>
            <a:effectRef idx="3">
              <a:schemeClr val="accent6"/>
            </a:effectRef>
            <a:fontRef idx="minor">
              <a:schemeClr val="lt1"/>
            </a:fontRef>
          </p:style>
          <p:txBody>
            <a:bodyPr/>
            <a:lstStyle/>
            <a:p>
              <a:pPr algn="ctr" eaLnBrk="1" hangingPunct="1">
                <a:defRPr/>
              </a:pPr>
              <a:r>
                <a:rPr lang="en-US" sz="1050" dirty="0">
                  <a:solidFill>
                    <a:schemeClr val="bg1"/>
                  </a:solidFill>
                </a:rPr>
                <a:t>rname-7</a:t>
              </a:r>
            </a:p>
          </p:txBody>
        </p:sp>
        <p:sp>
          <p:nvSpPr>
            <p:cNvPr id="20" name="Oval 19">
              <a:extLst>
                <a:ext uri="{FF2B5EF4-FFF2-40B4-BE49-F238E27FC236}">
                  <a16:creationId xmlns="" xmlns:a16="http://schemas.microsoft.com/office/drawing/2014/main" id="{47CEF7DA-8881-474D-AEC9-69444BECD417}"/>
                </a:ext>
              </a:extLst>
            </p:cNvPr>
            <p:cNvSpPr/>
            <p:nvPr/>
          </p:nvSpPr>
          <p:spPr>
            <a:xfrm>
              <a:off x="4648327" y="3188643"/>
              <a:ext cx="560388" cy="161925"/>
            </a:xfrm>
            <a:prstGeom prst="ellipse">
              <a:avLst/>
            </a:prstGeom>
            <a:solidFill>
              <a:schemeClr val="bg2">
                <a:lumMod val="85000"/>
              </a:schemeClr>
            </a:solidFill>
            <a:ln>
              <a:noFill/>
            </a:ln>
          </p:spPr>
          <p:style>
            <a:lnRef idx="1">
              <a:schemeClr val="accent4"/>
            </a:lnRef>
            <a:fillRef idx="2">
              <a:schemeClr val="accent4"/>
            </a:fillRef>
            <a:effectRef idx="1">
              <a:schemeClr val="accent4"/>
            </a:effectRef>
            <a:fontRef idx="minor">
              <a:schemeClr val="dk1"/>
            </a:fontRef>
          </p:style>
          <p:txBody>
            <a:bodyPr anchor="ctr"/>
            <a:lstStyle/>
            <a:p>
              <a:pPr algn="ctr" eaLnBrk="1" hangingPunct="1">
                <a:defRPr/>
              </a:pPr>
              <a:r>
                <a:rPr lang="en-US" sz="1000" dirty="0">
                  <a:solidFill>
                    <a:schemeClr val="tx1"/>
                  </a:solidFill>
                </a:rPr>
                <a:t>C7</a:t>
              </a:r>
            </a:p>
          </p:txBody>
        </p:sp>
        <p:sp>
          <p:nvSpPr>
            <p:cNvPr id="21" name="Rectangle 20">
              <a:extLst>
                <a:ext uri="{FF2B5EF4-FFF2-40B4-BE49-F238E27FC236}">
                  <a16:creationId xmlns="" xmlns:a16="http://schemas.microsoft.com/office/drawing/2014/main" id="{E9D00799-381D-4FB4-BE6F-23305961FC11}"/>
                </a:ext>
              </a:extLst>
            </p:cNvPr>
            <p:cNvSpPr/>
            <p:nvPr/>
          </p:nvSpPr>
          <p:spPr bwMode="auto">
            <a:xfrm>
              <a:off x="5369052" y="3460104"/>
              <a:ext cx="685800" cy="228601"/>
            </a:xfrm>
            <a:prstGeom prst="rect">
              <a:avLst/>
            </a:prstGeom>
            <a:solidFill>
              <a:srgbClr val="1D3064"/>
            </a:solidFill>
            <a:ln>
              <a:noFill/>
            </a:ln>
          </p:spPr>
          <p:style>
            <a:lnRef idx="0">
              <a:schemeClr val="accent6"/>
            </a:lnRef>
            <a:fillRef idx="3">
              <a:schemeClr val="accent6"/>
            </a:fillRef>
            <a:effectRef idx="3">
              <a:schemeClr val="accent6"/>
            </a:effectRef>
            <a:fontRef idx="minor">
              <a:schemeClr val="lt1"/>
            </a:fontRef>
          </p:style>
          <p:txBody>
            <a:bodyPr/>
            <a:lstStyle/>
            <a:p>
              <a:pPr algn="ctr" eaLnBrk="1" hangingPunct="1">
                <a:defRPr/>
              </a:pPr>
              <a:r>
                <a:rPr lang="en-US" sz="1050" dirty="0">
                  <a:solidFill>
                    <a:schemeClr val="bg1"/>
                  </a:solidFill>
                </a:rPr>
                <a:t>rname-8</a:t>
              </a:r>
            </a:p>
          </p:txBody>
        </p:sp>
        <p:sp>
          <p:nvSpPr>
            <p:cNvPr id="22" name="Oval 21">
              <a:extLst>
                <a:ext uri="{FF2B5EF4-FFF2-40B4-BE49-F238E27FC236}">
                  <a16:creationId xmlns="" xmlns:a16="http://schemas.microsoft.com/office/drawing/2014/main" id="{463F4C63-00D7-4915-8F8D-6F33557EE356}"/>
                </a:ext>
              </a:extLst>
            </p:cNvPr>
            <p:cNvSpPr/>
            <p:nvPr/>
          </p:nvSpPr>
          <p:spPr>
            <a:xfrm>
              <a:off x="4648327" y="3493443"/>
              <a:ext cx="560388" cy="161925"/>
            </a:xfrm>
            <a:prstGeom prst="ellipse">
              <a:avLst/>
            </a:prstGeom>
            <a:solidFill>
              <a:schemeClr val="bg2">
                <a:lumMod val="85000"/>
              </a:schemeClr>
            </a:solidFill>
            <a:ln>
              <a:noFill/>
            </a:ln>
          </p:spPr>
          <p:style>
            <a:lnRef idx="1">
              <a:schemeClr val="accent4"/>
            </a:lnRef>
            <a:fillRef idx="2">
              <a:schemeClr val="accent4"/>
            </a:fillRef>
            <a:effectRef idx="1">
              <a:schemeClr val="accent4"/>
            </a:effectRef>
            <a:fontRef idx="minor">
              <a:schemeClr val="dk1"/>
            </a:fontRef>
          </p:style>
          <p:txBody>
            <a:bodyPr anchor="ctr"/>
            <a:lstStyle/>
            <a:p>
              <a:pPr algn="ctr" eaLnBrk="1" hangingPunct="1">
                <a:defRPr/>
              </a:pPr>
              <a:r>
                <a:rPr lang="en-US" sz="1000" dirty="0">
                  <a:solidFill>
                    <a:schemeClr val="tx1"/>
                  </a:solidFill>
                </a:rPr>
                <a:t>C8</a:t>
              </a:r>
            </a:p>
          </p:txBody>
        </p:sp>
        <p:sp>
          <p:nvSpPr>
            <p:cNvPr id="23" name="Rectangle 22">
              <a:extLst>
                <a:ext uri="{FF2B5EF4-FFF2-40B4-BE49-F238E27FC236}">
                  <a16:creationId xmlns="" xmlns:a16="http://schemas.microsoft.com/office/drawing/2014/main" id="{9F890474-85DC-406A-B0C9-916AF694FB58}"/>
                </a:ext>
              </a:extLst>
            </p:cNvPr>
            <p:cNvSpPr/>
            <p:nvPr/>
          </p:nvSpPr>
          <p:spPr bwMode="auto">
            <a:xfrm>
              <a:off x="5369052" y="3764903"/>
              <a:ext cx="685800" cy="228601"/>
            </a:xfrm>
            <a:prstGeom prst="rect">
              <a:avLst/>
            </a:prstGeom>
            <a:solidFill>
              <a:srgbClr val="1D3064"/>
            </a:solidFill>
            <a:ln>
              <a:noFill/>
            </a:ln>
          </p:spPr>
          <p:style>
            <a:lnRef idx="0">
              <a:schemeClr val="accent6"/>
            </a:lnRef>
            <a:fillRef idx="3">
              <a:schemeClr val="accent6"/>
            </a:fillRef>
            <a:effectRef idx="3">
              <a:schemeClr val="accent6"/>
            </a:effectRef>
            <a:fontRef idx="minor">
              <a:schemeClr val="lt1"/>
            </a:fontRef>
          </p:style>
          <p:txBody>
            <a:bodyPr/>
            <a:lstStyle/>
            <a:p>
              <a:pPr algn="ctr" eaLnBrk="1" hangingPunct="1">
                <a:defRPr/>
              </a:pPr>
              <a:r>
                <a:rPr lang="en-US" sz="1050" dirty="0">
                  <a:solidFill>
                    <a:schemeClr val="bg1"/>
                  </a:solidFill>
                </a:rPr>
                <a:t>rname-9</a:t>
              </a:r>
            </a:p>
          </p:txBody>
        </p:sp>
        <p:sp>
          <p:nvSpPr>
            <p:cNvPr id="24" name="Oval 23">
              <a:extLst>
                <a:ext uri="{FF2B5EF4-FFF2-40B4-BE49-F238E27FC236}">
                  <a16:creationId xmlns="" xmlns:a16="http://schemas.microsoft.com/office/drawing/2014/main" id="{AEF3203E-CBFA-4AC9-BD51-AA94D4521757}"/>
                </a:ext>
              </a:extLst>
            </p:cNvPr>
            <p:cNvSpPr/>
            <p:nvPr/>
          </p:nvSpPr>
          <p:spPr>
            <a:xfrm>
              <a:off x="4648327" y="3798243"/>
              <a:ext cx="560388" cy="161925"/>
            </a:xfrm>
            <a:prstGeom prst="ellipse">
              <a:avLst/>
            </a:prstGeom>
            <a:solidFill>
              <a:schemeClr val="bg2">
                <a:lumMod val="85000"/>
              </a:schemeClr>
            </a:solidFill>
            <a:ln>
              <a:noFill/>
            </a:ln>
          </p:spPr>
          <p:style>
            <a:lnRef idx="1">
              <a:schemeClr val="accent4"/>
            </a:lnRef>
            <a:fillRef idx="2">
              <a:schemeClr val="accent4"/>
            </a:fillRef>
            <a:effectRef idx="1">
              <a:schemeClr val="accent4"/>
            </a:effectRef>
            <a:fontRef idx="minor">
              <a:schemeClr val="dk1"/>
            </a:fontRef>
          </p:style>
          <p:txBody>
            <a:bodyPr anchor="ctr"/>
            <a:lstStyle/>
            <a:p>
              <a:pPr algn="ctr" eaLnBrk="1" hangingPunct="1">
                <a:defRPr/>
              </a:pPr>
              <a:r>
                <a:rPr lang="en-US" sz="1000" dirty="0">
                  <a:solidFill>
                    <a:schemeClr val="tx1"/>
                  </a:solidFill>
                </a:rPr>
                <a:t>C9</a:t>
              </a:r>
            </a:p>
          </p:txBody>
        </p:sp>
        <p:sp>
          <p:nvSpPr>
            <p:cNvPr id="25" name="Rectangle 24">
              <a:extLst>
                <a:ext uri="{FF2B5EF4-FFF2-40B4-BE49-F238E27FC236}">
                  <a16:creationId xmlns="" xmlns:a16="http://schemas.microsoft.com/office/drawing/2014/main" id="{F2D20CA5-0520-402A-AE06-EDF54D1CD8BA}"/>
                </a:ext>
              </a:extLst>
            </p:cNvPr>
            <p:cNvSpPr/>
            <p:nvPr/>
          </p:nvSpPr>
          <p:spPr bwMode="auto">
            <a:xfrm>
              <a:off x="5369052" y="4069704"/>
              <a:ext cx="685800" cy="228601"/>
            </a:xfrm>
            <a:prstGeom prst="rect">
              <a:avLst/>
            </a:prstGeom>
            <a:solidFill>
              <a:srgbClr val="1D3064"/>
            </a:solidFill>
            <a:ln>
              <a:noFill/>
            </a:ln>
          </p:spPr>
          <p:style>
            <a:lnRef idx="0">
              <a:schemeClr val="accent6"/>
            </a:lnRef>
            <a:fillRef idx="3">
              <a:schemeClr val="accent6"/>
            </a:fillRef>
            <a:effectRef idx="3">
              <a:schemeClr val="accent6"/>
            </a:effectRef>
            <a:fontRef idx="minor">
              <a:schemeClr val="lt1"/>
            </a:fontRef>
          </p:style>
          <p:txBody>
            <a:bodyPr/>
            <a:lstStyle/>
            <a:p>
              <a:pPr algn="ctr" eaLnBrk="1" hangingPunct="1">
                <a:defRPr/>
              </a:pPr>
              <a:r>
                <a:rPr lang="en-US" sz="1050" dirty="0">
                  <a:solidFill>
                    <a:schemeClr val="bg1"/>
                  </a:solidFill>
                </a:rPr>
                <a:t>rname-10</a:t>
              </a:r>
            </a:p>
          </p:txBody>
        </p:sp>
        <p:sp>
          <p:nvSpPr>
            <p:cNvPr id="26" name="Oval 25">
              <a:extLst>
                <a:ext uri="{FF2B5EF4-FFF2-40B4-BE49-F238E27FC236}">
                  <a16:creationId xmlns="" xmlns:a16="http://schemas.microsoft.com/office/drawing/2014/main" id="{AD0F40FF-95BD-4BC5-AC1B-99B5194B0E84}"/>
                </a:ext>
              </a:extLst>
            </p:cNvPr>
            <p:cNvSpPr/>
            <p:nvPr/>
          </p:nvSpPr>
          <p:spPr>
            <a:xfrm>
              <a:off x="4648327" y="4103043"/>
              <a:ext cx="560388" cy="161925"/>
            </a:xfrm>
            <a:prstGeom prst="ellipse">
              <a:avLst/>
            </a:prstGeom>
            <a:solidFill>
              <a:schemeClr val="bg2">
                <a:lumMod val="85000"/>
              </a:schemeClr>
            </a:solidFill>
            <a:ln>
              <a:noFill/>
            </a:ln>
          </p:spPr>
          <p:style>
            <a:lnRef idx="1">
              <a:schemeClr val="accent4"/>
            </a:lnRef>
            <a:fillRef idx="2">
              <a:schemeClr val="accent4"/>
            </a:fillRef>
            <a:effectRef idx="1">
              <a:schemeClr val="accent4"/>
            </a:effectRef>
            <a:fontRef idx="minor">
              <a:schemeClr val="dk1"/>
            </a:fontRef>
          </p:style>
          <p:txBody>
            <a:bodyPr anchor="ctr"/>
            <a:lstStyle/>
            <a:p>
              <a:pPr algn="ctr" eaLnBrk="1" hangingPunct="1">
                <a:defRPr/>
              </a:pPr>
              <a:r>
                <a:rPr lang="en-US" sz="1000" dirty="0">
                  <a:solidFill>
                    <a:schemeClr val="tx1"/>
                  </a:solidFill>
                </a:rPr>
                <a:t>C10</a:t>
              </a:r>
            </a:p>
          </p:txBody>
        </p:sp>
      </p:grpSp>
      <p:cxnSp>
        <p:nvCxnSpPr>
          <p:cNvPr id="27" name="Straight Arrow Connector 26">
            <a:extLst>
              <a:ext uri="{FF2B5EF4-FFF2-40B4-BE49-F238E27FC236}">
                <a16:creationId xmlns="" xmlns:a16="http://schemas.microsoft.com/office/drawing/2014/main" id="{826CB2B5-97A8-43E5-A14A-7DA7B646B267}"/>
              </a:ext>
            </a:extLst>
          </p:cNvPr>
          <p:cNvCxnSpPr>
            <a:stCxn id="5" idx="7"/>
            <a:endCxn id="8" idx="2"/>
          </p:cNvCxnSpPr>
          <p:nvPr/>
        </p:nvCxnSpPr>
        <p:spPr>
          <a:xfrm flipV="1">
            <a:off x="3874126" y="1407468"/>
            <a:ext cx="774201" cy="526425"/>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 xmlns:a16="http://schemas.microsoft.com/office/drawing/2014/main" id="{4EA364CC-1F17-4583-B4C3-6037F3B88562}"/>
              </a:ext>
            </a:extLst>
          </p:cNvPr>
          <p:cNvCxnSpPr>
            <a:stCxn id="5" idx="6"/>
            <a:endCxn id="10" idx="2"/>
          </p:cNvCxnSpPr>
          <p:nvPr/>
        </p:nvCxnSpPr>
        <p:spPr>
          <a:xfrm flipV="1">
            <a:off x="3965703" y="1745606"/>
            <a:ext cx="682624" cy="305592"/>
          </a:xfrm>
          <a:prstGeom prst="straightConnector1">
            <a:avLst/>
          </a:prstGeom>
          <a:ln w="1905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 xmlns:a16="http://schemas.microsoft.com/office/drawing/2014/main" id="{B8CB4988-B8DC-4F42-BD6A-A5239028DDAA}"/>
              </a:ext>
            </a:extLst>
          </p:cNvPr>
          <p:cNvCxnSpPr>
            <a:stCxn id="8" idx="3"/>
            <a:endCxn id="5" idx="6"/>
          </p:cNvCxnSpPr>
          <p:nvPr/>
        </p:nvCxnSpPr>
        <p:spPr>
          <a:xfrm flipH="1">
            <a:off x="3965703" y="1464717"/>
            <a:ext cx="764691" cy="586481"/>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 xmlns:a16="http://schemas.microsoft.com/office/drawing/2014/main" id="{57F43A9A-B024-4212-A1D6-47AE84102959}"/>
              </a:ext>
            </a:extLst>
          </p:cNvPr>
          <p:cNvSpPr/>
          <p:nvPr/>
        </p:nvSpPr>
        <p:spPr>
          <a:xfrm>
            <a:off x="3768852" y="1445568"/>
            <a:ext cx="439738" cy="211137"/>
          </a:xfrm>
          <a:prstGeom prst="rect">
            <a:avLst/>
          </a:prstGeom>
          <a:solidFill>
            <a:schemeClr val="accent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900" dirty="0" err="1">
                <a:solidFill>
                  <a:schemeClr val="bg1"/>
                </a:solidFill>
              </a:rPr>
              <a:t>Req</a:t>
            </a:r>
            <a:endParaRPr lang="en-US" sz="900" dirty="0">
              <a:solidFill>
                <a:schemeClr val="bg1"/>
              </a:solidFill>
            </a:endParaRPr>
          </a:p>
        </p:txBody>
      </p:sp>
      <p:sp>
        <p:nvSpPr>
          <p:cNvPr id="32" name="Rectangle 31">
            <a:extLst>
              <a:ext uri="{FF2B5EF4-FFF2-40B4-BE49-F238E27FC236}">
                <a16:creationId xmlns="" xmlns:a16="http://schemas.microsoft.com/office/drawing/2014/main" id="{539BE1BF-3650-427E-8216-9CE7B1266196}"/>
              </a:ext>
            </a:extLst>
          </p:cNvPr>
          <p:cNvSpPr/>
          <p:nvPr/>
        </p:nvSpPr>
        <p:spPr>
          <a:xfrm>
            <a:off x="4226052" y="1845617"/>
            <a:ext cx="439738" cy="209550"/>
          </a:xfrm>
          <a:prstGeom prst="rect">
            <a:avLst/>
          </a:prstGeom>
          <a:solidFill>
            <a:schemeClr val="accent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900" dirty="0">
                <a:solidFill>
                  <a:schemeClr val="bg1"/>
                </a:solidFill>
              </a:rPr>
              <a:t>OK</a:t>
            </a:r>
          </a:p>
        </p:txBody>
      </p:sp>
      <p:sp>
        <p:nvSpPr>
          <p:cNvPr id="33" name="Rectangle 32">
            <a:extLst>
              <a:ext uri="{FF2B5EF4-FFF2-40B4-BE49-F238E27FC236}">
                <a16:creationId xmlns="" xmlns:a16="http://schemas.microsoft.com/office/drawing/2014/main" id="{ACDB6CCE-DED5-409D-A1B9-2F420B1AFA8C}"/>
              </a:ext>
            </a:extLst>
          </p:cNvPr>
          <p:cNvSpPr/>
          <p:nvPr/>
        </p:nvSpPr>
        <p:spPr>
          <a:xfrm>
            <a:off x="2712330" y="1880909"/>
            <a:ext cx="563944" cy="316848"/>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eaLnBrk="1" hangingPunct="1">
              <a:defRPr/>
            </a:pPr>
            <a:r>
              <a:rPr lang="en-US" sz="1600" b="1" dirty="0"/>
              <a:t>0</a:t>
            </a:r>
          </a:p>
        </p:txBody>
      </p:sp>
      <p:sp>
        <p:nvSpPr>
          <p:cNvPr id="34" name="Rectangle 33">
            <a:extLst>
              <a:ext uri="{FF2B5EF4-FFF2-40B4-BE49-F238E27FC236}">
                <a16:creationId xmlns="" xmlns:a16="http://schemas.microsoft.com/office/drawing/2014/main" id="{0C81169A-FC45-4B38-B588-84A0D85EB724}"/>
              </a:ext>
            </a:extLst>
          </p:cNvPr>
          <p:cNvSpPr/>
          <p:nvPr/>
        </p:nvSpPr>
        <p:spPr>
          <a:xfrm>
            <a:off x="2713120" y="1885573"/>
            <a:ext cx="563944" cy="316848"/>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eaLnBrk="1" hangingPunct="1">
              <a:defRPr/>
            </a:pPr>
            <a:r>
              <a:rPr lang="en-US" sz="1600" b="1" dirty="0"/>
              <a:t>1</a:t>
            </a:r>
          </a:p>
        </p:txBody>
      </p:sp>
      <p:sp>
        <p:nvSpPr>
          <p:cNvPr id="35" name="Rectangle 34">
            <a:extLst>
              <a:ext uri="{FF2B5EF4-FFF2-40B4-BE49-F238E27FC236}">
                <a16:creationId xmlns="" xmlns:a16="http://schemas.microsoft.com/office/drawing/2014/main" id="{CB5AC4E9-C3AE-49F8-A38C-B2DA953AA3DF}"/>
              </a:ext>
            </a:extLst>
          </p:cNvPr>
          <p:cNvSpPr/>
          <p:nvPr/>
        </p:nvSpPr>
        <p:spPr>
          <a:xfrm>
            <a:off x="2707480" y="1885573"/>
            <a:ext cx="563944" cy="316848"/>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eaLnBrk="1" hangingPunct="1">
              <a:defRPr/>
            </a:pPr>
            <a:r>
              <a:rPr lang="en-US" sz="1600" b="1" dirty="0"/>
              <a:t>2</a:t>
            </a:r>
          </a:p>
        </p:txBody>
      </p:sp>
      <p:cxnSp>
        <p:nvCxnSpPr>
          <p:cNvPr id="36" name="Straight Arrow Connector 35">
            <a:extLst>
              <a:ext uri="{FF2B5EF4-FFF2-40B4-BE49-F238E27FC236}">
                <a16:creationId xmlns="" xmlns:a16="http://schemas.microsoft.com/office/drawing/2014/main" id="{03516620-5786-4A02-AF22-68166BF52097}"/>
              </a:ext>
            </a:extLst>
          </p:cNvPr>
          <p:cNvCxnSpPr>
            <a:stCxn id="5" idx="6"/>
            <a:endCxn id="16" idx="2"/>
          </p:cNvCxnSpPr>
          <p:nvPr/>
        </p:nvCxnSpPr>
        <p:spPr>
          <a:xfrm>
            <a:off x="3965703" y="2051198"/>
            <a:ext cx="682624" cy="608808"/>
          </a:xfrm>
          <a:prstGeom prst="straightConnector1">
            <a:avLst/>
          </a:prstGeom>
          <a:ln w="1905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 xmlns:a16="http://schemas.microsoft.com/office/drawing/2014/main" id="{AB9D778F-ED91-4618-9C9A-DE64A4EE65E8}"/>
              </a:ext>
            </a:extLst>
          </p:cNvPr>
          <p:cNvSpPr/>
          <p:nvPr/>
        </p:nvSpPr>
        <p:spPr>
          <a:xfrm>
            <a:off x="2708577" y="1896160"/>
            <a:ext cx="563944" cy="316848"/>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eaLnBrk="1" hangingPunct="1">
              <a:defRPr/>
            </a:pPr>
            <a:r>
              <a:rPr lang="en-US" sz="1600" b="1" dirty="0"/>
              <a:t>3</a:t>
            </a:r>
          </a:p>
        </p:txBody>
      </p:sp>
      <p:cxnSp>
        <p:nvCxnSpPr>
          <p:cNvPr id="38" name="Straight Arrow Connector 37">
            <a:extLst>
              <a:ext uri="{FF2B5EF4-FFF2-40B4-BE49-F238E27FC236}">
                <a16:creationId xmlns="" xmlns:a16="http://schemas.microsoft.com/office/drawing/2014/main" id="{5997E45A-CEFF-402D-B983-47E609FAB4B1}"/>
              </a:ext>
            </a:extLst>
          </p:cNvPr>
          <p:cNvCxnSpPr>
            <a:stCxn id="5" idx="6"/>
            <a:endCxn id="20" idx="2"/>
          </p:cNvCxnSpPr>
          <p:nvPr/>
        </p:nvCxnSpPr>
        <p:spPr>
          <a:xfrm>
            <a:off x="3965703" y="2051198"/>
            <a:ext cx="682624" cy="1218408"/>
          </a:xfrm>
          <a:prstGeom prst="straightConnector1">
            <a:avLst/>
          </a:prstGeom>
          <a:ln w="1905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39" name="Rectangle 38">
            <a:extLst>
              <a:ext uri="{FF2B5EF4-FFF2-40B4-BE49-F238E27FC236}">
                <a16:creationId xmlns="" xmlns:a16="http://schemas.microsoft.com/office/drawing/2014/main" id="{F3D5CED8-BD57-461F-B357-A90DF27E4920}"/>
              </a:ext>
            </a:extLst>
          </p:cNvPr>
          <p:cNvSpPr/>
          <p:nvPr/>
        </p:nvSpPr>
        <p:spPr>
          <a:xfrm>
            <a:off x="2715404" y="1885573"/>
            <a:ext cx="563944" cy="316848"/>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eaLnBrk="1" hangingPunct="1">
              <a:defRPr/>
            </a:pPr>
            <a:r>
              <a:rPr lang="en-US" sz="1600" b="1" dirty="0"/>
              <a:t>4</a:t>
            </a:r>
          </a:p>
        </p:txBody>
      </p:sp>
      <p:cxnSp>
        <p:nvCxnSpPr>
          <p:cNvPr id="40" name="Straight Arrow Connector 39">
            <a:extLst>
              <a:ext uri="{FF2B5EF4-FFF2-40B4-BE49-F238E27FC236}">
                <a16:creationId xmlns="" xmlns:a16="http://schemas.microsoft.com/office/drawing/2014/main" id="{908853BC-A3F2-4F1E-A639-2B39A1BA065C}"/>
              </a:ext>
            </a:extLst>
          </p:cNvPr>
          <p:cNvCxnSpPr>
            <a:stCxn id="5" idx="6"/>
            <a:endCxn id="12" idx="2"/>
          </p:cNvCxnSpPr>
          <p:nvPr/>
        </p:nvCxnSpPr>
        <p:spPr>
          <a:xfrm flipV="1">
            <a:off x="3965703" y="2050406"/>
            <a:ext cx="682624" cy="792"/>
          </a:xfrm>
          <a:prstGeom prst="straightConnector1">
            <a:avLst/>
          </a:prstGeom>
          <a:ln w="1905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41" name="Rectangle 40">
            <a:extLst>
              <a:ext uri="{FF2B5EF4-FFF2-40B4-BE49-F238E27FC236}">
                <a16:creationId xmlns="" xmlns:a16="http://schemas.microsoft.com/office/drawing/2014/main" id="{E2DC298D-DA7C-40A3-921E-A243D36927C5}"/>
              </a:ext>
            </a:extLst>
          </p:cNvPr>
          <p:cNvSpPr/>
          <p:nvPr/>
        </p:nvSpPr>
        <p:spPr>
          <a:xfrm>
            <a:off x="2710836" y="1890192"/>
            <a:ext cx="563944" cy="316848"/>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eaLnBrk="1" hangingPunct="1">
              <a:defRPr/>
            </a:pPr>
            <a:r>
              <a:rPr lang="en-US" sz="1600" b="1" dirty="0"/>
              <a:t>5</a:t>
            </a:r>
          </a:p>
        </p:txBody>
      </p:sp>
      <p:sp>
        <p:nvSpPr>
          <p:cNvPr id="42" name="Rectangle 41">
            <a:extLst>
              <a:ext uri="{FF2B5EF4-FFF2-40B4-BE49-F238E27FC236}">
                <a16:creationId xmlns="" xmlns:a16="http://schemas.microsoft.com/office/drawing/2014/main" id="{F88F815D-B907-415F-855E-92BA61F62516}"/>
              </a:ext>
            </a:extLst>
          </p:cNvPr>
          <p:cNvSpPr/>
          <p:nvPr/>
        </p:nvSpPr>
        <p:spPr>
          <a:xfrm>
            <a:off x="2710136" y="1885573"/>
            <a:ext cx="563944" cy="316848"/>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eaLnBrk="1" hangingPunct="1">
              <a:defRPr/>
            </a:pPr>
            <a:r>
              <a:rPr lang="en-US" sz="1600" b="1" dirty="0"/>
              <a:t>6</a:t>
            </a:r>
          </a:p>
        </p:txBody>
      </p:sp>
      <p:cxnSp>
        <p:nvCxnSpPr>
          <p:cNvPr id="43" name="Straight Arrow Connector 42">
            <a:extLst>
              <a:ext uri="{FF2B5EF4-FFF2-40B4-BE49-F238E27FC236}">
                <a16:creationId xmlns="" xmlns:a16="http://schemas.microsoft.com/office/drawing/2014/main" id="{B2F1AA8D-D995-4001-BB57-26E64E97406A}"/>
              </a:ext>
            </a:extLst>
          </p:cNvPr>
          <p:cNvCxnSpPr>
            <a:stCxn id="5" idx="6"/>
            <a:endCxn id="24" idx="2"/>
          </p:cNvCxnSpPr>
          <p:nvPr/>
        </p:nvCxnSpPr>
        <p:spPr>
          <a:xfrm>
            <a:off x="3965703" y="2051198"/>
            <a:ext cx="682624" cy="1828008"/>
          </a:xfrm>
          <a:prstGeom prst="straightConnector1">
            <a:avLst/>
          </a:prstGeom>
          <a:ln w="1905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 xmlns:a16="http://schemas.microsoft.com/office/drawing/2014/main" id="{09AA2CFD-377C-4A4F-A0C8-5386EC810DB4}"/>
              </a:ext>
            </a:extLst>
          </p:cNvPr>
          <p:cNvCxnSpPr>
            <a:stCxn id="5" idx="6"/>
            <a:endCxn id="18" idx="2"/>
          </p:cNvCxnSpPr>
          <p:nvPr/>
        </p:nvCxnSpPr>
        <p:spPr>
          <a:xfrm>
            <a:off x="3965703" y="2051198"/>
            <a:ext cx="682624" cy="913608"/>
          </a:xfrm>
          <a:prstGeom prst="straightConnector1">
            <a:avLst/>
          </a:prstGeom>
          <a:ln w="1905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45" name="Rectangle 44">
            <a:extLst>
              <a:ext uri="{FF2B5EF4-FFF2-40B4-BE49-F238E27FC236}">
                <a16:creationId xmlns="" xmlns:a16="http://schemas.microsoft.com/office/drawing/2014/main" id="{F25D5854-D442-4226-A93B-C1AA05EEBF7E}"/>
              </a:ext>
            </a:extLst>
          </p:cNvPr>
          <p:cNvSpPr/>
          <p:nvPr/>
        </p:nvSpPr>
        <p:spPr>
          <a:xfrm>
            <a:off x="2721852" y="1902768"/>
            <a:ext cx="563944" cy="316848"/>
          </a:xfrm>
          <a:prstGeom prst="rect">
            <a:avLst/>
          </a:prstGeom>
          <a:solidFill>
            <a:schemeClr val="tx1"/>
          </a:solidFill>
          <a:ln>
            <a:noFill/>
          </a:ln>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eaLnBrk="1" hangingPunct="1">
              <a:defRPr/>
            </a:pPr>
            <a:r>
              <a:rPr lang="en-US" sz="2400" b="1" dirty="0"/>
              <a:t>7</a:t>
            </a:r>
          </a:p>
        </p:txBody>
      </p:sp>
      <p:cxnSp>
        <p:nvCxnSpPr>
          <p:cNvPr id="46" name="Straight Arrow Connector 45">
            <a:extLst>
              <a:ext uri="{FF2B5EF4-FFF2-40B4-BE49-F238E27FC236}">
                <a16:creationId xmlns="" xmlns:a16="http://schemas.microsoft.com/office/drawing/2014/main" id="{4D1600C4-B0C3-4384-88E5-90FBA2080061}"/>
              </a:ext>
            </a:extLst>
          </p:cNvPr>
          <p:cNvCxnSpPr>
            <a:stCxn id="5" idx="6"/>
            <a:endCxn id="8" idx="2"/>
          </p:cNvCxnSpPr>
          <p:nvPr/>
        </p:nvCxnSpPr>
        <p:spPr>
          <a:xfrm flipV="1">
            <a:off x="3965703" y="1407468"/>
            <a:ext cx="682624" cy="643730"/>
          </a:xfrm>
          <a:prstGeom prst="straightConnector1">
            <a:avLst/>
          </a:prstGeom>
          <a:ln w="1905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 xmlns:a16="http://schemas.microsoft.com/office/drawing/2014/main" id="{6F6DC7B5-DCC7-44E6-8CA4-228B3D597AC6}"/>
              </a:ext>
            </a:extLst>
          </p:cNvPr>
          <p:cNvCxnSpPr>
            <a:stCxn id="5" idx="6"/>
          </p:cNvCxnSpPr>
          <p:nvPr/>
        </p:nvCxnSpPr>
        <p:spPr>
          <a:xfrm flipV="1">
            <a:off x="3965703" y="1407470"/>
            <a:ext cx="1403349" cy="643728"/>
          </a:xfrm>
          <a:prstGeom prst="straightConnector1">
            <a:avLst/>
          </a:prstGeom>
          <a:ln w="38100">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48" name="Rectangle 47">
            <a:extLst>
              <a:ext uri="{FF2B5EF4-FFF2-40B4-BE49-F238E27FC236}">
                <a16:creationId xmlns="" xmlns:a16="http://schemas.microsoft.com/office/drawing/2014/main" id="{7F515334-E7D2-4269-B84F-1BEDF9B693C3}"/>
              </a:ext>
            </a:extLst>
          </p:cNvPr>
          <p:cNvSpPr/>
          <p:nvPr/>
        </p:nvSpPr>
        <p:spPr>
          <a:xfrm>
            <a:off x="3692652" y="1664642"/>
            <a:ext cx="579438" cy="220662"/>
          </a:xfrm>
          <a:prstGeom prst="rect">
            <a:avLst/>
          </a:prstGeom>
          <a:solidFill>
            <a:schemeClr val="accent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900" dirty="0">
                <a:solidFill>
                  <a:schemeClr val="bg1"/>
                </a:solidFill>
              </a:rPr>
              <a:t>Access</a:t>
            </a:r>
          </a:p>
        </p:txBody>
      </p:sp>
      <p:cxnSp>
        <p:nvCxnSpPr>
          <p:cNvPr id="49" name="Straight Arrow Connector 48">
            <a:extLst>
              <a:ext uri="{FF2B5EF4-FFF2-40B4-BE49-F238E27FC236}">
                <a16:creationId xmlns="" xmlns:a16="http://schemas.microsoft.com/office/drawing/2014/main" id="{DAFC7E3C-89BE-4E47-B8B5-12AF2D0D86DE}"/>
              </a:ext>
            </a:extLst>
          </p:cNvPr>
          <p:cNvCxnSpPr>
            <a:stCxn id="6" idx="7"/>
            <a:endCxn id="14" idx="2"/>
          </p:cNvCxnSpPr>
          <p:nvPr/>
        </p:nvCxnSpPr>
        <p:spPr>
          <a:xfrm flipV="1">
            <a:off x="3874126" y="2355206"/>
            <a:ext cx="774201" cy="363025"/>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0" name="Rectangle 49">
            <a:extLst>
              <a:ext uri="{FF2B5EF4-FFF2-40B4-BE49-F238E27FC236}">
                <a16:creationId xmlns="" xmlns:a16="http://schemas.microsoft.com/office/drawing/2014/main" id="{E8A439F8-BCB1-4ADD-A088-929ECD1CAF52}"/>
              </a:ext>
            </a:extLst>
          </p:cNvPr>
          <p:cNvSpPr/>
          <p:nvPr/>
        </p:nvSpPr>
        <p:spPr>
          <a:xfrm>
            <a:off x="3845052" y="2379017"/>
            <a:ext cx="439738" cy="209550"/>
          </a:xfrm>
          <a:prstGeom prst="rect">
            <a:avLst/>
          </a:prstGeom>
          <a:solidFill>
            <a:schemeClr val="accent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900" dirty="0" err="1">
                <a:solidFill>
                  <a:schemeClr val="bg1"/>
                </a:solidFill>
              </a:rPr>
              <a:t>Req</a:t>
            </a:r>
            <a:endParaRPr lang="en-US" sz="900" dirty="0">
              <a:solidFill>
                <a:schemeClr val="bg1"/>
              </a:solidFill>
            </a:endParaRPr>
          </a:p>
        </p:txBody>
      </p:sp>
      <p:cxnSp>
        <p:nvCxnSpPr>
          <p:cNvPr id="51" name="Straight Arrow Connector 50">
            <a:extLst>
              <a:ext uri="{FF2B5EF4-FFF2-40B4-BE49-F238E27FC236}">
                <a16:creationId xmlns="" xmlns:a16="http://schemas.microsoft.com/office/drawing/2014/main" id="{4224DA34-AE61-460F-A021-F8A95D5FB159}"/>
              </a:ext>
            </a:extLst>
          </p:cNvPr>
          <p:cNvCxnSpPr>
            <a:stCxn id="14" idx="3"/>
            <a:endCxn id="6" idx="5"/>
          </p:cNvCxnSpPr>
          <p:nvPr/>
        </p:nvCxnSpPr>
        <p:spPr>
          <a:xfrm flipH="1">
            <a:off x="3874126" y="2412455"/>
            <a:ext cx="856268" cy="577116"/>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2" name="Rectangle 51">
            <a:extLst>
              <a:ext uri="{FF2B5EF4-FFF2-40B4-BE49-F238E27FC236}">
                <a16:creationId xmlns="" xmlns:a16="http://schemas.microsoft.com/office/drawing/2014/main" id="{629265B2-3559-4A38-A760-939B3A53C33B}"/>
              </a:ext>
            </a:extLst>
          </p:cNvPr>
          <p:cNvSpPr/>
          <p:nvPr/>
        </p:nvSpPr>
        <p:spPr>
          <a:xfrm>
            <a:off x="4149852" y="2683817"/>
            <a:ext cx="439738" cy="209550"/>
          </a:xfrm>
          <a:prstGeom prst="rect">
            <a:avLst/>
          </a:prstGeom>
          <a:solidFill>
            <a:schemeClr val="accent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900" dirty="0">
                <a:solidFill>
                  <a:schemeClr val="bg1"/>
                </a:solidFill>
              </a:rPr>
              <a:t>OK</a:t>
            </a:r>
          </a:p>
        </p:txBody>
      </p:sp>
      <p:cxnSp>
        <p:nvCxnSpPr>
          <p:cNvPr id="53" name="Straight Arrow Connector 52">
            <a:extLst>
              <a:ext uri="{FF2B5EF4-FFF2-40B4-BE49-F238E27FC236}">
                <a16:creationId xmlns="" xmlns:a16="http://schemas.microsoft.com/office/drawing/2014/main" id="{BC57AC90-2C66-4CEC-BA2A-7491C1A6E186}"/>
              </a:ext>
            </a:extLst>
          </p:cNvPr>
          <p:cNvCxnSpPr>
            <a:stCxn id="6" idx="6"/>
            <a:endCxn id="14" idx="2"/>
          </p:cNvCxnSpPr>
          <p:nvPr/>
        </p:nvCxnSpPr>
        <p:spPr>
          <a:xfrm flipV="1">
            <a:off x="3965703" y="2355206"/>
            <a:ext cx="682624" cy="498695"/>
          </a:xfrm>
          <a:prstGeom prst="straightConnector1">
            <a:avLst/>
          </a:prstGeom>
          <a:ln w="1905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54" name="Rectangle 53">
            <a:extLst>
              <a:ext uri="{FF2B5EF4-FFF2-40B4-BE49-F238E27FC236}">
                <a16:creationId xmlns="" xmlns:a16="http://schemas.microsoft.com/office/drawing/2014/main" id="{1B0F975C-1327-426E-ADD7-5E3DEAE14CAE}"/>
              </a:ext>
            </a:extLst>
          </p:cNvPr>
          <p:cNvSpPr/>
          <p:nvPr/>
        </p:nvSpPr>
        <p:spPr>
          <a:xfrm>
            <a:off x="2709605" y="2717807"/>
            <a:ext cx="563944" cy="316848"/>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eaLnBrk="1" hangingPunct="1">
              <a:defRPr/>
            </a:pPr>
            <a:r>
              <a:rPr lang="en-US" sz="1600" b="1" dirty="0"/>
              <a:t>0</a:t>
            </a:r>
          </a:p>
        </p:txBody>
      </p:sp>
      <p:sp>
        <p:nvSpPr>
          <p:cNvPr id="55" name="Rectangle 54">
            <a:extLst>
              <a:ext uri="{FF2B5EF4-FFF2-40B4-BE49-F238E27FC236}">
                <a16:creationId xmlns="" xmlns:a16="http://schemas.microsoft.com/office/drawing/2014/main" id="{57DCC473-FC18-445E-8D19-3B24A4422648}"/>
              </a:ext>
            </a:extLst>
          </p:cNvPr>
          <p:cNvSpPr/>
          <p:nvPr/>
        </p:nvSpPr>
        <p:spPr>
          <a:xfrm>
            <a:off x="2709605" y="2717807"/>
            <a:ext cx="563944" cy="316848"/>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eaLnBrk="1" hangingPunct="1">
              <a:defRPr/>
            </a:pPr>
            <a:r>
              <a:rPr lang="en-US" sz="1600" b="1" dirty="0"/>
              <a:t>1</a:t>
            </a:r>
          </a:p>
        </p:txBody>
      </p:sp>
      <p:cxnSp>
        <p:nvCxnSpPr>
          <p:cNvPr id="56" name="Straight Arrow Connector 55">
            <a:extLst>
              <a:ext uri="{FF2B5EF4-FFF2-40B4-BE49-F238E27FC236}">
                <a16:creationId xmlns="" xmlns:a16="http://schemas.microsoft.com/office/drawing/2014/main" id="{FC04A25A-AAD6-44FD-8C56-DB403450B6AC}"/>
              </a:ext>
            </a:extLst>
          </p:cNvPr>
          <p:cNvCxnSpPr>
            <a:stCxn id="6" idx="6"/>
            <a:endCxn id="26" idx="2"/>
          </p:cNvCxnSpPr>
          <p:nvPr/>
        </p:nvCxnSpPr>
        <p:spPr>
          <a:xfrm>
            <a:off x="3965703" y="2853901"/>
            <a:ext cx="682624" cy="1330105"/>
          </a:xfrm>
          <a:prstGeom prst="straightConnector1">
            <a:avLst/>
          </a:prstGeom>
          <a:ln w="1905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57" name="Rectangle 56">
            <a:extLst>
              <a:ext uri="{FF2B5EF4-FFF2-40B4-BE49-F238E27FC236}">
                <a16:creationId xmlns="" xmlns:a16="http://schemas.microsoft.com/office/drawing/2014/main" id="{630F57C0-2812-48B0-BD82-D4267D252CB9}"/>
              </a:ext>
            </a:extLst>
          </p:cNvPr>
          <p:cNvSpPr/>
          <p:nvPr/>
        </p:nvSpPr>
        <p:spPr>
          <a:xfrm>
            <a:off x="2709605" y="2717807"/>
            <a:ext cx="563944" cy="316848"/>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eaLnBrk="1" hangingPunct="1">
              <a:defRPr/>
            </a:pPr>
            <a:r>
              <a:rPr lang="en-US" sz="1600" b="1" dirty="0"/>
              <a:t>2</a:t>
            </a:r>
          </a:p>
        </p:txBody>
      </p:sp>
      <p:cxnSp>
        <p:nvCxnSpPr>
          <p:cNvPr id="58" name="Straight Arrow Connector 57">
            <a:extLst>
              <a:ext uri="{FF2B5EF4-FFF2-40B4-BE49-F238E27FC236}">
                <a16:creationId xmlns="" xmlns:a16="http://schemas.microsoft.com/office/drawing/2014/main" id="{2B32B1F7-95F9-4AD2-907A-C122C19C6AD3}"/>
              </a:ext>
            </a:extLst>
          </p:cNvPr>
          <p:cNvCxnSpPr>
            <a:stCxn id="6" idx="6"/>
            <a:endCxn id="24" idx="2"/>
          </p:cNvCxnSpPr>
          <p:nvPr/>
        </p:nvCxnSpPr>
        <p:spPr>
          <a:xfrm>
            <a:off x="3965703" y="2853901"/>
            <a:ext cx="682624" cy="1025305"/>
          </a:xfrm>
          <a:prstGeom prst="straightConnector1">
            <a:avLst/>
          </a:prstGeom>
          <a:ln w="19050">
            <a:solidFill>
              <a:srgbClr val="FF0000"/>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59" name="Rectangle 58">
            <a:extLst>
              <a:ext uri="{FF2B5EF4-FFF2-40B4-BE49-F238E27FC236}">
                <a16:creationId xmlns="" xmlns:a16="http://schemas.microsoft.com/office/drawing/2014/main" id="{A7ECE08F-A4C5-43FA-B7D8-41F101754378}"/>
              </a:ext>
            </a:extLst>
          </p:cNvPr>
          <p:cNvSpPr/>
          <p:nvPr/>
        </p:nvSpPr>
        <p:spPr>
          <a:xfrm>
            <a:off x="3845052" y="3274368"/>
            <a:ext cx="515938" cy="211137"/>
          </a:xfrm>
          <a:prstGeom prst="rect">
            <a:avLst/>
          </a:prstGeom>
          <a:solidFill>
            <a:schemeClr val="accent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900" dirty="0">
                <a:solidFill>
                  <a:schemeClr val="bg1"/>
                </a:solidFill>
              </a:rPr>
              <a:t>Deny</a:t>
            </a:r>
          </a:p>
        </p:txBody>
      </p:sp>
      <p:cxnSp>
        <p:nvCxnSpPr>
          <p:cNvPr id="60" name="Straight Arrow Connector 59">
            <a:extLst>
              <a:ext uri="{FF2B5EF4-FFF2-40B4-BE49-F238E27FC236}">
                <a16:creationId xmlns="" xmlns:a16="http://schemas.microsoft.com/office/drawing/2014/main" id="{540467E3-2D74-4CF4-9D7E-62117B70EBA1}"/>
              </a:ext>
            </a:extLst>
          </p:cNvPr>
          <p:cNvCxnSpPr>
            <a:stCxn id="6" idx="6"/>
            <a:endCxn id="20" idx="2"/>
          </p:cNvCxnSpPr>
          <p:nvPr/>
        </p:nvCxnSpPr>
        <p:spPr>
          <a:xfrm>
            <a:off x="3965703" y="2853901"/>
            <a:ext cx="682624" cy="415705"/>
          </a:xfrm>
          <a:prstGeom prst="straightConnector1">
            <a:avLst/>
          </a:prstGeom>
          <a:ln w="19050">
            <a:solidFill>
              <a:srgbClr val="FF0000"/>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61" name="Rectangle 60">
            <a:extLst>
              <a:ext uri="{FF2B5EF4-FFF2-40B4-BE49-F238E27FC236}">
                <a16:creationId xmlns="" xmlns:a16="http://schemas.microsoft.com/office/drawing/2014/main" id="{84F53353-DE97-45D1-86F6-34395BA5D890}"/>
              </a:ext>
            </a:extLst>
          </p:cNvPr>
          <p:cNvSpPr/>
          <p:nvPr/>
        </p:nvSpPr>
        <p:spPr>
          <a:xfrm>
            <a:off x="3856166" y="2987029"/>
            <a:ext cx="515937" cy="209550"/>
          </a:xfrm>
          <a:prstGeom prst="rect">
            <a:avLst/>
          </a:prstGeom>
          <a:solidFill>
            <a:schemeClr val="accent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900" dirty="0">
                <a:solidFill>
                  <a:schemeClr val="bg1"/>
                </a:solidFill>
              </a:rPr>
              <a:t>Deny</a:t>
            </a:r>
          </a:p>
        </p:txBody>
      </p:sp>
      <p:cxnSp>
        <p:nvCxnSpPr>
          <p:cNvPr id="62" name="Straight Arrow Connector 61">
            <a:extLst>
              <a:ext uri="{FF2B5EF4-FFF2-40B4-BE49-F238E27FC236}">
                <a16:creationId xmlns="" xmlns:a16="http://schemas.microsoft.com/office/drawing/2014/main" id="{44CFDD61-595D-4795-B593-554EF499470B}"/>
              </a:ext>
            </a:extLst>
          </p:cNvPr>
          <p:cNvCxnSpPr>
            <a:stCxn id="6" idx="6"/>
            <a:endCxn id="22" idx="2"/>
          </p:cNvCxnSpPr>
          <p:nvPr/>
        </p:nvCxnSpPr>
        <p:spPr>
          <a:xfrm>
            <a:off x="3965703" y="2853901"/>
            <a:ext cx="682624" cy="720505"/>
          </a:xfrm>
          <a:prstGeom prst="straightConnector1">
            <a:avLst/>
          </a:prstGeom>
          <a:ln w="1905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63" name="Rectangle 62">
            <a:extLst>
              <a:ext uri="{FF2B5EF4-FFF2-40B4-BE49-F238E27FC236}">
                <a16:creationId xmlns="" xmlns:a16="http://schemas.microsoft.com/office/drawing/2014/main" id="{80788A16-DCBF-4243-BF46-94243E6AD566}"/>
              </a:ext>
            </a:extLst>
          </p:cNvPr>
          <p:cNvSpPr/>
          <p:nvPr/>
        </p:nvSpPr>
        <p:spPr>
          <a:xfrm>
            <a:off x="2709605" y="2717807"/>
            <a:ext cx="563944" cy="316848"/>
          </a:xfrm>
          <a:prstGeom prst="rect">
            <a:avLst/>
          </a:prstGeom>
          <a:solidFill>
            <a:schemeClr val="tx1"/>
          </a:solidFill>
          <a:ln>
            <a:noFill/>
          </a:ln>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eaLnBrk="1" hangingPunct="1">
              <a:defRPr/>
            </a:pPr>
            <a:r>
              <a:rPr lang="en-US" sz="2400" b="1" dirty="0"/>
              <a:t>3</a:t>
            </a:r>
          </a:p>
        </p:txBody>
      </p:sp>
    </p:spTree>
    <p:extLst>
      <p:ext uri="{BB962C8B-B14F-4D97-AF65-F5344CB8AC3E}">
        <p14:creationId xmlns:p14="http://schemas.microsoft.com/office/powerpoint/2010/main" val="1680081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up)">
                                      <p:cBhvr>
                                        <p:cTn id="11" dur="500"/>
                                        <p:tgtEl>
                                          <p:spTgt spid="3"/>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64"/>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5"/>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6"/>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33"/>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27"/>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31"/>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30"/>
                                        </p:tgtEl>
                                        <p:attrNameLst>
                                          <p:attrName>style.visibility</p:attrName>
                                        </p:attrNameLst>
                                      </p:cBhvr>
                                      <p:to>
                                        <p:strVal val="visible"/>
                                      </p:to>
                                    </p:set>
                                  </p:childTnLst>
                                </p:cTn>
                              </p:par>
                              <p:par>
                                <p:cTn id="36" presetID="1" presetClass="exit" presetSubtype="0" fill="hold" grpId="1" nodeType="withEffect">
                                  <p:stCondLst>
                                    <p:cond delay="0"/>
                                  </p:stCondLst>
                                  <p:childTnLst>
                                    <p:set>
                                      <p:cBhvr>
                                        <p:cTn id="37" dur="1" fill="hold">
                                          <p:stCondLst>
                                            <p:cond delay="0"/>
                                          </p:stCondLst>
                                        </p:cTn>
                                        <p:tgtEl>
                                          <p:spTgt spid="31"/>
                                        </p:tgtEl>
                                        <p:attrNameLst>
                                          <p:attrName>style.visibility</p:attrName>
                                        </p:attrNameLst>
                                      </p:cBhvr>
                                      <p:to>
                                        <p:strVal val="hidden"/>
                                      </p:to>
                                    </p:set>
                                  </p:childTnLst>
                                </p:cTn>
                              </p:par>
                              <p:par>
                                <p:cTn id="38" presetID="1" presetClass="entr" presetSubtype="0" fill="hold" grpId="0" nodeType="withEffect">
                                  <p:stCondLst>
                                    <p:cond delay="0"/>
                                  </p:stCondLst>
                                  <p:childTnLst>
                                    <p:set>
                                      <p:cBhvr>
                                        <p:cTn id="39" dur="1" fill="hold">
                                          <p:stCondLst>
                                            <p:cond delay="0"/>
                                          </p:stCondLst>
                                        </p:cTn>
                                        <p:tgtEl>
                                          <p:spTgt spid="32"/>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34"/>
                                        </p:tgtEl>
                                        <p:attrNameLst>
                                          <p:attrName>style.visibility</p:attrName>
                                        </p:attrNameLst>
                                      </p:cBhvr>
                                      <p:to>
                                        <p:strVal val="visible"/>
                                      </p:to>
                                    </p:set>
                                  </p:childTnLst>
                                </p:cTn>
                              </p:par>
                              <p:par>
                                <p:cTn id="44" presetID="1" presetClass="entr" presetSubtype="0" fill="hold" nodeType="withEffect">
                                  <p:stCondLst>
                                    <p:cond delay="0"/>
                                  </p:stCondLst>
                                  <p:childTnLst>
                                    <p:set>
                                      <p:cBhvr>
                                        <p:cTn id="45" dur="1" fill="hold">
                                          <p:stCondLst>
                                            <p:cond delay="0"/>
                                          </p:stCondLst>
                                        </p:cTn>
                                        <p:tgtEl>
                                          <p:spTgt spid="46"/>
                                        </p:tgtEl>
                                        <p:attrNameLst>
                                          <p:attrName>style.visibility</p:attrName>
                                        </p:attrNameLst>
                                      </p:cBhvr>
                                      <p:to>
                                        <p:strVal val="visible"/>
                                      </p:to>
                                    </p:set>
                                  </p:childTnLst>
                                </p:cTn>
                              </p:par>
                              <p:par>
                                <p:cTn id="46" presetID="1" presetClass="exit" presetSubtype="0" fill="hold" grpId="1" nodeType="withEffect">
                                  <p:stCondLst>
                                    <p:cond delay="0"/>
                                  </p:stCondLst>
                                  <p:childTnLst>
                                    <p:set>
                                      <p:cBhvr>
                                        <p:cTn id="47" dur="1" fill="hold">
                                          <p:stCondLst>
                                            <p:cond delay="0"/>
                                          </p:stCondLst>
                                        </p:cTn>
                                        <p:tgtEl>
                                          <p:spTgt spid="32"/>
                                        </p:tgtEl>
                                        <p:attrNameLst>
                                          <p:attrName>style.visibility</p:attrName>
                                        </p:attrNameLst>
                                      </p:cBhvr>
                                      <p:to>
                                        <p:strVal val="hidden"/>
                                      </p:to>
                                    </p:set>
                                  </p:childTnLst>
                                </p:cTn>
                              </p:par>
                              <p:par>
                                <p:cTn id="48" presetID="1" presetClass="exit" presetSubtype="0" fill="hold" nodeType="withEffect">
                                  <p:stCondLst>
                                    <p:cond delay="0"/>
                                  </p:stCondLst>
                                  <p:childTnLst>
                                    <p:set>
                                      <p:cBhvr>
                                        <p:cTn id="49" dur="1" fill="hold">
                                          <p:stCondLst>
                                            <p:cond delay="0"/>
                                          </p:stCondLst>
                                        </p:cTn>
                                        <p:tgtEl>
                                          <p:spTgt spid="27"/>
                                        </p:tgtEl>
                                        <p:attrNameLst>
                                          <p:attrName>style.visibility</p:attrName>
                                        </p:attrNameLst>
                                      </p:cBhvr>
                                      <p:to>
                                        <p:strVal val="hidden"/>
                                      </p:to>
                                    </p:set>
                                  </p:childTnLst>
                                </p:cTn>
                              </p:par>
                              <p:par>
                                <p:cTn id="50" presetID="1" presetClass="exit" presetSubtype="0" fill="hold" grpId="2" nodeType="withEffect">
                                  <p:stCondLst>
                                    <p:cond delay="0"/>
                                  </p:stCondLst>
                                  <p:childTnLst>
                                    <p:set>
                                      <p:cBhvr>
                                        <p:cTn id="51" dur="1" fill="hold">
                                          <p:stCondLst>
                                            <p:cond delay="0"/>
                                          </p:stCondLst>
                                        </p:cTn>
                                        <p:tgtEl>
                                          <p:spTgt spid="31"/>
                                        </p:tgtEl>
                                        <p:attrNameLst>
                                          <p:attrName>style.visibility</p:attrName>
                                        </p:attrNameLst>
                                      </p:cBhvr>
                                      <p:to>
                                        <p:strVal val="hidden"/>
                                      </p:to>
                                    </p:set>
                                  </p:childTnLst>
                                </p:cTn>
                              </p:par>
                              <p:par>
                                <p:cTn id="52" presetID="1" presetClass="exit" presetSubtype="0" fill="hold" nodeType="withEffect">
                                  <p:stCondLst>
                                    <p:cond delay="0"/>
                                  </p:stCondLst>
                                  <p:childTnLst>
                                    <p:set>
                                      <p:cBhvr>
                                        <p:cTn id="53" dur="1" fill="hold">
                                          <p:stCondLst>
                                            <p:cond delay="0"/>
                                          </p:stCondLst>
                                        </p:cTn>
                                        <p:tgtEl>
                                          <p:spTgt spid="30"/>
                                        </p:tgtEl>
                                        <p:attrNameLst>
                                          <p:attrName>style.visibility</p:attrName>
                                        </p:attrNameLst>
                                      </p:cBhvr>
                                      <p:to>
                                        <p:strVal val="hidden"/>
                                      </p:to>
                                    </p:set>
                                  </p:childTnLst>
                                </p:cTn>
                              </p:par>
                              <p:par>
                                <p:cTn id="54" presetID="1" presetClass="exit" presetSubtype="0" fill="hold" grpId="2" nodeType="withEffect">
                                  <p:stCondLst>
                                    <p:cond delay="0"/>
                                  </p:stCondLst>
                                  <p:childTnLst>
                                    <p:set>
                                      <p:cBhvr>
                                        <p:cTn id="55" dur="1" fill="hold">
                                          <p:stCondLst>
                                            <p:cond delay="0"/>
                                          </p:stCondLst>
                                        </p:cTn>
                                        <p:tgtEl>
                                          <p:spTgt spid="32"/>
                                        </p:tgtEl>
                                        <p:attrNameLst>
                                          <p:attrName>style.visibility</p:attrName>
                                        </p:attrNameLst>
                                      </p:cBhvr>
                                      <p:to>
                                        <p:strVal val="hidden"/>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nodeType="clickEffect">
                                  <p:stCondLst>
                                    <p:cond delay="0"/>
                                  </p:stCondLst>
                                  <p:childTnLst>
                                    <p:set>
                                      <p:cBhvr>
                                        <p:cTn id="59" dur="1" fill="hold">
                                          <p:stCondLst>
                                            <p:cond delay="0"/>
                                          </p:stCondLst>
                                        </p:cTn>
                                        <p:tgtEl>
                                          <p:spTgt spid="29"/>
                                        </p:tgtEl>
                                        <p:attrNameLst>
                                          <p:attrName>style.visibility</p:attrName>
                                        </p:attrNameLst>
                                      </p:cBhvr>
                                      <p:to>
                                        <p:strVal val="visible"/>
                                      </p:to>
                                    </p:set>
                                  </p:childTnLst>
                                </p:cTn>
                              </p:par>
                              <p:par>
                                <p:cTn id="60" presetID="1" presetClass="entr" presetSubtype="0" fill="hold" grpId="0" nodeType="withEffect">
                                  <p:stCondLst>
                                    <p:cond delay="0"/>
                                  </p:stCondLst>
                                  <p:childTnLst>
                                    <p:set>
                                      <p:cBhvr>
                                        <p:cTn id="61" dur="1" fill="hold">
                                          <p:stCondLst>
                                            <p:cond delay="0"/>
                                          </p:stCondLst>
                                        </p:cTn>
                                        <p:tgtEl>
                                          <p:spTgt spid="35"/>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nodeType="clickEffect">
                                  <p:stCondLst>
                                    <p:cond delay="0"/>
                                  </p:stCondLst>
                                  <p:childTnLst>
                                    <p:set>
                                      <p:cBhvr>
                                        <p:cTn id="65" dur="1" fill="hold">
                                          <p:stCondLst>
                                            <p:cond delay="0"/>
                                          </p:stCondLst>
                                        </p:cTn>
                                        <p:tgtEl>
                                          <p:spTgt spid="36"/>
                                        </p:tgtEl>
                                        <p:attrNameLst>
                                          <p:attrName>style.visibility</p:attrName>
                                        </p:attrNameLst>
                                      </p:cBhvr>
                                      <p:to>
                                        <p:strVal val="visible"/>
                                      </p:to>
                                    </p:set>
                                  </p:childTnLst>
                                </p:cTn>
                              </p:par>
                              <p:par>
                                <p:cTn id="66" presetID="1" presetClass="entr" presetSubtype="0" fill="hold" grpId="0" nodeType="withEffect">
                                  <p:stCondLst>
                                    <p:cond delay="0"/>
                                  </p:stCondLst>
                                  <p:childTnLst>
                                    <p:set>
                                      <p:cBhvr>
                                        <p:cTn id="67" dur="1" fill="hold">
                                          <p:stCondLst>
                                            <p:cond delay="0"/>
                                          </p:stCondLst>
                                        </p:cTn>
                                        <p:tgtEl>
                                          <p:spTgt spid="37"/>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nodeType="clickEffect">
                                  <p:stCondLst>
                                    <p:cond delay="0"/>
                                  </p:stCondLst>
                                  <p:childTnLst>
                                    <p:set>
                                      <p:cBhvr>
                                        <p:cTn id="71" dur="1" fill="hold">
                                          <p:stCondLst>
                                            <p:cond delay="0"/>
                                          </p:stCondLst>
                                        </p:cTn>
                                        <p:tgtEl>
                                          <p:spTgt spid="38"/>
                                        </p:tgtEl>
                                        <p:attrNameLst>
                                          <p:attrName>style.visibility</p:attrName>
                                        </p:attrNameLst>
                                      </p:cBhvr>
                                      <p:to>
                                        <p:strVal val="visible"/>
                                      </p:to>
                                    </p:set>
                                  </p:childTnLst>
                                </p:cTn>
                              </p:par>
                              <p:par>
                                <p:cTn id="72" presetID="1" presetClass="entr" presetSubtype="0" fill="hold" grpId="0" nodeType="withEffect">
                                  <p:stCondLst>
                                    <p:cond delay="0"/>
                                  </p:stCondLst>
                                  <p:childTnLst>
                                    <p:set>
                                      <p:cBhvr>
                                        <p:cTn id="73" dur="1" fill="hold">
                                          <p:stCondLst>
                                            <p:cond delay="0"/>
                                          </p:stCondLst>
                                        </p:cTn>
                                        <p:tgtEl>
                                          <p:spTgt spid="39"/>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1" presetClass="entr" presetSubtype="0" fill="hold" nodeType="clickEffect">
                                  <p:stCondLst>
                                    <p:cond delay="0"/>
                                  </p:stCondLst>
                                  <p:childTnLst>
                                    <p:set>
                                      <p:cBhvr>
                                        <p:cTn id="77" dur="1" fill="hold">
                                          <p:stCondLst>
                                            <p:cond delay="0"/>
                                          </p:stCondLst>
                                        </p:cTn>
                                        <p:tgtEl>
                                          <p:spTgt spid="40"/>
                                        </p:tgtEl>
                                        <p:attrNameLst>
                                          <p:attrName>style.visibility</p:attrName>
                                        </p:attrNameLst>
                                      </p:cBhvr>
                                      <p:to>
                                        <p:strVal val="visible"/>
                                      </p:to>
                                    </p:set>
                                  </p:childTnLst>
                                </p:cTn>
                              </p:par>
                              <p:par>
                                <p:cTn id="78" presetID="1" presetClass="entr" presetSubtype="0" fill="hold" grpId="0" nodeType="withEffect">
                                  <p:stCondLst>
                                    <p:cond delay="0"/>
                                  </p:stCondLst>
                                  <p:childTnLst>
                                    <p:set>
                                      <p:cBhvr>
                                        <p:cTn id="79" dur="1" fill="hold">
                                          <p:stCondLst>
                                            <p:cond delay="0"/>
                                          </p:stCondLst>
                                        </p:cTn>
                                        <p:tgtEl>
                                          <p:spTgt spid="41"/>
                                        </p:tgtEl>
                                        <p:attrNameLst>
                                          <p:attrName>style.visibility</p:attrName>
                                        </p:attrNameLst>
                                      </p:cBhvr>
                                      <p:to>
                                        <p:strVal val="visible"/>
                                      </p:to>
                                    </p:se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clickEffect">
                                  <p:stCondLst>
                                    <p:cond delay="0"/>
                                  </p:stCondLst>
                                  <p:childTnLst>
                                    <p:set>
                                      <p:cBhvr>
                                        <p:cTn id="83" dur="1" fill="hold">
                                          <p:stCondLst>
                                            <p:cond delay="0"/>
                                          </p:stCondLst>
                                        </p:cTn>
                                        <p:tgtEl>
                                          <p:spTgt spid="43"/>
                                        </p:tgtEl>
                                        <p:attrNameLst>
                                          <p:attrName>style.visibility</p:attrName>
                                        </p:attrNameLst>
                                      </p:cBhvr>
                                      <p:to>
                                        <p:strVal val="visible"/>
                                      </p:to>
                                    </p:set>
                                  </p:childTnLst>
                                </p:cTn>
                              </p:par>
                              <p:par>
                                <p:cTn id="84" presetID="1" presetClass="entr" presetSubtype="0" fill="hold" grpId="0" nodeType="withEffect">
                                  <p:stCondLst>
                                    <p:cond delay="0"/>
                                  </p:stCondLst>
                                  <p:childTnLst>
                                    <p:set>
                                      <p:cBhvr>
                                        <p:cTn id="85" dur="1" fill="hold">
                                          <p:stCondLst>
                                            <p:cond delay="0"/>
                                          </p:stCondLst>
                                        </p:cTn>
                                        <p:tgtEl>
                                          <p:spTgt spid="42"/>
                                        </p:tgtEl>
                                        <p:attrNameLst>
                                          <p:attrName>style.visibility</p:attrName>
                                        </p:attrNameLst>
                                      </p:cBhvr>
                                      <p:to>
                                        <p:strVal val="visible"/>
                                      </p:to>
                                    </p:set>
                                  </p:childTnLst>
                                </p:cTn>
                              </p:par>
                            </p:childTnLst>
                          </p:cTn>
                        </p:par>
                      </p:childTnLst>
                    </p:cTn>
                  </p:par>
                  <p:par>
                    <p:cTn id="86" fill="hold">
                      <p:stCondLst>
                        <p:cond delay="indefinite"/>
                      </p:stCondLst>
                      <p:childTnLst>
                        <p:par>
                          <p:cTn id="87" fill="hold">
                            <p:stCondLst>
                              <p:cond delay="0"/>
                            </p:stCondLst>
                            <p:childTnLst>
                              <p:par>
                                <p:cTn id="88" presetID="1" presetClass="entr" presetSubtype="0" fill="hold" nodeType="clickEffect">
                                  <p:stCondLst>
                                    <p:cond delay="0"/>
                                  </p:stCondLst>
                                  <p:childTnLst>
                                    <p:set>
                                      <p:cBhvr>
                                        <p:cTn id="89" dur="1" fill="hold">
                                          <p:stCondLst>
                                            <p:cond delay="0"/>
                                          </p:stCondLst>
                                        </p:cTn>
                                        <p:tgtEl>
                                          <p:spTgt spid="44"/>
                                        </p:tgtEl>
                                        <p:attrNameLst>
                                          <p:attrName>style.visibility</p:attrName>
                                        </p:attrNameLst>
                                      </p:cBhvr>
                                      <p:to>
                                        <p:strVal val="visible"/>
                                      </p:to>
                                    </p:set>
                                  </p:childTnLst>
                                </p:cTn>
                              </p:par>
                              <p:par>
                                <p:cTn id="90" presetID="1" presetClass="entr" presetSubtype="0" fill="hold" grpId="0" nodeType="withEffect">
                                  <p:stCondLst>
                                    <p:cond delay="0"/>
                                  </p:stCondLst>
                                  <p:childTnLst>
                                    <p:set>
                                      <p:cBhvr>
                                        <p:cTn id="91" dur="1" fill="hold">
                                          <p:stCondLst>
                                            <p:cond delay="0"/>
                                          </p:stCondLst>
                                        </p:cTn>
                                        <p:tgtEl>
                                          <p:spTgt spid="45"/>
                                        </p:tgtEl>
                                        <p:attrNameLst>
                                          <p:attrName>style.visibility</p:attrName>
                                        </p:attrNameLst>
                                      </p:cBhvr>
                                      <p:to>
                                        <p:strVal val="visible"/>
                                      </p:to>
                                    </p:set>
                                  </p:childTnLst>
                                </p:cTn>
                              </p:par>
                            </p:childTnLst>
                          </p:cTn>
                        </p:par>
                      </p:childTnLst>
                    </p:cTn>
                  </p:par>
                  <p:par>
                    <p:cTn id="92" fill="hold">
                      <p:stCondLst>
                        <p:cond delay="indefinite"/>
                      </p:stCondLst>
                      <p:childTnLst>
                        <p:par>
                          <p:cTn id="93" fill="hold">
                            <p:stCondLst>
                              <p:cond delay="0"/>
                            </p:stCondLst>
                            <p:childTnLst>
                              <p:par>
                                <p:cTn id="94" presetID="1" presetClass="entr" presetSubtype="0" fill="hold" nodeType="clickEffect">
                                  <p:stCondLst>
                                    <p:cond delay="0"/>
                                  </p:stCondLst>
                                  <p:childTnLst>
                                    <p:set>
                                      <p:cBhvr>
                                        <p:cTn id="95" dur="1" fill="hold">
                                          <p:stCondLst>
                                            <p:cond delay="0"/>
                                          </p:stCondLst>
                                        </p:cTn>
                                        <p:tgtEl>
                                          <p:spTgt spid="47"/>
                                        </p:tgtEl>
                                        <p:attrNameLst>
                                          <p:attrName>style.visibility</p:attrName>
                                        </p:attrNameLst>
                                      </p:cBhvr>
                                      <p:to>
                                        <p:strVal val="visible"/>
                                      </p:to>
                                    </p:set>
                                  </p:childTnLst>
                                </p:cTn>
                              </p:par>
                              <p:par>
                                <p:cTn id="96" presetID="1" presetClass="entr" presetSubtype="0" fill="hold" grpId="0" nodeType="withEffect">
                                  <p:stCondLst>
                                    <p:cond delay="0"/>
                                  </p:stCondLst>
                                  <p:childTnLst>
                                    <p:set>
                                      <p:cBhvr>
                                        <p:cTn id="97" dur="1" fill="hold">
                                          <p:stCondLst>
                                            <p:cond delay="0"/>
                                          </p:stCondLst>
                                        </p:cTn>
                                        <p:tgtEl>
                                          <p:spTgt spid="48"/>
                                        </p:tgtEl>
                                        <p:attrNameLst>
                                          <p:attrName>style.visibility</p:attrName>
                                        </p:attrNameLst>
                                      </p:cBhvr>
                                      <p:to>
                                        <p:strVal val="visible"/>
                                      </p:to>
                                    </p:set>
                                  </p:childTnLst>
                                </p:cTn>
                              </p:par>
                              <p:par>
                                <p:cTn id="98" presetID="9" presetClass="emph" presetSubtype="0" nodeType="withEffect">
                                  <p:stCondLst>
                                    <p:cond delay="0"/>
                                  </p:stCondLst>
                                  <p:childTnLst>
                                    <p:set>
                                      <p:cBhvr rctx="PPT">
                                        <p:cTn id="99" dur="indefinite"/>
                                        <p:tgtEl>
                                          <p:spTgt spid="36"/>
                                        </p:tgtEl>
                                        <p:attrNameLst>
                                          <p:attrName>style.opacity</p:attrName>
                                        </p:attrNameLst>
                                      </p:cBhvr>
                                      <p:to>
                                        <p:strVal val="0.25"/>
                                      </p:to>
                                    </p:set>
                                    <p:animEffect filter="image" prLst="opacity: 0.25">
                                      <p:cBhvr rctx="IE">
                                        <p:cTn id="100" dur="indefinite"/>
                                        <p:tgtEl>
                                          <p:spTgt spid="36"/>
                                        </p:tgtEl>
                                      </p:cBhvr>
                                    </p:animEffect>
                                  </p:childTnLst>
                                </p:cTn>
                              </p:par>
                              <p:par>
                                <p:cTn id="101" presetID="9" presetClass="emph" presetSubtype="0" nodeType="withEffect">
                                  <p:stCondLst>
                                    <p:cond delay="0"/>
                                  </p:stCondLst>
                                  <p:childTnLst>
                                    <p:set>
                                      <p:cBhvr rctx="PPT">
                                        <p:cTn id="102" dur="indefinite"/>
                                        <p:tgtEl>
                                          <p:spTgt spid="38"/>
                                        </p:tgtEl>
                                        <p:attrNameLst>
                                          <p:attrName>style.opacity</p:attrName>
                                        </p:attrNameLst>
                                      </p:cBhvr>
                                      <p:to>
                                        <p:strVal val="0.25"/>
                                      </p:to>
                                    </p:set>
                                    <p:animEffect filter="image" prLst="opacity: 0.25">
                                      <p:cBhvr rctx="IE">
                                        <p:cTn id="103" dur="indefinite"/>
                                        <p:tgtEl>
                                          <p:spTgt spid="38"/>
                                        </p:tgtEl>
                                      </p:cBhvr>
                                    </p:animEffect>
                                  </p:childTnLst>
                                </p:cTn>
                              </p:par>
                              <p:par>
                                <p:cTn id="104" presetID="9" presetClass="emph" presetSubtype="0" nodeType="withEffect">
                                  <p:stCondLst>
                                    <p:cond delay="0"/>
                                  </p:stCondLst>
                                  <p:childTnLst>
                                    <p:set>
                                      <p:cBhvr rctx="PPT">
                                        <p:cTn id="105" dur="indefinite"/>
                                        <p:tgtEl>
                                          <p:spTgt spid="40"/>
                                        </p:tgtEl>
                                        <p:attrNameLst>
                                          <p:attrName>style.opacity</p:attrName>
                                        </p:attrNameLst>
                                      </p:cBhvr>
                                      <p:to>
                                        <p:strVal val="0.25"/>
                                      </p:to>
                                    </p:set>
                                    <p:animEffect filter="image" prLst="opacity: 0.25">
                                      <p:cBhvr rctx="IE">
                                        <p:cTn id="106" dur="indefinite"/>
                                        <p:tgtEl>
                                          <p:spTgt spid="40"/>
                                        </p:tgtEl>
                                      </p:cBhvr>
                                    </p:animEffect>
                                  </p:childTnLst>
                                </p:cTn>
                              </p:par>
                              <p:par>
                                <p:cTn id="107" presetID="9" presetClass="emph" presetSubtype="0" nodeType="withEffect">
                                  <p:stCondLst>
                                    <p:cond delay="0"/>
                                  </p:stCondLst>
                                  <p:childTnLst>
                                    <p:set>
                                      <p:cBhvr rctx="PPT">
                                        <p:cTn id="108" dur="indefinite"/>
                                        <p:tgtEl>
                                          <p:spTgt spid="43"/>
                                        </p:tgtEl>
                                        <p:attrNameLst>
                                          <p:attrName>style.opacity</p:attrName>
                                        </p:attrNameLst>
                                      </p:cBhvr>
                                      <p:to>
                                        <p:strVal val="0.25"/>
                                      </p:to>
                                    </p:set>
                                    <p:animEffect filter="image" prLst="opacity: 0.25">
                                      <p:cBhvr rctx="IE">
                                        <p:cTn id="109" dur="indefinite"/>
                                        <p:tgtEl>
                                          <p:spTgt spid="43"/>
                                        </p:tgtEl>
                                      </p:cBhvr>
                                    </p:animEffect>
                                  </p:childTnLst>
                                </p:cTn>
                              </p:par>
                              <p:par>
                                <p:cTn id="110" presetID="9" presetClass="emph" presetSubtype="0" nodeType="withEffect">
                                  <p:stCondLst>
                                    <p:cond delay="0"/>
                                  </p:stCondLst>
                                  <p:childTnLst>
                                    <p:set>
                                      <p:cBhvr rctx="PPT">
                                        <p:cTn id="111" dur="indefinite"/>
                                        <p:tgtEl>
                                          <p:spTgt spid="44"/>
                                        </p:tgtEl>
                                        <p:attrNameLst>
                                          <p:attrName>style.opacity</p:attrName>
                                        </p:attrNameLst>
                                      </p:cBhvr>
                                      <p:to>
                                        <p:strVal val="0.25"/>
                                      </p:to>
                                    </p:set>
                                    <p:animEffect filter="image" prLst="opacity: 0.25">
                                      <p:cBhvr rctx="IE">
                                        <p:cTn id="112" dur="indefinite"/>
                                        <p:tgtEl>
                                          <p:spTgt spid="44"/>
                                        </p:tgtEl>
                                      </p:cBhvr>
                                    </p:animEffect>
                                  </p:childTnLst>
                                </p:cTn>
                              </p:par>
                              <p:par>
                                <p:cTn id="113" presetID="9" presetClass="emph" presetSubtype="0" nodeType="withEffect">
                                  <p:stCondLst>
                                    <p:cond delay="0"/>
                                  </p:stCondLst>
                                  <p:childTnLst>
                                    <p:set>
                                      <p:cBhvr rctx="PPT">
                                        <p:cTn id="114" dur="indefinite"/>
                                        <p:tgtEl>
                                          <p:spTgt spid="29"/>
                                        </p:tgtEl>
                                        <p:attrNameLst>
                                          <p:attrName>style.opacity</p:attrName>
                                        </p:attrNameLst>
                                      </p:cBhvr>
                                      <p:to>
                                        <p:strVal val="0.25"/>
                                      </p:to>
                                    </p:set>
                                    <p:animEffect filter="image" prLst="opacity: 0.25">
                                      <p:cBhvr rctx="IE">
                                        <p:cTn id="115" dur="indefinite"/>
                                        <p:tgtEl>
                                          <p:spTgt spid="29"/>
                                        </p:tgtEl>
                                      </p:cBhvr>
                                    </p:animEffect>
                                  </p:childTnLst>
                                </p:cTn>
                              </p:par>
                              <p:par>
                                <p:cTn id="116" presetID="9" presetClass="emph" presetSubtype="0" nodeType="withEffect">
                                  <p:stCondLst>
                                    <p:cond delay="0"/>
                                  </p:stCondLst>
                                  <p:childTnLst>
                                    <p:set>
                                      <p:cBhvr rctx="PPT">
                                        <p:cTn id="117" dur="indefinite"/>
                                        <p:tgtEl>
                                          <p:spTgt spid="46"/>
                                        </p:tgtEl>
                                        <p:attrNameLst>
                                          <p:attrName>style.opacity</p:attrName>
                                        </p:attrNameLst>
                                      </p:cBhvr>
                                      <p:to>
                                        <p:strVal val="0.25"/>
                                      </p:to>
                                    </p:set>
                                    <p:animEffect filter="image" prLst="opacity: 0.25">
                                      <p:cBhvr rctx="IE">
                                        <p:cTn id="118" dur="indefinite"/>
                                        <p:tgtEl>
                                          <p:spTgt spid="46"/>
                                        </p:tgtEl>
                                      </p:cBhvr>
                                    </p:animEffec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nodeType="clickEffect">
                                  <p:stCondLst>
                                    <p:cond delay="0"/>
                                  </p:stCondLst>
                                  <p:childTnLst>
                                    <p:set>
                                      <p:cBhvr>
                                        <p:cTn id="122" dur="1" fill="hold">
                                          <p:stCondLst>
                                            <p:cond delay="0"/>
                                          </p:stCondLst>
                                        </p:cTn>
                                        <p:tgtEl>
                                          <p:spTgt spid="49"/>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50"/>
                                        </p:tgtEl>
                                        <p:attrNameLst>
                                          <p:attrName>style.visibility</p:attrName>
                                        </p:attrNameLst>
                                      </p:cBhvr>
                                      <p:to>
                                        <p:strVal val="visible"/>
                                      </p:to>
                                    </p:set>
                                  </p:childTnLst>
                                </p:cTn>
                              </p:par>
                              <p:par>
                                <p:cTn id="125" presetID="1" presetClass="entr" presetSubtype="0" fill="hold" nodeType="withEffect">
                                  <p:stCondLst>
                                    <p:cond delay="0"/>
                                  </p:stCondLst>
                                  <p:childTnLst>
                                    <p:set>
                                      <p:cBhvr>
                                        <p:cTn id="126" dur="1" fill="hold">
                                          <p:stCondLst>
                                            <p:cond delay="0"/>
                                          </p:stCondLst>
                                        </p:cTn>
                                        <p:tgtEl>
                                          <p:spTgt spid="51"/>
                                        </p:tgtEl>
                                        <p:attrNameLst>
                                          <p:attrName>style.visibility</p:attrName>
                                        </p:attrNameLst>
                                      </p:cBhvr>
                                      <p:to>
                                        <p:strVal val="visible"/>
                                      </p:to>
                                    </p:set>
                                  </p:childTnLst>
                                </p:cTn>
                              </p:par>
                              <p:par>
                                <p:cTn id="127" presetID="1" presetClass="entr" presetSubtype="0" fill="hold" grpId="0" nodeType="withEffect">
                                  <p:stCondLst>
                                    <p:cond delay="0"/>
                                  </p:stCondLst>
                                  <p:childTnLst>
                                    <p:set>
                                      <p:cBhvr>
                                        <p:cTn id="128" dur="1" fill="hold">
                                          <p:stCondLst>
                                            <p:cond delay="0"/>
                                          </p:stCondLst>
                                        </p:cTn>
                                        <p:tgtEl>
                                          <p:spTgt spid="52"/>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54"/>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xit" presetSubtype="0" fill="hold" nodeType="clickEffect">
                                  <p:stCondLst>
                                    <p:cond delay="0"/>
                                  </p:stCondLst>
                                  <p:childTnLst>
                                    <p:set>
                                      <p:cBhvr>
                                        <p:cTn id="134" dur="1" fill="hold">
                                          <p:stCondLst>
                                            <p:cond delay="0"/>
                                          </p:stCondLst>
                                        </p:cTn>
                                        <p:tgtEl>
                                          <p:spTgt spid="49"/>
                                        </p:tgtEl>
                                        <p:attrNameLst>
                                          <p:attrName>style.visibility</p:attrName>
                                        </p:attrNameLst>
                                      </p:cBhvr>
                                      <p:to>
                                        <p:strVal val="hidden"/>
                                      </p:to>
                                    </p:set>
                                  </p:childTnLst>
                                </p:cTn>
                              </p:par>
                              <p:par>
                                <p:cTn id="135" presetID="1" presetClass="exit" presetSubtype="0" fill="hold" grpId="1" nodeType="withEffect">
                                  <p:stCondLst>
                                    <p:cond delay="0"/>
                                  </p:stCondLst>
                                  <p:childTnLst>
                                    <p:set>
                                      <p:cBhvr>
                                        <p:cTn id="136" dur="1" fill="hold">
                                          <p:stCondLst>
                                            <p:cond delay="0"/>
                                          </p:stCondLst>
                                        </p:cTn>
                                        <p:tgtEl>
                                          <p:spTgt spid="50"/>
                                        </p:tgtEl>
                                        <p:attrNameLst>
                                          <p:attrName>style.visibility</p:attrName>
                                        </p:attrNameLst>
                                      </p:cBhvr>
                                      <p:to>
                                        <p:strVal val="hidden"/>
                                      </p:to>
                                    </p:set>
                                  </p:childTnLst>
                                </p:cTn>
                              </p:par>
                              <p:par>
                                <p:cTn id="137" presetID="1" presetClass="exit" presetSubtype="0" fill="hold" grpId="2" nodeType="withEffect">
                                  <p:stCondLst>
                                    <p:cond delay="0"/>
                                  </p:stCondLst>
                                  <p:childTnLst>
                                    <p:set>
                                      <p:cBhvr>
                                        <p:cTn id="138" dur="1" fill="hold">
                                          <p:stCondLst>
                                            <p:cond delay="0"/>
                                          </p:stCondLst>
                                        </p:cTn>
                                        <p:tgtEl>
                                          <p:spTgt spid="50"/>
                                        </p:tgtEl>
                                        <p:attrNameLst>
                                          <p:attrName>style.visibility</p:attrName>
                                        </p:attrNameLst>
                                      </p:cBhvr>
                                      <p:to>
                                        <p:strVal val="hidden"/>
                                      </p:to>
                                    </p:set>
                                  </p:childTnLst>
                                </p:cTn>
                              </p:par>
                              <p:par>
                                <p:cTn id="139" presetID="1" presetClass="exit" presetSubtype="0" fill="hold" grpId="1" nodeType="withEffect">
                                  <p:stCondLst>
                                    <p:cond delay="0"/>
                                  </p:stCondLst>
                                  <p:childTnLst>
                                    <p:set>
                                      <p:cBhvr>
                                        <p:cTn id="140" dur="1" fill="hold">
                                          <p:stCondLst>
                                            <p:cond delay="0"/>
                                          </p:stCondLst>
                                        </p:cTn>
                                        <p:tgtEl>
                                          <p:spTgt spid="52"/>
                                        </p:tgtEl>
                                        <p:attrNameLst>
                                          <p:attrName>style.visibility</p:attrName>
                                        </p:attrNameLst>
                                      </p:cBhvr>
                                      <p:to>
                                        <p:strVal val="hidden"/>
                                      </p:to>
                                    </p:set>
                                  </p:childTnLst>
                                </p:cTn>
                              </p:par>
                              <p:par>
                                <p:cTn id="141" presetID="1" presetClass="exit" presetSubtype="0" fill="hold" nodeType="withEffect">
                                  <p:stCondLst>
                                    <p:cond delay="0"/>
                                  </p:stCondLst>
                                  <p:childTnLst>
                                    <p:set>
                                      <p:cBhvr>
                                        <p:cTn id="142" dur="1" fill="hold">
                                          <p:stCondLst>
                                            <p:cond delay="0"/>
                                          </p:stCondLst>
                                        </p:cTn>
                                        <p:tgtEl>
                                          <p:spTgt spid="51"/>
                                        </p:tgtEl>
                                        <p:attrNameLst>
                                          <p:attrName>style.visibility</p:attrName>
                                        </p:attrNameLst>
                                      </p:cBhvr>
                                      <p:to>
                                        <p:strVal val="hidden"/>
                                      </p:to>
                                    </p:set>
                                  </p:childTnLst>
                                </p:cTn>
                              </p:par>
                              <p:par>
                                <p:cTn id="143" presetID="1" presetClass="exit" presetSubtype="0" fill="hold" grpId="2" nodeType="withEffect">
                                  <p:stCondLst>
                                    <p:cond delay="0"/>
                                  </p:stCondLst>
                                  <p:childTnLst>
                                    <p:set>
                                      <p:cBhvr>
                                        <p:cTn id="144" dur="1" fill="hold">
                                          <p:stCondLst>
                                            <p:cond delay="0"/>
                                          </p:stCondLst>
                                        </p:cTn>
                                        <p:tgtEl>
                                          <p:spTgt spid="52"/>
                                        </p:tgtEl>
                                        <p:attrNameLst>
                                          <p:attrName>style.visibility</p:attrName>
                                        </p:attrNameLst>
                                      </p:cBhvr>
                                      <p:to>
                                        <p:strVal val="hidden"/>
                                      </p:to>
                                    </p:set>
                                  </p:childTnLst>
                                </p:cTn>
                              </p:par>
                              <p:par>
                                <p:cTn id="145" presetID="1" presetClass="entr" presetSubtype="0" fill="hold" nodeType="withEffect">
                                  <p:stCondLst>
                                    <p:cond delay="0"/>
                                  </p:stCondLst>
                                  <p:childTnLst>
                                    <p:set>
                                      <p:cBhvr>
                                        <p:cTn id="146" dur="1" fill="hold">
                                          <p:stCondLst>
                                            <p:cond delay="0"/>
                                          </p:stCondLst>
                                        </p:cTn>
                                        <p:tgtEl>
                                          <p:spTgt spid="53"/>
                                        </p:tgtEl>
                                        <p:attrNameLst>
                                          <p:attrName>style.visibility</p:attrName>
                                        </p:attrNameLst>
                                      </p:cBhvr>
                                      <p:to>
                                        <p:strVal val="visible"/>
                                      </p:to>
                                    </p:set>
                                  </p:childTnLst>
                                </p:cTn>
                              </p:par>
                              <p:par>
                                <p:cTn id="147" presetID="1" presetClass="entr" presetSubtype="0" fill="hold" grpId="0" nodeType="withEffect">
                                  <p:stCondLst>
                                    <p:cond delay="0"/>
                                  </p:stCondLst>
                                  <p:childTnLst>
                                    <p:set>
                                      <p:cBhvr>
                                        <p:cTn id="148" dur="1" fill="hold">
                                          <p:stCondLst>
                                            <p:cond delay="0"/>
                                          </p:stCondLst>
                                        </p:cTn>
                                        <p:tgtEl>
                                          <p:spTgt spid="55"/>
                                        </p:tgtEl>
                                        <p:attrNameLst>
                                          <p:attrName>style.visibility</p:attrName>
                                        </p:attrNameLst>
                                      </p:cBhvr>
                                      <p:to>
                                        <p:strVal val="visible"/>
                                      </p:to>
                                    </p:set>
                                  </p:childTnLst>
                                </p:cTn>
                              </p:par>
                            </p:childTnLst>
                          </p:cTn>
                        </p:par>
                      </p:childTnLst>
                    </p:cTn>
                  </p:par>
                  <p:par>
                    <p:cTn id="149" fill="hold">
                      <p:stCondLst>
                        <p:cond delay="indefinite"/>
                      </p:stCondLst>
                      <p:childTnLst>
                        <p:par>
                          <p:cTn id="150" fill="hold">
                            <p:stCondLst>
                              <p:cond delay="0"/>
                            </p:stCondLst>
                            <p:childTnLst>
                              <p:par>
                                <p:cTn id="151" presetID="1" presetClass="entr" presetSubtype="0" fill="hold" nodeType="clickEffect">
                                  <p:stCondLst>
                                    <p:cond delay="0"/>
                                  </p:stCondLst>
                                  <p:childTnLst>
                                    <p:set>
                                      <p:cBhvr>
                                        <p:cTn id="152" dur="1" fill="hold">
                                          <p:stCondLst>
                                            <p:cond delay="0"/>
                                          </p:stCondLst>
                                        </p:cTn>
                                        <p:tgtEl>
                                          <p:spTgt spid="56"/>
                                        </p:tgtEl>
                                        <p:attrNameLst>
                                          <p:attrName>style.visibility</p:attrName>
                                        </p:attrNameLst>
                                      </p:cBhvr>
                                      <p:to>
                                        <p:strVal val="visible"/>
                                      </p:to>
                                    </p:set>
                                  </p:childTnLst>
                                </p:cTn>
                              </p:par>
                              <p:par>
                                <p:cTn id="153" presetID="1" presetClass="entr" presetSubtype="0" fill="hold" grpId="0" nodeType="withEffect">
                                  <p:stCondLst>
                                    <p:cond delay="0"/>
                                  </p:stCondLst>
                                  <p:childTnLst>
                                    <p:set>
                                      <p:cBhvr>
                                        <p:cTn id="154" dur="1" fill="hold">
                                          <p:stCondLst>
                                            <p:cond delay="0"/>
                                          </p:stCondLst>
                                        </p:cTn>
                                        <p:tgtEl>
                                          <p:spTgt spid="57"/>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presetID="1" presetClass="entr" presetSubtype="0" fill="hold" nodeType="clickEffect">
                                  <p:stCondLst>
                                    <p:cond delay="0"/>
                                  </p:stCondLst>
                                  <p:childTnLst>
                                    <p:set>
                                      <p:cBhvr>
                                        <p:cTn id="158" dur="1" fill="hold">
                                          <p:stCondLst>
                                            <p:cond delay="0"/>
                                          </p:stCondLst>
                                        </p:cTn>
                                        <p:tgtEl>
                                          <p:spTgt spid="58"/>
                                        </p:tgtEl>
                                        <p:attrNameLst>
                                          <p:attrName>style.visibility</p:attrName>
                                        </p:attrNameLst>
                                      </p:cBhvr>
                                      <p:to>
                                        <p:strVal val="visible"/>
                                      </p:to>
                                    </p:set>
                                  </p:childTnLst>
                                </p:cTn>
                              </p:par>
                              <p:par>
                                <p:cTn id="159" presetID="1" presetClass="entr" presetSubtype="0" fill="hold" grpId="0" nodeType="withEffect">
                                  <p:stCondLst>
                                    <p:cond delay="0"/>
                                  </p:stCondLst>
                                  <p:childTnLst>
                                    <p:set>
                                      <p:cBhvr>
                                        <p:cTn id="160" dur="1" fill="hold">
                                          <p:stCondLst>
                                            <p:cond delay="0"/>
                                          </p:stCondLst>
                                        </p:cTn>
                                        <p:tgtEl>
                                          <p:spTgt spid="59"/>
                                        </p:tgtEl>
                                        <p:attrNameLst>
                                          <p:attrName>style.visibility</p:attrName>
                                        </p:attrNameLst>
                                      </p:cBhvr>
                                      <p:to>
                                        <p:strVal val="visible"/>
                                      </p:to>
                                    </p:set>
                                  </p:childTnLst>
                                </p:cTn>
                              </p:par>
                            </p:childTnLst>
                          </p:cTn>
                        </p:par>
                      </p:childTnLst>
                    </p:cTn>
                  </p:par>
                  <p:par>
                    <p:cTn id="161" fill="hold">
                      <p:stCondLst>
                        <p:cond delay="indefinite"/>
                      </p:stCondLst>
                      <p:childTnLst>
                        <p:par>
                          <p:cTn id="162" fill="hold">
                            <p:stCondLst>
                              <p:cond delay="0"/>
                            </p:stCondLst>
                            <p:childTnLst>
                              <p:par>
                                <p:cTn id="163" presetID="1" presetClass="exit" presetSubtype="0" fill="hold" grpId="1" nodeType="clickEffect">
                                  <p:stCondLst>
                                    <p:cond delay="0"/>
                                  </p:stCondLst>
                                  <p:childTnLst>
                                    <p:set>
                                      <p:cBhvr>
                                        <p:cTn id="164" dur="1" fill="hold">
                                          <p:stCondLst>
                                            <p:cond delay="0"/>
                                          </p:stCondLst>
                                        </p:cTn>
                                        <p:tgtEl>
                                          <p:spTgt spid="59"/>
                                        </p:tgtEl>
                                        <p:attrNameLst>
                                          <p:attrName>style.visibility</p:attrName>
                                        </p:attrNameLst>
                                      </p:cBhvr>
                                      <p:to>
                                        <p:strVal val="hidden"/>
                                      </p:to>
                                    </p:set>
                                  </p:childTnLst>
                                </p:cTn>
                              </p:par>
                              <p:par>
                                <p:cTn id="165" presetID="1" presetClass="exit" presetSubtype="0" fill="hold" grpId="2" nodeType="withEffect">
                                  <p:stCondLst>
                                    <p:cond delay="0"/>
                                  </p:stCondLst>
                                  <p:childTnLst>
                                    <p:set>
                                      <p:cBhvr>
                                        <p:cTn id="166" dur="1" fill="hold">
                                          <p:stCondLst>
                                            <p:cond delay="0"/>
                                          </p:stCondLst>
                                        </p:cTn>
                                        <p:tgtEl>
                                          <p:spTgt spid="59"/>
                                        </p:tgtEl>
                                        <p:attrNameLst>
                                          <p:attrName>style.visibility</p:attrName>
                                        </p:attrNameLst>
                                      </p:cBhvr>
                                      <p:to>
                                        <p:strVal val="hidden"/>
                                      </p:to>
                                    </p:set>
                                  </p:childTnLst>
                                </p:cTn>
                              </p:par>
                              <p:par>
                                <p:cTn id="167" presetID="1" presetClass="entr" presetSubtype="0" fill="hold" nodeType="withEffect">
                                  <p:stCondLst>
                                    <p:cond delay="0"/>
                                  </p:stCondLst>
                                  <p:childTnLst>
                                    <p:set>
                                      <p:cBhvr>
                                        <p:cTn id="168" dur="1" fill="hold">
                                          <p:stCondLst>
                                            <p:cond delay="0"/>
                                          </p:stCondLst>
                                        </p:cTn>
                                        <p:tgtEl>
                                          <p:spTgt spid="60"/>
                                        </p:tgtEl>
                                        <p:attrNameLst>
                                          <p:attrName>style.visibility</p:attrName>
                                        </p:attrNameLst>
                                      </p:cBhvr>
                                      <p:to>
                                        <p:strVal val="visible"/>
                                      </p:to>
                                    </p:set>
                                  </p:childTnLst>
                                </p:cTn>
                              </p:par>
                              <p:par>
                                <p:cTn id="169" presetID="1" presetClass="entr" presetSubtype="0" fill="hold" grpId="0" nodeType="withEffect">
                                  <p:stCondLst>
                                    <p:cond delay="0"/>
                                  </p:stCondLst>
                                  <p:childTnLst>
                                    <p:set>
                                      <p:cBhvr>
                                        <p:cTn id="170" dur="1" fill="hold">
                                          <p:stCondLst>
                                            <p:cond delay="0"/>
                                          </p:stCondLst>
                                        </p:cTn>
                                        <p:tgtEl>
                                          <p:spTgt spid="61"/>
                                        </p:tgtEl>
                                        <p:attrNameLst>
                                          <p:attrName>style.visibility</p:attrName>
                                        </p:attrNameLst>
                                      </p:cBhvr>
                                      <p:to>
                                        <p:strVal val="visible"/>
                                      </p:to>
                                    </p:set>
                                  </p:childTnLst>
                                </p:cTn>
                              </p:par>
                            </p:childTnLst>
                          </p:cTn>
                        </p:par>
                      </p:childTnLst>
                    </p:cTn>
                  </p:par>
                  <p:par>
                    <p:cTn id="171" fill="hold">
                      <p:stCondLst>
                        <p:cond delay="indefinite"/>
                      </p:stCondLst>
                      <p:childTnLst>
                        <p:par>
                          <p:cTn id="172" fill="hold">
                            <p:stCondLst>
                              <p:cond delay="0"/>
                            </p:stCondLst>
                            <p:childTnLst>
                              <p:par>
                                <p:cTn id="173" presetID="1" presetClass="exit" presetSubtype="0" fill="hold" grpId="1" nodeType="clickEffect">
                                  <p:stCondLst>
                                    <p:cond delay="0"/>
                                  </p:stCondLst>
                                  <p:childTnLst>
                                    <p:set>
                                      <p:cBhvr>
                                        <p:cTn id="174" dur="1" fill="hold">
                                          <p:stCondLst>
                                            <p:cond delay="0"/>
                                          </p:stCondLst>
                                        </p:cTn>
                                        <p:tgtEl>
                                          <p:spTgt spid="61"/>
                                        </p:tgtEl>
                                        <p:attrNameLst>
                                          <p:attrName>style.visibility</p:attrName>
                                        </p:attrNameLst>
                                      </p:cBhvr>
                                      <p:to>
                                        <p:strVal val="hidden"/>
                                      </p:to>
                                    </p:set>
                                  </p:childTnLst>
                                </p:cTn>
                              </p:par>
                              <p:par>
                                <p:cTn id="175" presetID="1" presetClass="exit" presetSubtype="0" fill="hold" grpId="2" nodeType="withEffect">
                                  <p:stCondLst>
                                    <p:cond delay="0"/>
                                  </p:stCondLst>
                                  <p:childTnLst>
                                    <p:set>
                                      <p:cBhvr>
                                        <p:cTn id="176" dur="1" fill="hold">
                                          <p:stCondLst>
                                            <p:cond delay="0"/>
                                          </p:stCondLst>
                                        </p:cTn>
                                        <p:tgtEl>
                                          <p:spTgt spid="61"/>
                                        </p:tgtEl>
                                        <p:attrNameLst>
                                          <p:attrName>style.visibility</p:attrName>
                                        </p:attrNameLst>
                                      </p:cBhvr>
                                      <p:to>
                                        <p:strVal val="hidden"/>
                                      </p:to>
                                    </p:set>
                                  </p:childTnLst>
                                </p:cTn>
                              </p:par>
                              <p:par>
                                <p:cTn id="177" presetID="1" presetClass="entr" presetSubtype="0" fill="hold" nodeType="withEffect">
                                  <p:stCondLst>
                                    <p:cond delay="0"/>
                                  </p:stCondLst>
                                  <p:childTnLst>
                                    <p:set>
                                      <p:cBhvr>
                                        <p:cTn id="178" dur="1" fill="hold">
                                          <p:stCondLst>
                                            <p:cond delay="0"/>
                                          </p:stCondLst>
                                        </p:cTn>
                                        <p:tgtEl>
                                          <p:spTgt spid="62"/>
                                        </p:tgtEl>
                                        <p:attrNameLst>
                                          <p:attrName>style.visibility</p:attrName>
                                        </p:attrNameLst>
                                      </p:cBhvr>
                                      <p:to>
                                        <p:strVal val="visible"/>
                                      </p:to>
                                    </p:set>
                                  </p:childTnLst>
                                </p:cTn>
                              </p:par>
                              <p:par>
                                <p:cTn id="179" presetID="1" presetClass="entr" presetSubtype="0" fill="hold" grpId="0" nodeType="withEffect">
                                  <p:stCondLst>
                                    <p:cond delay="0"/>
                                  </p:stCondLst>
                                  <p:childTnLst>
                                    <p:set>
                                      <p:cBhvr>
                                        <p:cTn id="180" dur="1" fill="hold">
                                          <p:stCondLst>
                                            <p:cond delay="0"/>
                                          </p:stCondLst>
                                        </p:cTn>
                                        <p:tgtEl>
                                          <p:spTgt spid="63"/>
                                        </p:tgtEl>
                                        <p:attrNameLst>
                                          <p:attrName>style.visibility</p:attrName>
                                        </p:attrNameLst>
                                      </p:cBhvr>
                                      <p:to>
                                        <p:strVal val="visible"/>
                                      </p:to>
                                    </p:set>
                                  </p:childTnLst>
                                </p:cTn>
                              </p:par>
                              <p:par>
                                <p:cTn id="181" presetID="1" presetClass="exit" presetSubtype="0" fill="hold" nodeType="withEffect">
                                  <p:stCondLst>
                                    <p:cond delay="0"/>
                                  </p:stCondLst>
                                  <p:childTnLst>
                                    <p:set>
                                      <p:cBhvr>
                                        <p:cTn id="182" dur="1" fill="hold">
                                          <p:stCondLst>
                                            <p:cond delay="0"/>
                                          </p:stCondLst>
                                        </p:cTn>
                                        <p:tgtEl>
                                          <p:spTgt spid="47"/>
                                        </p:tgtEl>
                                        <p:attrNameLst>
                                          <p:attrName>style.visibility</p:attrName>
                                        </p:attrNameLst>
                                      </p:cBhvr>
                                      <p:to>
                                        <p:strVal val="hidden"/>
                                      </p:to>
                                    </p:set>
                                  </p:childTnLst>
                                </p:cTn>
                              </p:par>
                              <p:par>
                                <p:cTn id="183" presetID="1" presetClass="exit" presetSubtype="0" fill="hold" grpId="1" nodeType="withEffect">
                                  <p:stCondLst>
                                    <p:cond delay="0"/>
                                  </p:stCondLst>
                                  <p:childTnLst>
                                    <p:set>
                                      <p:cBhvr>
                                        <p:cTn id="184" dur="1" fill="hold">
                                          <p:stCondLst>
                                            <p:cond delay="0"/>
                                          </p:stCondLst>
                                        </p:cTn>
                                        <p:tgtEl>
                                          <p:spTgt spid="4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31" grpId="0" animBg="1"/>
      <p:bldP spid="31" grpId="1" animBg="1"/>
      <p:bldP spid="31" grpId="2" animBg="1"/>
      <p:bldP spid="32" grpId="0" animBg="1"/>
      <p:bldP spid="32" grpId="1" animBg="1"/>
      <p:bldP spid="32" grpId="2" animBg="1"/>
      <p:bldP spid="33" grpId="0" animBg="1"/>
      <p:bldP spid="34" grpId="0" animBg="1"/>
      <p:bldP spid="35" grpId="0" animBg="1"/>
      <p:bldP spid="37" grpId="0" animBg="1"/>
      <p:bldP spid="39" grpId="0" animBg="1"/>
      <p:bldP spid="41" grpId="0" animBg="1"/>
      <p:bldP spid="42" grpId="0" animBg="1"/>
      <p:bldP spid="45" grpId="0" animBg="1"/>
      <p:bldP spid="48" grpId="0" animBg="1"/>
      <p:bldP spid="48" grpId="1" animBg="1"/>
      <p:bldP spid="50" grpId="0" animBg="1"/>
      <p:bldP spid="50" grpId="1" animBg="1"/>
      <p:bldP spid="50" grpId="2" animBg="1"/>
      <p:bldP spid="52" grpId="0" animBg="1"/>
      <p:bldP spid="52" grpId="1" animBg="1"/>
      <p:bldP spid="52" grpId="2" animBg="1"/>
      <p:bldP spid="54" grpId="0" animBg="1"/>
      <p:bldP spid="55" grpId="0" animBg="1"/>
      <p:bldP spid="57" grpId="0" animBg="1"/>
      <p:bldP spid="59" grpId="0" animBg="1"/>
      <p:bldP spid="59" grpId="1" animBg="1"/>
      <p:bldP spid="59" grpId="2" animBg="1"/>
      <p:bldP spid="61" grpId="0" animBg="1"/>
      <p:bldP spid="61" grpId="1" animBg="1"/>
      <p:bldP spid="61" grpId="2" animBg="1"/>
      <p:bldP spid="63"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Decentralized Algorithm</a:t>
            </a:r>
          </a:p>
        </p:txBody>
      </p:sp>
      <p:sp>
        <p:nvSpPr>
          <p:cNvPr id="28" name="Content Placeholder 2">
            <a:extLst>
              <a:ext uri="{FF2B5EF4-FFF2-40B4-BE49-F238E27FC236}">
                <a16:creationId xmlns:a16="http://schemas.microsoft.com/office/drawing/2014/main" xmlns="" id="{05FF24D1-5277-417B-BCE3-776DD62CA93A}"/>
              </a:ext>
            </a:extLst>
          </p:cNvPr>
          <p:cNvSpPr>
            <a:spLocks noGrp="1"/>
          </p:cNvSpPr>
          <p:nvPr>
            <p:ph idx="1"/>
          </p:nvPr>
        </p:nvSpPr>
        <p:spPr/>
        <p:txBody>
          <a:bodyPr>
            <a:noAutofit/>
          </a:bodyPr>
          <a:lstStyle/>
          <a:p>
            <a:pPr>
              <a:lnSpc>
                <a:spcPct val="110000"/>
              </a:lnSpc>
              <a:spcBef>
                <a:spcPts val="200"/>
              </a:spcBef>
              <a:spcAft>
                <a:spcPts val="200"/>
              </a:spcAft>
            </a:pPr>
            <a:r>
              <a:rPr lang="en-US" altLang="en-US" dirty="0">
                <a:latin typeface="+mj-lt"/>
              </a:rPr>
              <a:t>Now every replica has a coordinator that controls access</a:t>
            </a:r>
          </a:p>
          <a:p>
            <a:pPr>
              <a:lnSpc>
                <a:spcPct val="110000"/>
              </a:lnSpc>
              <a:spcBef>
                <a:spcPts val="200"/>
              </a:spcBef>
              <a:spcAft>
                <a:spcPts val="200"/>
              </a:spcAft>
            </a:pPr>
            <a:r>
              <a:rPr lang="en-US" altLang="en-US" dirty="0">
                <a:latin typeface="+mj-lt"/>
              </a:rPr>
              <a:t>Coordinators respond to requests at once: Yes or No</a:t>
            </a:r>
          </a:p>
          <a:p>
            <a:pPr>
              <a:lnSpc>
                <a:spcPct val="110000"/>
              </a:lnSpc>
              <a:spcBef>
                <a:spcPts val="200"/>
              </a:spcBef>
              <a:spcAft>
                <a:spcPts val="200"/>
              </a:spcAft>
            </a:pPr>
            <a:r>
              <a:rPr lang="en-US" altLang="en-US" dirty="0">
                <a:latin typeface="+mj-lt"/>
              </a:rPr>
              <a:t>For a process to use the resource it must receive permission from m &gt; n/2 coordinators.</a:t>
            </a:r>
          </a:p>
          <a:p>
            <a:pPr lvl="2">
              <a:spcAft>
                <a:spcPts val="200"/>
              </a:spcAft>
            </a:pPr>
            <a:r>
              <a:rPr lang="en-US" altLang="en-US" sz="2400" dirty="0"/>
              <a:t>If the requester gets fewer than m votes it will wait for a random time and then ask again.</a:t>
            </a:r>
          </a:p>
          <a:p>
            <a:pPr>
              <a:lnSpc>
                <a:spcPct val="110000"/>
              </a:lnSpc>
              <a:spcBef>
                <a:spcPts val="200"/>
              </a:spcBef>
              <a:spcAft>
                <a:spcPts val="200"/>
              </a:spcAft>
            </a:pPr>
            <a:r>
              <a:rPr lang="en-US" altLang="en-US" dirty="0">
                <a:latin typeface="+mj-lt"/>
              </a:rPr>
              <a:t>If a request is denied, or when the CS is completed, notify the coordinators who have sent OK messages, so they can respond again to another request.  (Why is this important</a:t>
            </a:r>
            <a:r>
              <a:rPr lang="en-US" altLang="en-US" dirty="0" smtClean="0">
                <a:latin typeface="+mj-lt"/>
              </a:rPr>
              <a:t>?)</a:t>
            </a:r>
          </a:p>
          <a:p>
            <a:pPr>
              <a:lnSpc>
                <a:spcPct val="110000"/>
              </a:lnSpc>
              <a:spcBef>
                <a:spcPts val="200"/>
              </a:spcBef>
              <a:spcAft>
                <a:spcPts val="200"/>
              </a:spcAft>
            </a:pPr>
            <a:r>
              <a:rPr lang="en-US" altLang="en-US" dirty="0">
                <a:latin typeface="+mj-lt"/>
              </a:rPr>
              <a:t>More robust than the central coordinator approach. If one coordinator goes down others are available.</a:t>
            </a:r>
          </a:p>
          <a:p>
            <a:pPr lvl="2">
              <a:spcAft>
                <a:spcPts val="200"/>
              </a:spcAft>
            </a:pPr>
            <a:r>
              <a:rPr lang="en-US" altLang="en-US" sz="2400" dirty="0"/>
              <a:t>If a coordinator fails and resets then it will not remember having granted access to one requestor, and may then give access to another.  According to the authors, it is highly unlikely that this will lead to a violation of mutual exclusion. </a:t>
            </a:r>
          </a:p>
        </p:txBody>
      </p:sp>
    </p:spTree>
    <p:extLst>
      <p:ext uri="{BB962C8B-B14F-4D97-AF65-F5344CB8AC3E}">
        <p14:creationId xmlns:p14="http://schemas.microsoft.com/office/powerpoint/2010/main" val="42768403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8">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Global Positioning </a:t>
            </a:r>
            <a:r>
              <a:rPr lang="en-US" dirty="0" smtClean="0"/>
              <a:t>System</a:t>
            </a:r>
            <a:endParaRPr lang="en-US" dirty="0"/>
          </a:p>
        </p:txBody>
      </p:sp>
      <p:sp>
        <p:nvSpPr>
          <p:cNvPr id="9" name="Content Placeholder 8"/>
          <p:cNvSpPr>
            <a:spLocks noGrp="1"/>
          </p:cNvSpPr>
          <p:nvPr>
            <p:ph idx="1"/>
          </p:nvPr>
        </p:nvSpPr>
        <p:spPr>
          <a:xfrm>
            <a:off x="131180" y="863444"/>
            <a:ext cx="5248857" cy="5590565"/>
          </a:xfrm>
        </p:spPr>
        <p:txBody>
          <a:bodyPr/>
          <a:lstStyle/>
          <a:p>
            <a:r>
              <a:rPr lang="en-US" dirty="0"/>
              <a:t>Basic </a:t>
            </a:r>
            <a:r>
              <a:rPr lang="en-US" dirty="0" smtClean="0"/>
              <a:t>idea: You </a:t>
            </a:r>
            <a:r>
              <a:rPr lang="en-US" dirty="0"/>
              <a:t>can get an accurate account of time as a side-effect of GPS.</a:t>
            </a:r>
          </a:p>
          <a:p>
            <a:r>
              <a:rPr lang="en-US" dirty="0" smtClean="0"/>
              <a:t>Real </a:t>
            </a:r>
            <a:r>
              <a:rPr lang="en-US" dirty="0"/>
              <a:t>world facts that complicate </a:t>
            </a:r>
            <a:r>
              <a:rPr lang="en-US" dirty="0">
                <a:solidFill>
                  <a:schemeClr val="accent6"/>
                </a:solidFill>
              </a:rPr>
              <a:t>GPS</a:t>
            </a:r>
          </a:p>
          <a:p>
            <a:pPr marL="814387" lvl="2" indent="-457200">
              <a:spcAft>
                <a:spcPts val="200"/>
              </a:spcAft>
              <a:buFont typeface="+mj-lt"/>
              <a:buAutoNum type="arabicPeriod"/>
            </a:pPr>
            <a:r>
              <a:rPr lang="en-US" sz="2400" dirty="0"/>
              <a:t>It takes a while before data on a satellite’s position reaches the receiver.</a:t>
            </a:r>
          </a:p>
          <a:p>
            <a:pPr marL="814387" lvl="2" indent="-457200">
              <a:spcAft>
                <a:spcPts val="200"/>
              </a:spcAft>
              <a:buFont typeface="+mj-lt"/>
              <a:buAutoNum type="arabicPeriod"/>
            </a:pPr>
            <a:r>
              <a:rPr lang="en-US" sz="2400" dirty="0"/>
              <a:t>The receiver’s clock is generally not in synch with that of a satellite.</a:t>
            </a:r>
          </a:p>
          <a:p>
            <a:endParaRPr lang="en-IN" dirty="0"/>
          </a:p>
        </p:txBody>
      </p:sp>
      <p:pic>
        <p:nvPicPr>
          <p:cNvPr id="5" name="Picture 4" descr="06-0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80037" y="711201"/>
            <a:ext cx="6616700" cy="425132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5478462" y="5212061"/>
            <a:ext cx="6419850" cy="461665"/>
          </a:xfrm>
          <a:prstGeom prst="rect">
            <a:avLst/>
          </a:prstGeom>
          <a:noFill/>
        </p:spPr>
        <p:txBody>
          <a:bodyPr wrap="square" rtlCol="0">
            <a:spAutoFit/>
          </a:bodyPr>
          <a:lstStyle/>
          <a:p>
            <a:r>
              <a:rPr lang="en-IN" sz="2400" b="1" dirty="0" smtClean="0"/>
              <a:t>Computing a position in a two-dimensional space</a:t>
            </a:r>
            <a:endParaRPr lang="en-IN" sz="2400" b="1" dirty="0"/>
          </a:p>
        </p:txBody>
      </p:sp>
    </p:spTree>
    <p:extLst>
      <p:ext uri="{BB962C8B-B14F-4D97-AF65-F5344CB8AC3E}">
        <p14:creationId xmlns:p14="http://schemas.microsoft.com/office/powerpoint/2010/main" val="1943707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smtClean="0"/>
              <a:t>Global Positioning of Nodes</a:t>
            </a:r>
            <a:endParaRPr lang="en-US" dirty="0"/>
          </a:p>
        </p:txBody>
      </p:sp>
      <p:sp>
        <p:nvSpPr>
          <p:cNvPr id="28" name="Content Placeholder 2">
            <a:extLst>
              <a:ext uri="{FF2B5EF4-FFF2-40B4-BE49-F238E27FC236}">
                <a16:creationId xmlns:a16="http://schemas.microsoft.com/office/drawing/2014/main" xmlns="" id="{05FF24D1-5277-417B-BCE3-776DD62CA93A}"/>
              </a:ext>
            </a:extLst>
          </p:cNvPr>
          <p:cNvSpPr>
            <a:spLocks noGrp="1"/>
          </p:cNvSpPr>
          <p:nvPr>
            <p:ph idx="1"/>
          </p:nvPr>
        </p:nvSpPr>
        <p:spPr/>
        <p:txBody>
          <a:bodyPr>
            <a:noAutofit/>
          </a:bodyPr>
          <a:lstStyle/>
          <a:p>
            <a:pPr>
              <a:lnSpc>
                <a:spcPct val="110000"/>
              </a:lnSpc>
              <a:spcBef>
                <a:spcPts val="200"/>
              </a:spcBef>
              <a:spcAft>
                <a:spcPts val="200"/>
              </a:spcAft>
            </a:pPr>
            <a:r>
              <a:rPr lang="en-US" altLang="en-US" dirty="0">
                <a:latin typeface="+mj-lt"/>
              </a:rPr>
              <a:t>When the number of nodes in a </a:t>
            </a:r>
            <a:r>
              <a:rPr lang="en-US" altLang="en-US" dirty="0" smtClean="0">
                <a:latin typeface="+mj-lt"/>
              </a:rPr>
              <a:t>distributed system </a:t>
            </a:r>
            <a:r>
              <a:rPr lang="en-US" altLang="en-US" dirty="0">
                <a:latin typeface="+mj-lt"/>
              </a:rPr>
              <a:t>grows, it becomes </a:t>
            </a:r>
            <a:r>
              <a:rPr lang="en-US" altLang="en-US" dirty="0" smtClean="0">
                <a:latin typeface="+mj-lt"/>
              </a:rPr>
              <a:t>increasingly difficult </a:t>
            </a:r>
            <a:r>
              <a:rPr lang="en-US" altLang="en-US" dirty="0">
                <a:latin typeface="+mj-lt"/>
              </a:rPr>
              <a:t>for any node to keep track of </a:t>
            </a:r>
            <a:r>
              <a:rPr lang="en-US" altLang="en-US" dirty="0" smtClean="0">
                <a:latin typeface="+mj-lt"/>
              </a:rPr>
              <a:t>the others.</a:t>
            </a:r>
          </a:p>
          <a:p>
            <a:pPr>
              <a:lnSpc>
                <a:spcPct val="110000"/>
              </a:lnSpc>
              <a:spcBef>
                <a:spcPts val="200"/>
              </a:spcBef>
              <a:spcAft>
                <a:spcPts val="200"/>
              </a:spcAft>
            </a:pPr>
            <a:r>
              <a:rPr lang="en-US" altLang="en-US" dirty="0" smtClean="0">
                <a:latin typeface="+mj-lt"/>
              </a:rPr>
              <a:t>Such </a:t>
            </a:r>
            <a:r>
              <a:rPr lang="en-US" altLang="en-US" dirty="0">
                <a:latin typeface="+mj-lt"/>
              </a:rPr>
              <a:t>knowledge may be </a:t>
            </a:r>
            <a:r>
              <a:rPr lang="en-US" altLang="en-US" dirty="0" smtClean="0">
                <a:latin typeface="+mj-lt"/>
              </a:rPr>
              <a:t>important for </a:t>
            </a:r>
            <a:r>
              <a:rPr lang="en-US" altLang="en-US" dirty="0">
                <a:latin typeface="+mj-lt"/>
              </a:rPr>
              <a:t>executing distributed algorithms such </a:t>
            </a:r>
            <a:r>
              <a:rPr lang="en-US" altLang="en-US" dirty="0" smtClean="0">
                <a:latin typeface="+mj-lt"/>
              </a:rPr>
              <a:t>as routing</a:t>
            </a:r>
            <a:r>
              <a:rPr lang="en-US" altLang="en-US" dirty="0">
                <a:latin typeface="+mj-lt"/>
              </a:rPr>
              <a:t>, multicasting, </a:t>
            </a:r>
            <a:r>
              <a:rPr lang="en-US" altLang="en-US" dirty="0" smtClean="0">
                <a:latin typeface="+mj-lt"/>
              </a:rPr>
              <a:t>data placement</a:t>
            </a:r>
            <a:r>
              <a:rPr lang="en-US" altLang="en-US" dirty="0">
                <a:latin typeface="+mj-lt"/>
              </a:rPr>
              <a:t>, searching, and so on</a:t>
            </a:r>
            <a:r>
              <a:rPr lang="en-US" altLang="en-US" dirty="0" smtClean="0">
                <a:latin typeface="+mj-lt"/>
              </a:rPr>
              <a:t>.</a:t>
            </a:r>
          </a:p>
          <a:p>
            <a:pPr>
              <a:lnSpc>
                <a:spcPct val="110000"/>
              </a:lnSpc>
              <a:spcBef>
                <a:spcPts val="200"/>
              </a:spcBef>
              <a:spcAft>
                <a:spcPts val="200"/>
              </a:spcAft>
            </a:pPr>
            <a:r>
              <a:rPr lang="en-US" altLang="en-US" dirty="0">
                <a:latin typeface="+mj-lt"/>
              </a:rPr>
              <a:t>There are many applications of geometric </a:t>
            </a:r>
            <a:r>
              <a:rPr lang="en-US" altLang="en-US" dirty="0" smtClean="0">
                <a:latin typeface="+mj-lt"/>
              </a:rPr>
              <a:t>overlay networks.</a:t>
            </a:r>
          </a:p>
          <a:p>
            <a:pPr>
              <a:lnSpc>
                <a:spcPct val="110000"/>
              </a:lnSpc>
              <a:spcBef>
                <a:spcPts val="200"/>
              </a:spcBef>
              <a:spcAft>
                <a:spcPts val="200"/>
              </a:spcAft>
            </a:pPr>
            <a:r>
              <a:rPr lang="en-US" altLang="en-US" dirty="0" smtClean="0">
                <a:latin typeface="+mj-lt"/>
              </a:rPr>
              <a:t>Consider </a:t>
            </a:r>
            <a:r>
              <a:rPr lang="en-US" altLang="en-US" dirty="0">
                <a:latin typeface="+mj-lt"/>
              </a:rPr>
              <a:t>the situation where a Web site </a:t>
            </a:r>
            <a:r>
              <a:rPr lang="en-US" altLang="en-US" dirty="0" smtClean="0">
                <a:latin typeface="+mj-lt"/>
              </a:rPr>
              <a:t>at server </a:t>
            </a:r>
            <a:r>
              <a:rPr lang="en-US" altLang="en-US" dirty="0">
                <a:latin typeface="+mj-lt"/>
              </a:rPr>
              <a:t>O has been replicated to multiple servers </a:t>
            </a:r>
            <a:r>
              <a:rPr lang="en-US" altLang="en-US" dirty="0" smtClean="0">
                <a:latin typeface="+mj-lt"/>
              </a:rPr>
              <a:t>on the </a:t>
            </a:r>
            <a:r>
              <a:rPr lang="en-US" altLang="en-US" dirty="0">
                <a:latin typeface="+mj-lt"/>
              </a:rPr>
              <a:t>Internet. </a:t>
            </a:r>
            <a:endParaRPr lang="en-US" altLang="en-US" dirty="0" smtClean="0">
              <a:latin typeface="+mj-lt"/>
            </a:endParaRPr>
          </a:p>
          <a:p>
            <a:pPr lvl="2">
              <a:spcAft>
                <a:spcPts val="200"/>
              </a:spcAft>
            </a:pPr>
            <a:r>
              <a:rPr lang="en-US" altLang="en-US" sz="2400" dirty="0"/>
              <a:t>When a client C requests a page from O, the latter may decide to redirect that request to the server closest to C, give the best response time.</a:t>
            </a:r>
          </a:p>
          <a:p>
            <a:pPr lvl="2">
              <a:spcAft>
                <a:spcPts val="200"/>
              </a:spcAft>
            </a:pPr>
            <a:r>
              <a:rPr lang="en-US" altLang="en-US" sz="2400" dirty="0"/>
              <a:t>If the geometric location of C is known, as well as those of each replica server, O can then simply pick that server ( i.e. ) S, for which d(C,S) is minimal.</a:t>
            </a:r>
          </a:p>
          <a:p>
            <a:pPr lvl="2">
              <a:spcAft>
                <a:spcPts val="200"/>
              </a:spcAft>
            </a:pPr>
            <a:r>
              <a:rPr lang="en-US" altLang="en-US" sz="2400" dirty="0"/>
              <a:t>There is no need to sample all the latencies between C and each of the replica servers</a:t>
            </a:r>
          </a:p>
        </p:txBody>
      </p:sp>
    </p:spTree>
    <p:extLst>
      <p:ext uri="{BB962C8B-B14F-4D97-AF65-F5344CB8AC3E}">
        <p14:creationId xmlns:p14="http://schemas.microsoft.com/office/powerpoint/2010/main" val="2984774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8">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smtClean="0"/>
              <a:t>Global Positioning of Nodes</a:t>
            </a:r>
            <a:endParaRPr lang="en-US" dirty="0"/>
          </a:p>
        </p:txBody>
      </p:sp>
      <p:sp>
        <p:nvSpPr>
          <p:cNvPr id="4" name="Content Placeholder 3"/>
          <p:cNvSpPr>
            <a:spLocks noGrp="1"/>
          </p:cNvSpPr>
          <p:nvPr>
            <p:ph idx="1"/>
          </p:nvPr>
        </p:nvSpPr>
        <p:spPr>
          <a:xfrm>
            <a:off x="131180" y="863444"/>
            <a:ext cx="11856033" cy="5590565"/>
          </a:xfrm>
        </p:spPr>
        <p:txBody>
          <a:bodyPr/>
          <a:lstStyle/>
          <a:p>
            <a:r>
              <a:rPr lang="en-US" dirty="0" smtClean="0"/>
              <a:t>Observation: </a:t>
            </a:r>
            <a:endParaRPr lang="en-US" dirty="0"/>
          </a:p>
          <a:p>
            <a:pPr lvl="2">
              <a:spcAft>
                <a:spcPts val="200"/>
              </a:spcAft>
            </a:pPr>
            <a:r>
              <a:rPr lang="en-US" sz="2400" dirty="0"/>
              <a:t>A node P needs k+1 landmarks to compute its own position in a </a:t>
            </a:r>
            <a:r>
              <a:rPr lang="en-US" sz="2400" dirty="0" smtClean="0"/>
              <a:t>d-dimensional space</a:t>
            </a:r>
            <a:r>
              <a:rPr lang="en-US" sz="2400" dirty="0"/>
              <a:t>. Consider two-dimensional case.</a:t>
            </a:r>
            <a:endParaRPr lang="en-IN" sz="2400" dirty="0"/>
          </a:p>
        </p:txBody>
      </p:sp>
      <p:pic>
        <p:nvPicPr>
          <p:cNvPr id="6" name="Picture 4" descr="06-1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09620" y="2438635"/>
            <a:ext cx="3634080" cy="3116599"/>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p:cNvSpPr txBox="1"/>
          <p:nvPr/>
        </p:nvSpPr>
        <p:spPr>
          <a:xfrm>
            <a:off x="1212954" y="5714035"/>
            <a:ext cx="7427411" cy="461665"/>
          </a:xfrm>
          <a:prstGeom prst="rect">
            <a:avLst/>
          </a:prstGeom>
          <a:noFill/>
        </p:spPr>
        <p:txBody>
          <a:bodyPr wrap="square" rtlCol="0">
            <a:spAutoFit/>
          </a:bodyPr>
          <a:lstStyle/>
          <a:p>
            <a:pPr algn="just"/>
            <a:r>
              <a:rPr lang="en-US" sz="2400" b="1" dirty="0">
                <a:solidFill>
                  <a:srgbClr val="1D3064"/>
                </a:solidFill>
              </a:rPr>
              <a:t>Computing a node’s position in </a:t>
            </a:r>
            <a:r>
              <a:rPr lang="en-US" sz="2400" b="1" dirty="0" smtClean="0">
                <a:solidFill>
                  <a:srgbClr val="1D3064"/>
                </a:solidFill>
              </a:rPr>
              <a:t>a two-dimensional </a:t>
            </a:r>
            <a:r>
              <a:rPr lang="en-US" sz="2400" b="1" dirty="0">
                <a:solidFill>
                  <a:srgbClr val="1D3064"/>
                </a:solidFill>
              </a:rPr>
              <a:t>space.</a:t>
            </a:r>
          </a:p>
        </p:txBody>
      </p:sp>
    </p:spTree>
    <p:extLst>
      <p:ext uri="{BB962C8B-B14F-4D97-AF65-F5344CB8AC3E}">
        <p14:creationId xmlns:p14="http://schemas.microsoft.com/office/powerpoint/2010/main" val="2518725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3"/>
          <p:cNvSpPr txBox="1">
            <a:spLocks/>
          </p:cNvSpPr>
          <p:nvPr/>
        </p:nvSpPr>
        <p:spPr>
          <a:xfrm>
            <a:off x="0" y="711201"/>
            <a:ext cx="7272338" cy="5590565"/>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ebdings" panose="05030102010509060703"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smtClean="0">
                <a:solidFill>
                  <a:srgbClr val="1D3064"/>
                </a:solidFill>
              </a:rPr>
              <a:t>Solution</a:t>
            </a:r>
          </a:p>
          <a:p>
            <a:r>
              <a:rPr lang="en-US" dirty="0" smtClean="0"/>
              <a:t>P </a:t>
            </a:r>
            <a:r>
              <a:rPr lang="en-US" dirty="0"/>
              <a:t>needs to solve three equations in two unknowns </a:t>
            </a:r>
            <a:r>
              <a:rPr lang="en-US" b="1" dirty="0" smtClean="0"/>
              <a:t>(</a:t>
            </a:r>
            <a:r>
              <a:rPr lang="en-US" b="1" dirty="0" err="1" smtClean="0"/>
              <a:t>x</a:t>
            </a:r>
            <a:r>
              <a:rPr lang="en-US" b="1" baseline="-25000" dirty="0" err="1" smtClean="0"/>
              <a:t>P</a:t>
            </a:r>
            <a:r>
              <a:rPr lang="en-US" b="1" dirty="0" err="1" smtClean="0"/>
              <a:t>,y</a:t>
            </a:r>
            <a:r>
              <a:rPr lang="en-US" b="1" baseline="-25000" dirty="0" err="1" smtClean="0"/>
              <a:t>P</a:t>
            </a:r>
            <a:r>
              <a:rPr lang="en-US" b="1" dirty="0" smtClean="0"/>
              <a:t>)</a:t>
            </a:r>
            <a:r>
              <a:rPr lang="en-US" dirty="0" smtClean="0"/>
              <a:t>:</a:t>
            </a:r>
          </a:p>
          <a:p>
            <a:pPr marL="0" indent="0">
              <a:buNone/>
            </a:pPr>
            <a:endParaRPr lang="en-US" dirty="0" smtClean="0"/>
          </a:p>
          <a:p>
            <a:pPr marL="0" indent="0">
              <a:buNone/>
            </a:pPr>
            <a:endParaRPr lang="en-US" dirty="0" smtClean="0"/>
          </a:p>
          <a:p>
            <a:pPr marL="0" indent="0">
              <a:buNone/>
            </a:pPr>
            <a:r>
              <a:rPr lang="en-US" b="1" dirty="0" smtClean="0">
                <a:solidFill>
                  <a:srgbClr val="1D3064"/>
                </a:solidFill>
              </a:rPr>
              <a:t>Computing position </a:t>
            </a:r>
            <a:endParaRPr lang="en-US" b="1" dirty="0">
              <a:solidFill>
                <a:srgbClr val="1D3064"/>
              </a:solidFill>
            </a:endParaRPr>
          </a:p>
          <a:p>
            <a:r>
              <a:rPr lang="en-US" dirty="0" smtClean="0"/>
              <a:t>Problems : </a:t>
            </a:r>
            <a:endParaRPr lang="en-US" dirty="0"/>
          </a:p>
          <a:p>
            <a:pPr lvl="2">
              <a:spcAft>
                <a:spcPts val="200"/>
              </a:spcAft>
            </a:pPr>
            <a:r>
              <a:rPr lang="en-US" sz="2400" dirty="0"/>
              <a:t>Measured latencies to landmarks fluctuate</a:t>
            </a:r>
          </a:p>
          <a:p>
            <a:pPr lvl="2">
              <a:spcAft>
                <a:spcPts val="200"/>
              </a:spcAft>
            </a:pPr>
            <a:r>
              <a:rPr lang="en-US" sz="2400" dirty="0"/>
              <a:t>Computed distances will not even be consistent</a:t>
            </a:r>
            <a:r>
              <a:rPr lang="en-US" sz="2400" dirty="0" smtClean="0"/>
              <a:t>:</a:t>
            </a:r>
          </a:p>
          <a:p>
            <a:pPr lvl="2">
              <a:spcAft>
                <a:spcPts val="200"/>
              </a:spcAft>
            </a:pPr>
            <a:r>
              <a:rPr lang="en-US" sz="2400" dirty="0"/>
              <a:t>Let the L landmarks measure their pairwise latencies </a:t>
            </a:r>
            <a:r>
              <a:rPr lang="en-US" sz="2400" dirty="0" smtClean="0"/>
              <a:t>d(</a:t>
            </a:r>
            <a:r>
              <a:rPr lang="en-US" sz="2400" dirty="0" err="1" smtClean="0"/>
              <a:t>b</a:t>
            </a:r>
            <a:r>
              <a:rPr lang="en-US" sz="2400" baseline="-25000" dirty="0" err="1" smtClean="0"/>
              <a:t>i</a:t>
            </a:r>
            <a:r>
              <a:rPr lang="en-US" sz="2400" dirty="0" err="1" smtClean="0"/>
              <a:t>,b</a:t>
            </a:r>
            <a:r>
              <a:rPr lang="en-US" sz="2400" baseline="-25000" dirty="0" err="1" smtClean="0"/>
              <a:t>j</a:t>
            </a:r>
            <a:r>
              <a:rPr lang="en-US" sz="2400" dirty="0"/>
              <a:t>) and let each node P </a:t>
            </a:r>
            <a:r>
              <a:rPr lang="en-US" sz="2400" dirty="0" smtClean="0"/>
              <a:t>minimize</a:t>
            </a:r>
          </a:p>
          <a:p>
            <a:pPr lvl="2">
              <a:spcAft>
                <a:spcPts val="200"/>
              </a:spcAft>
            </a:pPr>
            <a:endParaRPr lang="en-US" sz="2400" dirty="0"/>
          </a:p>
          <a:p>
            <a:pPr lvl="2">
              <a:spcAft>
                <a:spcPts val="200"/>
              </a:spcAft>
            </a:pPr>
            <a:endParaRPr lang="en-US" sz="2400" dirty="0" smtClean="0"/>
          </a:p>
          <a:p>
            <a:pPr marL="914400" lvl="2" indent="0">
              <a:spcAft>
                <a:spcPts val="200"/>
              </a:spcAft>
              <a:buNone/>
            </a:pPr>
            <a:endParaRPr lang="en-US" sz="2400" strike="sngStrike" dirty="0" smtClean="0"/>
          </a:p>
          <a:p>
            <a:pPr lvl="2">
              <a:spcAft>
                <a:spcPts val="200"/>
              </a:spcAft>
            </a:pPr>
            <a:endParaRPr lang="en-US" sz="2400" dirty="0"/>
          </a:p>
        </p:txBody>
      </p:sp>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smtClean="0"/>
              <a:t>Global Positioning of Nodes</a:t>
            </a:r>
            <a:endParaRPr lang="en-US" dirty="0"/>
          </a:p>
        </p:txBody>
      </p:sp>
      <p:sp>
        <p:nvSpPr>
          <p:cNvPr id="3" name="Content Placeholder 2"/>
          <p:cNvSpPr>
            <a:spLocks noGrp="1"/>
          </p:cNvSpPr>
          <p:nvPr>
            <p:ph idx="1"/>
          </p:nvPr>
        </p:nvSpPr>
        <p:spPr/>
        <p:txBody>
          <a:bodyPr/>
          <a:lstStyle/>
          <a:p>
            <a:endParaRPr lang="en-IN"/>
          </a:p>
        </p:txBody>
      </p:sp>
      <p:pic>
        <p:nvPicPr>
          <p:cNvPr id="8" name="Picture 4" descr="06-19"/>
          <p:cNvPicPr>
            <a:picLocks noChangeAspect="1" noChangeArrowheads="1"/>
          </p:cNvPicPr>
          <p:nvPr/>
        </p:nvPicPr>
        <p:blipFill rotWithShape="1">
          <a:blip r:embed="rId2">
            <a:extLst>
              <a:ext uri="{28A0092B-C50C-407E-A947-70E740481C1C}">
                <a14:useLocalDpi xmlns:a14="http://schemas.microsoft.com/office/drawing/2010/main" val="0"/>
              </a:ext>
            </a:extLst>
          </a:blip>
          <a:srcRect l="6382" r="8199"/>
          <a:stretch/>
        </p:blipFill>
        <p:spPr bwMode="auto">
          <a:xfrm>
            <a:off x="7450930" y="2076712"/>
            <a:ext cx="4310609" cy="2180064"/>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p:cNvSpPr txBox="1"/>
          <p:nvPr/>
        </p:nvSpPr>
        <p:spPr>
          <a:xfrm>
            <a:off x="7315201" y="4378882"/>
            <a:ext cx="4867821" cy="830997"/>
          </a:xfrm>
          <a:prstGeom prst="rect">
            <a:avLst/>
          </a:prstGeom>
          <a:noFill/>
        </p:spPr>
        <p:txBody>
          <a:bodyPr wrap="square" rtlCol="0">
            <a:spAutoFit/>
          </a:bodyPr>
          <a:lstStyle/>
          <a:p>
            <a:pPr algn="just"/>
            <a:r>
              <a:rPr lang="en-US" sz="2400" dirty="0" smtClean="0">
                <a:solidFill>
                  <a:srgbClr val="1D3064"/>
                </a:solidFill>
              </a:rPr>
              <a:t>Inconsistent distance measurements</a:t>
            </a:r>
            <a:r>
              <a:rPr lang="en-US" sz="2400" dirty="0">
                <a:solidFill>
                  <a:srgbClr val="1D3064"/>
                </a:solidFill>
              </a:rPr>
              <a:t> </a:t>
            </a:r>
            <a:r>
              <a:rPr lang="en-US" sz="2400" dirty="0" smtClean="0">
                <a:solidFill>
                  <a:srgbClr val="1D3064"/>
                </a:solidFill>
              </a:rPr>
              <a:t>in </a:t>
            </a:r>
            <a:r>
              <a:rPr lang="en-US" sz="2400" dirty="0">
                <a:solidFill>
                  <a:srgbClr val="1D3064"/>
                </a:solidFill>
              </a:rPr>
              <a:t>a one-dimensional space.</a:t>
            </a:r>
          </a:p>
        </p:txBody>
      </p:sp>
      <mc:AlternateContent xmlns:mc="http://schemas.openxmlformats.org/markup-compatibility/2006" xmlns:a14="http://schemas.microsoft.com/office/drawing/2010/main">
        <mc:Choice Requires="a14">
          <p:sp>
            <p:nvSpPr>
              <p:cNvPr id="5" name="TextBox 4"/>
              <p:cNvSpPr txBox="1"/>
              <p:nvPr/>
            </p:nvSpPr>
            <p:spPr>
              <a:xfrm>
                <a:off x="1973553" y="1537141"/>
                <a:ext cx="4122447" cy="53957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IN" sz="2400" i="1" smtClean="0">
                          <a:solidFill>
                            <a:schemeClr val="accent6"/>
                          </a:solidFill>
                          <a:latin typeface="Cambria Math" panose="02040503050406030204" pitchFamily="18" charset="0"/>
                        </a:rPr>
                        <m:t>𝑑</m:t>
                      </m:r>
                      <m:r>
                        <a:rPr lang="en-IN" sz="2400" i="1" smtClean="0">
                          <a:solidFill>
                            <a:schemeClr val="accent6"/>
                          </a:solidFill>
                          <a:latin typeface="Cambria Math" panose="02040503050406030204" pitchFamily="18" charset="0"/>
                        </a:rPr>
                        <m:t>=</m:t>
                      </m:r>
                      <m:rad>
                        <m:radPr>
                          <m:degHide m:val="on"/>
                          <m:ctrlPr>
                            <a:rPr lang="en-IN" sz="2400" i="1">
                              <a:solidFill>
                                <a:schemeClr val="accent6"/>
                              </a:solidFill>
                              <a:latin typeface="Cambria Math" panose="02040503050406030204" pitchFamily="18" charset="0"/>
                              <a:ea typeface="Cambria Math" panose="02040503050406030204" pitchFamily="18" charset="0"/>
                            </a:rPr>
                          </m:ctrlPr>
                        </m:radPr>
                        <m:deg/>
                        <m:e>
                          <m:sSup>
                            <m:sSupPr>
                              <m:ctrlPr>
                                <a:rPr lang="en-IN" sz="2400" i="1">
                                  <a:solidFill>
                                    <a:schemeClr val="accent6"/>
                                  </a:solidFill>
                                  <a:latin typeface="Cambria Math" panose="02040503050406030204" pitchFamily="18" charset="0"/>
                                  <a:ea typeface="Cambria Math" panose="02040503050406030204" pitchFamily="18" charset="0"/>
                                </a:rPr>
                              </m:ctrlPr>
                            </m:sSupPr>
                            <m:e>
                              <m:d>
                                <m:dPr>
                                  <m:ctrlPr>
                                    <a:rPr lang="en-IN" sz="2400" i="1">
                                      <a:solidFill>
                                        <a:schemeClr val="accent6"/>
                                      </a:solidFill>
                                      <a:latin typeface="Cambria Math" panose="02040503050406030204" pitchFamily="18" charset="0"/>
                                      <a:ea typeface="Cambria Math" panose="02040503050406030204" pitchFamily="18" charset="0"/>
                                    </a:rPr>
                                  </m:ctrlPr>
                                </m:dPr>
                                <m:e>
                                  <m:r>
                                    <a:rPr lang="en-IN" sz="2400" i="1">
                                      <a:solidFill>
                                        <a:schemeClr val="accent6"/>
                                      </a:solidFill>
                                      <a:latin typeface="Cambria Math" panose="02040503050406030204" pitchFamily="18" charset="0"/>
                                      <a:ea typeface="Cambria Math" panose="02040503050406030204" pitchFamily="18" charset="0"/>
                                    </a:rPr>
                                    <m:t>𝑥</m:t>
                                  </m:r>
                                  <m:r>
                                    <a:rPr lang="en-IN" sz="2400" i="1" baseline="-25000">
                                      <a:solidFill>
                                        <a:schemeClr val="accent6"/>
                                      </a:solidFill>
                                      <a:latin typeface="Cambria Math" panose="02040503050406030204" pitchFamily="18" charset="0"/>
                                      <a:ea typeface="Cambria Math" panose="02040503050406030204" pitchFamily="18" charset="0"/>
                                    </a:rPr>
                                    <m:t>𝑖</m:t>
                                  </m:r>
                                  <m:r>
                                    <a:rPr lang="en-IN" sz="2400" i="1">
                                      <a:solidFill>
                                        <a:schemeClr val="accent6"/>
                                      </a:solidFill>
                                      <a:latin typeface="Cambria Math" panose="02040503050406030204" pitchFamily="18" charset="0"/>
                                      <a:ea typeface="Cambria Math" panose="02040503050406030204" pitchFamily="18" charset="0"/>
                                    </a:rPr>
                                    <m:t>−</m:t>
                                  </m:r>
                                  <m:r>
                                    <a:rPr lang="en-IN" sz="2400" i="1">
                                      <a:solidFill>
                                        <a:schemeClr val="accent6"/>
                                      </a:solidFill>
                                      <a:latin typeface="Cambria Math" panose="02040503050406030204" pitchFamily="18" charset="0"/>
                                      <a:ea typeface="Cambria Math" panose="02040503050406030204" pitchFamily="18" charset="0"/>
                                    </a:rPr>
                                    <m:t>𝑥𝑝</m:t>
                                  </m:r>
                                </m:e>
                              </m:d>
                            </m:e>
                            <m:sup>
                              <m:r>
                                <a:rPr lang="en-IN" sz="2400" i="1">
                                  <a:solidFill>
                                    <a:schemeClr val="accent6"/>
                                  </a:solidFill>
                                  <a:latin typeface="Cambria Math" panose="02040503050406030204" pitchFamily="18" charset="0"/>
                                  <a:ea typeface="Cambria Math" panose="02040503050406030204" pitchFamily="18" charset="0"/>
                                </a:rPr>
                                <m:t>2</m:t>
                              </m:r>
                            </m:sup>
                          </m:sSup>
                          <m:r>
                            <a:rPr lang="en-IN" sz="2400" i="1">
                              <a:solidFill>
                                <a:schemeClr val="accent6"/>
                              </a:solidFill>
                              <a:latin typeface="Cambria Math" panose="02040503050406030204" pitchFamily="18" charset="0"/>
                              <a:ea typeface="Cambria Math" panose="02040503050406030204" pitchFamily="18" charset="0"/>
                            </a:rPr>
                            <m:t>+</m:t>
                          </m:r>
                          <m:sSup>
                            <m:sSupPr>
                              <m:ctrlPr>
                                <a:rPr lang="en-IN" sz="2400" i="1">
                                  <a:solidFill>
                                    <a:schemeClr val="accent6"/>
                                  </a:solidFill>
                                  <a:latin typeface="Cambria Math" panose="02040503050406030204" pitchFamily="18" charset="0"/>
                                  <a:ea typeface="Cambria Math" panose="02040503050406030204" pitchFamily="18" charset="0"/>
                                </a:rPr>
                              </m:ctrlPr>
                            </m:sSupPr>
                            <m:e>
                              <m:d>
                                <m:dPr>
                                  <m:ctrlPr>
                                    <a:rPr lang="en-IN" sz="2400" i="1">
                                      <a:solidFill>
                                        <a:schemeClr val="accent6"/>
                                      </a:solidFill>
                                      <a:latin typeface="Cambria Math" panose="02040503050406030204" pitchFamily="18" charset="0"/>
                                      <a:ea typeface="Cambria Math" panose="02040503050406030204" pitchFamily="18" charset="0"/>
                                    </a:rPr>
                                  </m:ctrlPr>
                                </m:dPr>
                                <m:e>
                                  <m:r>
                                    <a:rPr lang="en-IN" sz="2400" i="1">
                                      <a:solidFill>
                                        <a:schemeClr val="accent6"/>
                                      </a:solidFill>
                                      <a:latin typeface="Cambria Math" panose="02040503050406030204" pitchFamily="18" charset="0"/>
                                      <a:ea typeface="Cambria Math" panose="02040503050406030204" pitchFamily="18" charset="0"/>
                                    </a:rPr>
                                    <m:t>𝑦</m:t>
                                  </m:r>
                                  <m:r>
                                    <a:rPr lang="en-IN" sz="2400" i="1" baseline="-25000">
                                      <a:solidFill>
                                        <a:schemeClr val="accent6"/>
                                      </a:solidFill>
                                      <a:latin typeface="Cambria Math" panose="02040503050406030204" pitchFamily="18" charset="0"/>
                                      <a:ea typeface="Cambria Math" panose="02040503050406030204" pitchFamily="18" charset="0"/>
                                    </a:rPr>
                                    <m:t>𝑖</m:t>
                                  </m:r>
                                  <m:r>
                                    <a:rPr lang="en-IN" sz="2400" i="1">
                                      <a:solidFill>
                                        <a:schemeClr val="accent6"/>
                                      </a:solidFill>
                                      <a:latin typeface="Cambria Math" panose="02040503050406030204" pitchFamily="18" charset="0"/>
                                      <a:ea typeface="Cambria Math" panose="02040503050406030204" pitchFamily="18" charset="0"/>
                                    </a:rPr>
                                    <m:t>−</m:t>
                                  </m:r>
                                  <m:r>
                                    <a:rPr lang="en-IN" sz="2400" i="1">
                                      <a:solidFill>
                                        <a:schemeClr val="accent6"/>
                                      </a:solidFill>
                                      <a:latin typeface="Cambria Math" panose="02040503050406030204" pitchFamily="18" charset="0"/>
                                      <a:ea typeface="Cambria Math" panose="02040503050406030204" pitchFamily="18" charset="0"/>
                                    </a:rPr>
                                    <m:t>𝑦𝑝</m:t>
                                  </m:r>
                                </m:e>
                              </m:d>
                            </m:e>
                            <m:sup>
                              <m:r>
                                <a:rPr lang="en-IN" sz="2400" i="1">
                                  <a:solidFill>
                                    <a:schemeClr val="accent6"/>
                                  </a:solidFill>
                                  <a:latin typeface="Cambria Math" panose="02040503050406030204" pitchFamily="18" charset="0"/>
                                  <a:ea typeface="Cambria Math" panose="02040503050406030204" pitchFamily="18" charset="0"/>
                                </a:rPr>
                                <m:t>2</m:t>
                              </m:r>
                            </m:sup>
                          </m:sSup>
                        </m:e>
                      </m:rad>
                    </m:oMath>
                  </m:oMathPara>
                </a14:m>
                <a:endParaRPr lang="en-IN" sz="2400" dirty="0">
                  <a:solidFill>
                    <a:schemeClr val="accent6"/>
                  </a:solidFill>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1973553" y="1537141"/>
                <a:ext cx="4122447" cy="539571"/>
              </a:xfrm>
              <a:prstGeom prst="rect">
                <a:avLst/>
              </a:prstGeom>
              <a:blipFill rotWithShape="0">
                <a:blip r:embed="rId3"/>
                <a:stretch>
                  <a:fillRect/>
                </a:stretch>
              </a:blipFill>
            </p:spPr>
            <p:txBody>
              <a:bodyPr/>
              <a:lstStyle/>
              <a:p>
                <a:r>
                  <a:rPr lang="en-IN">
                    <a:noFill/>
                  </a:rPr>
                  <a:t> </a:t>
                </a:r>
              </a:p>
            </p:txBody>
          </p:sp>
        </mc:Fallback>
      </mc:AlternateContent>
      <p:pic>
        <p:nvPicPr>
          <p:cNvPr id="12" name="Picture 11"/>
          <p:cNvPicPr>
            <a:picLocks noChangeAspect="1"/>
          </p:cNvPicPr>
          <p:nvPr/>
        </p:nvPicPr>
        <p:blipFill>
          <a:blip r:embed="rId4"/>
          <a:stretch>
            <a:fillRect/>
          </a:stretch>
        </p:blipFill>
        <p:spPr>
          <a:xfrm>
            <a:off x="2252663" y="5315632"/>
            <a:ext cx="2809875" cy="1009650"/>
          </a:xfrm>
          <a:prstGeom prst="rect">
            <a:avLst/>
          </a:prstGeom>
        </p:spPr>
      </p:pic>
    </p:spTree>
    <p:extLst>
      <p:ext uri="{BB962C8B-B14F-4D97-AF65-F5344CB8AC3E}">
        <p14:creationId xmlns:p14="http://schemas.microsoft.com/office/powerpoint/2010/main" val="897105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9">
                                            <p:txEl>
                                              <p:pRg st="6" end="6"/>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9">
                                            <p:txEl>
                                              <p:pRg st="7" end="7"/>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9">
                                            <p:txEl>
                                              <p:pRg st="8" end="8"/>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5"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Elections in Wireless Environments</a:t>
            </a:r>
          </a:p>
        </p:txBody>
      </p:sp>
      <p:sp>
        <p:nvSpPr>
          <p:cNvPr id="28" name="Content Placeholder 2">
            <a:extLst>
              <a:ext uri="{FF2B5EF4-FFF2-40B4-BE49-F238E27FC236}">
                <a16:creationId xmlns:a16="http://schemas.microsoft.com/office/drawing/2014/main" xmlns="" id="{05FF24D1-5277-417B-BCE3-776DD62CA93A}"/>
              </a:ext>
            </a:extLst>
          </p:cNvPr>
          <p:cNvSpPr>
            <a:spLocks noGrp="1"/>
          </p:cNvSpPr>
          <p:nvPr>
            <p:ph idx="1"/>
          </p:nvPr>
        </p:nvSpPr>
        <p:spPr/>
        <p:txBody>
          <a:bodyPr>
            <a:normAutofit/>
          </a:bodyPr>
          <a:lstStyle/>
          <a:p>
            <a:pPr>
              <a:lnSpc>
                <a:spcPct val="110000"/>
              </a:lnSpc>
              <a:spcBef>
                <a:spcPts val="200"/>
              </a:spcBef>
              <a:spcAft>
                <a:spcPts val="200"/>
              </a:spcAft>
            </a:pPr>
            <a:r>
              <a:rPr lang="en-US" altLang="en-US" dirty="0">
                <a:latin typeface="+mj-lt"/>
              </a:rPr>
              <a:t>Traditional algorithms aren’t appropriate.</a:t>
            </a:r>
          </a:p>
          <a:p>
            <a:pPr lvl="1">
              <a:lnSpc>
                <a:spcPct val="100000"/>
              </a:lnSpc>
              <a:spcBef>
                <a:spcPts val="200"/>
              </a:spcBef>
              <a:spcAft>
                <a:spcPts val="200"/>
              </a:spcAft>
              <a:buFont typeface="Wingdings" panose="05000000000000000000" pitchFamily="2" charset="2"/>
              <a:buChar char="§"/>
            </a:pPr>
            <a:r>
              <a:rPr lang="en-US" altLang="en-US" sz="2400" dirty="0">
                <a:latin typeface="+mj-lt"/>
                <a:ea typeface="Arial" panose="020B0604020202020204" pitchFamily="34" charset="0"/>
              </a:rPr>
              <a:t>Can’t assume reliable message passing or stable network configuration</a:t>
            </a:r>
          </a:p>
          <a:p>
            <a:pPr>
              <a:lnSpc>
                <a:spcPct val="110000"/>
              </a:lnSpc>
              <a:spcBef>
                <a:spcPts val="200"/>
              </a:spcBef>
              <a:spcAft>
                <a:spcPts val="200"/>
              </a:spcAft>
            </a:pPr>
            <a:r>
              <a:rPr lang="en-US" altLang="en-US" dirty="0">
                <a:latin typeface="+mj-lt"/>
              </a:rPr>
              <a:t>This discussion focuses on ad hoc wireless networks but ignores node mobility.</a:t>
            </a:r>
          </a:p>
          <a:p>
            <a:pPr lvl="1">
              <a:lnSpc>
                <a:spcPct val="100000"/>
              </a:lnSpc>
              <a:spcBef>
                <a:spcPts val="200"/>
              </a:spcBef>
              <a:spcAft>
                <a:spcPts val="200"/>
              </a:spcAft>
              <a:buFont typeface="Wingdings" panose="05000000000000000000" pitchFamily="2" charset="2"/>
              <a:buChar char="§"/>
            </a:pPr>
            <a:r>
              <a:rPr lang="en-US" altLang="en-US" sz="2400" dirty="0">
                <a:latin typeface="+mj-lt"/>
                <a:ea typeface="Arial" panose="020B0604020202020204" pitchFamily="34" charset="0"/>
              </a:rPr>
              <a:t>Nodes connect directly, no common access point, connection is short term</a:t>
            </a:r>
          </a:p>
          <a:p>
            <a:pPr lvl="1">
              <a:lnSpc>
                <a:spcPct val="100000"/>
              </a:lnSpc>
              <a:spcBef>
                <a:spcPts val="200"/>
              </a:spcBef>
              <a:spcAft>
                <a:spcPts val="200"/>
              </a:spcAft>
              <a:buFont typeface="Wingdings" panose="05000000000000000000" pitchFamily="2" charset="2"/>
              <a:buChar char="§"/>
            </a:pPr>
            <a:r>
              <a:rPr lang="en-US" altLang="en-US" sz="2400" dirty="0">
                <a:latin typeface="+mj-lt"/>
                <a:ea typeface="Arial" panose="020B0604020202020204" pitchFamily="34" charset="0"/>
              </a:rPr>
              <a:t>Often used in multiplayer gaming, on-the-fly file transfers, etc</a:t>
            </a:r>
            <a:r>
              <a:rPr lang="en-US" altLang="en-US" sz="2400" dirty="0" smtClean="0">
                <a:latin typeface="+mj-lt"/>
                <a:ea typeface="Arial" panose="020B0604020202020204" pitchFamily="34" charset="0"/>
              </a:rPr>
              <a:t>.</a:t>
            </a:r>
          </a:p>
          <a:p>
            <a:pPr marL="265113" lvl="1" indent="-265113">
              <a:lnSpc>
                <a:spcPct val="110000"/>
              </a:lnSpc>
              <a:spcBef>
                <a:spcPts val="200"/>
              </a:spcBef>
              <a:spcAft>
                <a:spcPts val="200"/>
              </a:spcAft>
              <a:buFont typeface="Webdings" panose="05030102010509060703" pitchFamily="18" charset="2"/>
              <a:buChar char=""/>
            </a:pPr>
            <a:r>
              <a:rPr lang="en-US" altLang="en-US" sz="2400" dirty="0">
                <a:latin typeface="+mj-lt"/>
              </a:rPr>
              <a:t>Assumptions</a:t>
            </a:r>
          </a:p>
          <a:p>
            <a:pPr lvl="1">
              <a:lnSpc>
                <a:spcPct val="100000"/>
              </a:lnSpc>
              <a:spcBef>
                <a:spcPts val="200"/>
              </a:spcBef>
              <a:spcAft>
                <a:spcPts val="200"/>
              </a:spcAft>
              <a:buFont typeface="Wingdings" panose="05000000000000000000" pitchFamily="2" charset="2"/>
              <a:buChar char="§"/>
            </a:pPr>
            <a:r>
              <a:rPr lang="en-US" altLang="en-US" sz="2400" dirty="0">
                <a:latin typeface="+mj-lt"/>
                <a:ea typeface="Arial" panose="020B0604020202020204" pitchFamily="34" charset="0"/>
              </a:rPr>
              <a:t>Wireless algorithms try to find the </a:t>
            </a:r>
            <a:r>
              <a:rPr lang="en-US" altLang="en-US" sz="2400" dirty="0">
                <a:solidFill>
                  <a:schemeClr val="accent6"/>
                </a:solidFill>
                <a:latin typeface="+mj-lt"/>
                <a:ea typeface="Arial" panose="020B0604020202020204" pitchFamily="34" charset="0"/>
              </a:rPr>
              <a:t>best node </a:t>
            </a:r>
            <a:r>
              <a:rPr lang="en-US" altLang="en-US" sz="2400" dirty="0">
                <a:latin typeface="+mj-lt"/>
                <a:ea typeface="Arial" panose="020B0604020202020204" pitchFamily="34" charset="0"/>
              </a:rPr>
              <a:t>to be coordinator; traditional algorithms are satisfied with any node.</a:t>
            </a:r>
          </a:p>
          <a:p>
            <a:pPr lvl="1">
              <a:lnSpc>
                <a:spcPct val="100000"/>
              </a:lnSpc>
              <a:spcBef>
                <a:spcPts val="200"/>
              </a:spcBef>
              <a:spcAft>
                <a:spcPts val="200"/>
              </a:spcAft>
              <a:buFont typeface="Wingdings" panose="05000000000000000000" pitchFamily="2" charset="2"/>
              <a:buChar char="§"/>
            </a:pPr>
            <a:r>
              <a:rPr lang="en-US" altLang="en-US" sz="2400" dirty="0">
                <a:latin typeface="+mj-lt"/>
                <a:ea typeface="Arial" panose="020B0604020202020204" pitchFamily="34" charset="0"/>
              </a:rPr>
              <a:t>Any node (the source) can initiate an election by sending an </a:t>
            </a:r>
            <a:r>
              <a:rPr lang="en-US" altLang="en-US" sz="2400" dirty="0">
                <a:solidFill>
                  <a:schemeClr val="accent6"/>
                </a:solidFill>
                <a:latin typeface="+mj-lt"/>
                <a:ea typeface="Arial" panose="020B0604020202020204" pitchFamily="34" charset="0"/>
              </a:rPr>
              <a:t>ELECTION</a:t>
            </a:r>
            <a:r>
              <a:rPr lang="en-US" altLang="en-US" sz="2400" dirty="0">
                <a:latin typeface="+mj-lt"/>
                <a:ea typeface="Arial" panose="020B0604020202020204" pitchFamily="34" charset="0"/>
              </a:rPr>
              <a:t> message to its neighbors – nodes within range.</a:t>
            </a:r>
          </a:p>
          <a:p>
            <a:pPr lvl="1">
              <a:lnSpc>
                <a:spcPct val="100000"/>
              </a:lnSpc>
              <a:spcBef>
                <a:spcPts val="200"/>
              </a:spcBef>
              <a:spcAft>
                <a:spcPts val="200"/>
              </a:spcAft>
              <a:buFont typeface="Wingdings" panose="05000000000000000000" pitchFamily="2" charset="2"/>
              <a:buChar char="§"/>
            </a:pPr>
            <a:r>
              <a:rPr lang="en-US" altLang="en-US" sz="2400" dirty="0">
                <a:latin typeface="+mj-lt"/>
                <a:ea typeface="Arial" panose="020B0604020202020204" pitchFamily="34" charset="0"/>
              </a:rPr>
              <a:t>When a node receives its first ELECTION message the sender becomes its </a:t>
            </a:r>
            <a:r>
              <a:rPr lang="en-US" altLang="en-US" sz="2400" dirty="0">
                <a:solidFill>
                  <a:schemeClr val="accent6"/>
                </a:solidFill>
                <a:latin typeface="+mj-lt"/>
                <a:ea typeface="Arial" panose="020B0604020202020204" pitchFamily="34" charset="0"/>
              </a:rPr>
              <a:t>parent node</a:t>
            </a:r>
            <a:r>
              <a:rPr lang="en-US" altLang="en-US" sz="2400" dirty="0" smtClean="0">
                <a:latin typeface="+mj-lt"/>
                <a:ea typeface="Arial" panose="020B0604020202020204" pitchFamily="34" charset="0"/>
              </a:rPr>
              <a:t>.</a:t>
            </a:r>
            <a:endParaRPr lang="en-US" altLang="en-US" sz="2400" dirty="0">
              <a:latin typeface="+mj-lt"/>
              <a:ea typeface="Arial" panose="020B0604020202020204" pitchFamily="34" charset="0"/>
            </a:endParaRPr>
          </a:p>
        </p:txBody>
      </p:sp>
    </p:spTree>
    <p:extLst>
      <p:ext uri="{BB962C8B-B14F-4D97-AF65-F5344CB8AC3E}">
        <p14:creationId xmlns:p14="http://schemas.microsoft.com/office/powerpoint/2010/main" val="595999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8">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8">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8">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Elections in Wireless Environments</a:t>
            </a:r>
          </a:p>
        </p:txBody>
      </p:sp>
      <p:sp>
        <p:nvSpPr>
          <p:cNvPr id="16" name="Content Placeholder 15"/>
          <p:cNvSpPr>
            <a:spLocks noGrp="1"/>
          </p:cNvSpPr>
          <p:nvPr>
            <p:ph idx="1"/>
          </p:nvPr>
        </p:nvSpPr>
        <p:spPr/>
        <p:txBody>
          <a:bodyPr/>
          <a:lstStyle/>
          <a:p>
            <a:r>
              <a:rPr lang="en-US" dirty="0"/>
              <a:t>Node a initiates an ELECTION message by broadcasting to nodes b and </a:t>
            </a:r>
            <a:r>
              <a:rPr lang="en-US" dirty="0" smtClean="0"/>
              <a:t>j</a:t>
            </a:r>
            <a:endParaRPr lang="en-US" dirty="0"/>
          </a:p>
        </p:txBody>
      </p:sp>
      <p:sp>
        <p:nvSpPr>
          <p:cNvPr id="6" name="TextBox 5"/>
          <p:cNvSpPr txBox="1"/>
          <p:nvPr/>
        </p:nvSpPr>
        <p:spPr>
          <a:xfrm>
            <a:off x="268099" y="5373348"/>
            <a:ext cx="4446776" cy="707886"/>
          </a:xfrm>
          <a:prstGeom prst="rect">
            <a:avLst/>
          </a:prstGeom>
          <a:noFill/>
        </p:spPr>
        <p:txBody>
          <a:bodyPr wrap="square" rtlCol="0">
            <a:spAutoFit/>
          </a:bodyPr>
          <a:lstStyle/>
          <a:p>
            <a:r>
              <a:rPr lang="en-US" sz="2000" dirty="0">
                <a:solidFill>
                  <a:srgbClr val="1D3064"/>
                </a:solidFill>
              </a:rPr>
              <a:t>Election algorithm in a wireless network, with node a as the </a:t>
            </a:r>
            <a:r>
              <a:rPr lang="en-US" sz="2000" dirty="0" smtClean="0">
                <a:solidFill>
                  <a:srgbClr val="1D3064"/>
                </a:solidFill>
              </a:rPr>
              <a:t>source: Initial network</a:t>
            </a:r>
            <a:endParaRPr lang="en-IN" sz="2000" dirty="0">
              <a:solidFill>
                <a:srgbClr val="1D3064"/>
              </a:solidFill>
            </a:endParaRPr>
          </a:p>
        </p:txBody>
      </p:sp>
      <p:sp>
        <p:nvSpPr>
          <p:cNvPr id="8" name="TextBox 7"/>
          <p:cNvSpPr txBox="1"/>
          <p:nvPr/>
        </p:nvSpPr>
        <p:spPr>
          <a:xfrm>
            <a:off x="5337569" y="5373348"/>
            <a:ext cx="4703180" cy="707886"/>
          </a:xfrm>
          <a:prstGeom prst="rect">
            <a:avLst/>
          </a:prstGeom>
          <a:noFill/>
        </p:spPr>
        <p:txBody>
          <a:bodyPr wrap="square" rtlCol="0">
            <a:spAutoFit/>
          </a:bodyPr>
          <a:lstStyle/>
          <a:p>
            <a:r>
              <a:rPr lang="en-US" sz="2000" dirty="0">
                <a:solidFill>
                  <a:srgbClr val="1D3064"/>
                </a:solidFill>
              </a:rPr>
              <a:t>Election algorithm in a wireless network, with node a as the </a:t>
            </a:r>
            <a:r>
              <a:rPr lang="en-US" sz="2000" dirty="0" smtClean="0">
                <a:solidFill>
                  <a:srgbClr val="1D3064"/>
                </a:solidFill>
              </a:rPr>
              <a:t>source: The </a:t>
            </a:r>
            <a:r>
              <a:rPr lang="en-US" sz="2000" dirty="0">
                <a:solidFill>
                  <a:srgbClr val="1D3064"/>
                </a:solidFill>
              </a:rPr>
              <a:t>build-tree phase</a:t>
            </a:r>
            <a:endParaRPr lang="en-IN" sz="2000" dirty="0">
              <a:solidFill>
                <a:srgbClr val="1D3064"/>
              </a:solidFill>
            </a:endParaRPr>
          </a:p>
        </p:txBody>
      </p:sp>
      <p:grpSp>
        <p:nvGrpSpPr>
          <p:cNvPr id="12" name="Group 11"/>
          <p:cNvGrpSpPr/>
          <p:nvPr/>
        </p:nvGrpSpPr>
        <p:grpSpPr>
          <a:xfrm>
            <a:off x="596012" y="1828748"/>
            <a:ext cx="3790950" cy="3171825"/>
            <a:chOff x="957262" y="1414462"/>
            <a:chExt cx="3790950" cy="3171825"/>
          </a:xfrm>
        </p:grpSpPr>
        <p:pic>
          <p:nvPicPr>
            <p:cNvPr id="7" name="Picture 6"/>
            <p:cNvPicPr>
              <a:picLocks noChangeAspect="1"/>
            </p:cNvPicPr>
            <p:nvPr/>
          </p:nvPicPr>
          <p:blipFill>
            <a:blip r:embed="rId2"/>
            <a:stretch>
              <a:fillRect/>
            </a:stretch>
          </p:blipFill>
          <p:spPr>
            <a:xfrm>
              <a:off x="957262" y="1414462"/>
              <a:ext cx="3790950" cy="3171825"/>
            </a:xfrm>
            <a:prstGeom prst="rect">
              <a:avLst/>
            </a:prstGeom>
          </p:spPr>
        </p:pic>
        <p:sp>
          <p:nvSpPr>
            <p:cNvPr id="9" name="TextBox 8"/>
            <p:cNvSpPr txBox="1"/>
            <p:nvPr/>
          </p:nvSpPr>
          <p:spPr>
            <a:xfrm>
              <a:off x="1571625" y="1578927"/>
              <a:ext cx="1128712" cy="400110"/>
            </a:xfrm>
            <a:prstGeom prst="rect">
              <a:avLst/>
            </a:prstGeom>
            <a:noFill/>
          </p:spPr>
          <p:txBody>
            <a:bodyPr wrap="square" rtlCol="0">
              <a:spAutoFit/>
            </a:bodyPr>
            <a:lstStyle/>
            <a:p>
              <a:r>
                <a:rPr lang="en-IN" sz="2000" b="1" dirty="0" smtClean="0">
                  <a:solidFill>
                    <a:schemeClr val="accent6"/>
                  </a:solidFill>
                </a:rPr>
                <a:t>Capacity</a:t>
              </a:r>
              <a:endParaRPr lang="en-IN" sz="2000" b="1" dirty="0">
                <a:solidFill>
                  <a:schemeClr val="accent6"/>
                </a:solidFill>
              </a:endParaRPr>
            </a:p>
          </p:txBody>
        </p:sp>
        <p:sp>
          <p:nvSpPr>
            <p:cNvPr id="11" name="TextBox 10"/>
            <p:cNvSpPr txBox="1"/>
            <p:nvPr/>
          </p:nvSpPr>
          <p:spPr>
            <a:xfrm>
              <a:off x="1281112" y="2897941"/>
              <a:ext cx="1028700" cy="400110"/>
            </a:xfrm>
            <a:prstGeom prst="rect">
              <a:avLst/>
            </a:prstGeom>
            <a:noFill/>
          </p:spPr>
          <p:txBody>
            <a:bodyPr wrap="square" rtlCol="0">
              <a:spAutoFit/>
            </a:bodyPr>
            <a:lstStyle/>
            <a:p>
              <a:r>
                <a:rPr lang="en-IN" sz="2000" b="1" dirty="0" smtClean="0">
                  <a:solidFill>
                    <a:schemeClr val="accent6"/>
                  </a:solidFill>
                </a:rPr>
                <a:t>Source</a:t>
              </a:r>
              <a:endParaRPr lang="en-IN" sz="2000" b="1" dirty="0">
                <a:solidFill>
                  <a:schemeClr val="accent6"/>
                </a:solidFill>
              </a:endParaRPr>
            </a:p>
          </p:txBody>
        </p:sp>
      </p:grpSp>
      <p:grpSp>
        <p:nvGrpSpPr>
          <p:cNvPr id="14" name="Group 13"/>
          <p:cNvGrpSpPr/>
          <p:nvPr/>
        </p:nvGrpSpPr>
        <p:grpSpPr>
          <a:xfrm>
            <a:off x="5337569" y="2087101"/>
            <a:ext cx="4424363" cy="3143250"/>
            <a:chOff x="5491162" y="1389746"/>
            <a:chExt cx="4424363" cy="3143250"/>
          </a:xfrm>
        </p:grpSpPr>
        <p:pic>
          <p:nvPicPr>
            <p:cNvPr id="10" name="Picture 9"/>
            <p:cNvPicPr>
              <a:picLocks noChangeAspect="1"/>
            </p:cNvPicPr>
            <p:nvPr/>
          </p:nvPicPr>
          <p:blipFill>
            <a:blip r:embed="rId3"/>
            <a:stretch>
              <a:fillRect/>
            </a:stretch>
          </p:blipFill>
          <p:spPr>
            <a:xfrm>
              <a:off x="6105525" y="1389746"/>
              <a:ext cx="3810000" cy="3143250"/>
            </a:xfrm>
            <a:prstGeom prst="rect">
              <a:avLst/>
            </a:prstGeom>
          </p:spPr>
        </p:pic>
        <p:sp>
          <p:nvSpPr>
            <p:cNvPr id="13" name="TextBox 12"/>
            <p:cNvSpPr txBox="1"/>
            <p:nvPr/>
          </p:nvSpPr>
          <p:spPr>
            <a:xfrm>
              <a:off x="5491162" y="1948259"/>
              <a:ext cx="1538288" cy="707886"/>
            </a:xfrm>
            <a:prstGeom prst="rect">
              <a:avLst/>
            </a:prstGeom>
            <a:noFill/>
          </p:spPr>
          <p:txBody>
            <a:bodyPr wrap="square" rtlCol="0">
              <a:spAutoFit/>
            </a:bodyPr>
            <a:lstStyle/>
            <a:p>
              <a:r>
                <a:rPr lang="en-IN" sz="2000" b="1" dirty="0" smtClean="0">
                  <a:solidFill>
                    <a:schemeClr val="accent6"/>
                  </a:solidFill>
                </a:rPr>
                <a:t>Broadcasting node</a:t>
              </a:r>
              <a:endParaRPr lang="en-IN" sz="2000" b="1" dirty="0">
                <a:solidFill>
                  <a:schemeClr val="accent6"/>
                </a:solidFill>
              </a:endParaRPr>
            </a:p>
          </p:txBody>
        </p:sp>
      </p:grpSp>
    </p:spTree>
    <p:extLst>
      <p:ext uri="{BB962C8B-B14F-4D97-AF65-F5344CB8AC3E}">
        <p14:creationId xmlns:p14="http://schemas.microsoft.com/office/powerpoint/2010/main" val="3288636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Elections in Wireless Environments</a:t>
            </a:r>
          </a:p>
        </p:txBody>
      </p:sp>
      <p:sp>
        <p:nvSpPr>
          <p:cNvPr id="16" name="Content Placeholder 15"/>
          <p:cNvSpPr>
            <a:spLocks noGrp="1"/>
          </p:cNvSpPr>
          <p:nvPr>
            <p:ph idx="1"/>
          </p:nvPr>
        </p:nvSpPr>
        <p:spPr/>
        <p:txBody>
          <a:bodyPr/>
          <a:lstStyle/>
          <a:p>
            <a:r>
              <a:rPr lang="en-US" dirty="0" smtClean="0"/>
              <a:t>The Node </a:t>
            </a:r>
            <a:r>
              <a:rPr lang="en-US" dirty="0"/>
              <a:t>b marks a as parent and passes the ELECTION message to node g</a:t>
            </a:r>
          </a:p>
          <a:p>
            <a:r>
              <a:rPr lang="en-US" dirty="0" smtClean="0"/>
              <a:t>Election </a:t>
            </a:r>
            <a:r>
              <a:rPr lang="en-US" dirty="0"/>
              <a:t>message it transmitted till the leaf nodes</a:t>
            </a:r>
          </a:p>
          <a:p>
            <a:r>
              <a:rPr lang="en-US" dirty="0"/>
              <a:t>Each nodes then transmit back the best available option to its parent node</a:t>
            </a:r>
            <a:endParaRPr lang="en-IN" dirty="0"/>
          </a:p>
        </p:txBody>
      </p:sp>
      <p:grpSp>
        <p:nvGrpSpPr>
          <p:cNvPr id="15" name="Group 14"/>
          <p:cNvGrpSpPr/>
          <p:nvPr/>
        </p:nvGrpSpPr>
        <p:grpSpPr>
          <a:xfrm>
            <a:off x="814388" y="2643188"/>
            <a:ext cx="3748087" cy="3294052"/>
            <a:chOff x="666750" y="1207818"/>
            <a:chExt cx="3590925" cy="3000375"/>
          </a:xfrm>
        </p:grpSpPr>
        <p:pic>
          <p:nvPicPr>
            <p:cNvPr id="17" name="Picture 16"/>
            <p:cNvPicPr>
              <a:picLocks noChangeAspect="1"/>
            </p:cNvPicPr>
            <p:nvPr/>
          </p:nvPicPr>
          <p:blipFill rotWithShape="1">
            <a:blip r:embed="rId2"/>
            <a:srcRect t="1632" b="1444"/>
            <a:stretch/>
          </p:blipFill>
          <p:spPr>
            <a:xfrm>
              <a:off x="666750" y="1207818"/>
              <a:ext cx="3590925" cy="3000375"/>
            </a:xfrm>
            <a:prstGeom prst="rect">
              <a:avLst/>
            </a:prstGeom>
          </p:spPr>
        </p:pic>
        <p:sp>
          <p:nvSpPr>
            <p:cNvPr id="18" name="TextBox 17"/>
            <p:cNvSpPr txBox="1"/>
            <p:nvPr/>
          </p:nvSpPr>
          <p:spPr>
            <a:xfrm>
              <a:off x="2433636" y="2974240"/>
              <a:ext cx="1252538" cy="830997"/>
            </a:xfrm>
            <a:prstGeom prst="rect">
              <a:avLst/>
            </a:prstGeom>
            <a:noFill/>
          </p:spPr>
          <p:txBody>
            <a:bodyPr wrap="square" rtlCol="0">
              <a:spAutoFit/>
            </a:bodyPr>
            <a:lstStyle/>
            <a:p>
              <a:r>
                <a:rPr lang="en-IN" sz="1600" b="1" dirty="0" smtClean="0">
                  <a:solidFill>
                    <a:srgbClr val="1D3064"/>
                  </a:solidFill>
                </a:rPr>
                <a:t>G</a:t>
              </a:r>
              <a:r>
                <a:rPr lang="en-IN" sz="1600" b="1" dirty="0" smtClean="0">
                  <a:solidFill>
                    <a:schemeClr val="accent6"/>
                  </a:solidFill>
                </a:rPr>
                <a:t> receives broadcast from </a:t>
              </a:r>
              <a:r>
                <a:rPr lang="en-IN" sz="1600" b="1" dirty="0" smtClean="0">
                  <a:solidFill>
                    <a:srgbClr val="1D3064"/>
                  </a:solidFill>
                </a:rPr>
                <a:t>b</a:t>
              </a:r>
              <a:r>
                <a:rPr lang="en-IN" sz="1600" b="1" dirty="0" smtClean="0">
                  <a:solidFill>
                    <a:schemeClr val="accent6"/>
                  </a:solidFill>
                </a:rPr>
                <a:t> first</a:t>
              </a:r>
              <a:endParaRPr lang="en-IN" sz="1600" b="1" dirty="0">
                <a:solidFill>
                  <a:schemeClr val="accent6"/>
                </a:solidFill>
              </a:endParaRPr>
            </a:p>
          </p:txBody>
        </p:sp>
      </p:grpSp>
      <p:grpSp>
        <p:nvGrpSpPr>
          <p:cNvPr id="19" name="Group 18"/>
          <p:cNvGrpSpPr/>
          <p:nvPr/>
        </p:nvGrpSpPr>
        <p:grpSpPr>
          <a:xfrm>
            <a:off x="6086475" y="2643188"/>
            <a:ext cx="4171951" cy="3531014"/>
            <a:chOff x="7129462" y="1113262"/>
            <a:chExt cx="3957638" cy="3114675"/>
          </a:xfrm>
        </p:grpSpPr>
        <p:pic>
          <p:nvPicPr>
            <p:cNvPr id="20" name="Picture 19"/>
            <p:cNvPicPr>
              <a:picLocks noChangeAspect="1"/>
            </p:cNvPicPr>
            <p:nvPr/>
          </p:nvPicPr>
          <p:blipFill>
            <a:blip r:embed="rId3"/>
            <a:stretch>
              <a:fillRect/>
            </a:stretch>
          </p:blipFill>
          <p:spPr>
            <a:xfrm>
              <a:off x="7129462" y="1113262"/>
              <a:ext cx="3705225" cy="3114675"/>
            </a:xfrm>
            <a:prstGeom prst="rect">
              <a:avLst/>
            </a:prstGeom>
          </p:spPr>
        </p:pic>
        <p:sp>
          <p:nvSpPr>
            <p:cNvPr id="21" name="TextBox 20"/>
            <p:cNvSpPr txBox="1"/>
            <p:nvPr/>
          </p:nvSpPr>
          <p:spPr>
            <a:xfrm>
              <a:off x="9539283" y="2026502"/>
              <a:ext cx="1547817" cy="830997"/>
            </a:xfrm>
            <a:prstGeom prst="rect">
              <a:avLst/>
            </a:prstGeom>
            <a:noFill/>
          </p:spPr>
          <p:txBody>
            <a:bodyPr wrap="square" rtlCol="0">
              <a:spAutoFit/>
            </a:bodyPr>
            <a:lstStyle/>
            <a:p>
              <a:r>
                <a:rPr lang="en-IN" sz="1600" b="1" dirty="0">
                  <a:solidFill>
                    <a:srgbClr val="1D3064"/>
                  </a:solidFill>
                </a:rPr>
                <a:t>e</a:t>
              </a:r>
              <a:r>
                <a:rPr lang="en-IN" sz="1600" b="1" dirty="0" smtClean="0">
                  <a:solidFill>
                    <a:schemeClr val="accent6"/>
                  </a:solidFill>
                </a:rPr>
                <a:t> receives broadcast from </a:t>
              </a:r>
              <a:r>
                <a:rPr lang="en-IN" sz="1600" b="1" dirty="0" smtClean="0">
                  <a:solidFill>
                    <a:srgbClr val="1D3064"/>
                  </a:solidFill>
                </a:rPr>
                <a:t>g</a:t>
              </a:r>
              <a:r>
                <a:rPr lang="en-IN" sz="1600" b="1" dirty="0" smtClean="0">
                  <a:solidFill>
                    <a:schemeClr val="accent6"/>
                  </a:solidFill>
                </a:rPr>
                <a:t> first</a:t>
              </a:r>
              <a:endParaRPr lang="en-IN" sz="1600" b="1" dirty="0">
                <a:solidFill>
                  <a:schemeClr val="accent6"/>
                </a:solidFill>
              </a:endParaRPr>
            </a:p>
          </p:txBody>
        </p:sp>
      </p:grpSp>
    </p:spTree>
    <p:extLst>
      <p:ext uri="{BB962C8B-B14F-4D97-AF65-F5344CB8AC3E}">
        <p14:creationId xmlns:p14="http://schemas.microsoft.com/office/powerpoint/2010/main" val="1043919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Elections in Wireless Environments</a:t>
            </a:r>
          </a:p>
        </p:txBody>
      </p:sp>
      <p:sp>
        <p:nvSpPr>
          <p:cNvPr id="23" name="Content Placeholder 22"/>
          <p:cNvSpPr>
            <a:spLocks noGrp="1"/>
          </p:cNvSpPr>
          <p:nvPr>
            <p:ph idx="1"/>
          </p:nvPr>
        </p:nvSpPr>
        <p:spPr/>
        <p:txBody>
          <a:bodyPr/>
          <a:lstStyle/>
          <a:p>
            <a:r>
              <a:rPr lang="en-US" dirty="0"/>
              <a:t>Node g has node e and h as child nodes but it will propagate only the best node </a:t>
            </a:r>
            <a:r>
              <a:rPr lang="en-US" dirty="0" err="1"/>
              <a:t>i.e</a:t>
            </a:r>
            <a:r>
              <a:rPr lang="en-US" dirty="0"/>
              <a:t> [h,8] back to its own parent.</a:t>
            </a:r>
          </a:p>
          <a:p>
            <a:r>
              <a:rPr lang="en-US" dirty="0"/>
              <a:t>When multiple elections are initiated, nodes tend to join the ones having highest identifier in the source tag</a:t>
            </a:r>
            <a:endParaRPr lang="en-IN" dirty="0"/>
          </a:p>
        </p:txBody>
      </p:sp>
      <p:grpSp>
        <p:nvGrpSpPr>
          <p:cNvPr id="20" name="Group 19"/>
          <p:cNvGrpSpPr/>
          <p:nvPr/>
        </p:nvGrpSpPr>
        <p:grpSpPr>
          <a:xfrm>
            <a:off x="869448" y="2733676"/>
            <a:ext cx="4306198" cy="3538537"/>
            <a:chOff x="985837" y="1433513"/>
            <a:chExt cx="3800475" cy="2990850"/>
          </a:xfrm>
        </p:grpSpPr>
        <p:pic>
          <p:nvPicPr>
            <p:cNvPr id="7" name="Picture 6"/>
            <p:cNvPicPr>
              <a:picLocks noChangeAspect="1"/>
            </p:cNvPicPr>
            <p:nvPr/>
          </p:nvPicPr>
          <p:blipFill>
            <a:blip r:embed="rId2"/>
            <a:stretch>
              <a:fillRect/>
            </a:stretch>
          </p:blipFill>
          <p:spPr>
            <a:xfrm>
              <a:off x="985837" y="1433513"/>
              <a:ext cx="3800475" cy="2990850"/>
            </a:xfrm>
            <a:prstGeom prst="rect">
              <a:avLst/>
            </a:prstGeom>
          </p:spPr>
        </p:pic>
        <p:sp>
          <p:nvSpPr>
            <p:cNvPr id="8" name="TextBox 7"/>
            <p:cNvSpPr txBox="1"/>
            <p:nvPr/>
          </p:nvSpPr>
          <p:spPr>
            <a:xfrm>
              <a:off x="3195637" y="2928938"/>
              <a:ext cx="1252538" cy="830997"/>
            </a:xfrm>
            <a:prstGeom prst="rect">
              <a:avLst/>
            </a:prstGeom>
            <a:noFill/>
          </p:spPr>
          <p:txBody>
            <a:bodyPr wrap="square" rtlCol="0">
              <a:spAutoFit/>
            </a:bodyPr>
            <a:lstStyle/>
            <a:p>
              <a:r>
                <a:rPr lang="en-IN" sz="1600" b="1" dirty="0">
                  <a:solidFill>
                    <a:srgbClr val="1D3064"/>
                  </a:solidFill>
                </a:rPr>
                <a:t>f</a:t>
              </a:r>
              <a:r>
                <a:rPr lang="en-IN" sz="1600" b="1" dirty="0" smtClean="0">
                  <a:solidFill>
                    <a:schemeClr val="accent6"/>
                  </a:solidFill>
                </a:rPr>
                <a:t> receives broadcast from </a:t>
              </a:r>
              <a:r>
                <a:rPr lang="en-IN" sz="1600" b="1" dirty="0">
                  <a:solidFill>
                    <a:srgbClr val="1D3064"/>
                  </a:solidFill>
                </a:rPr>
                <a:t>e</a:t>
              </a:r>
              <a:r>
                <a:rPr lang="en-IN" sz="1600" b="1" dirty="0" smtClean="0">
                  <a:solidFill>
                    <a:schemeClr val="accent6"/>
                  </a:solidFill>
                </a:rPr>
                <a:t> first</a:t>
              </a:r>
              <a:endParaRPr lang="en-IN" sz="1600" b="1" dirty="0">
                <a:solidFill>
                  <a:schemeClr val="accent6"/>
                </a:solidFill>
              </a:endParaRPr>
            </a:p>
          </p:txBody>
        </p:sp>
      </p:grpSp>
      <p:grpSp>
        <p:nvGrpSpPr>
          <p:cNvPr id="19" name="Group 18"/>
          <p:cNvGrpSpPr/>
          <p:nvPr/>
        </p:nvGrpSpPr>
        <p:grpSpPr>
          <a:xfrm>
            <a:off x="6486524" y="2547938"/>
            <a:ext cx="4457701" cy="3724275"/>
            <a:chOff x="6357937" y="1433513"/>
            <a:chExt cx="3829050" cy="3362325"/>
          </a:xfrm>
        </p:grpSpPr>
        <p:pic>
          <p:nvPicPr>
            <p:cNvPr id="9" name="Picture 8"/>
            <p:cNvPicPr>
              <a:picLocks noChangeAspect="1"/>
            </p:cNvPicPr>
            <p:nvPr/>
          </p:nvPicPr>
          <p:blipFill>
            <a:blip r:embed="rId3"/>
            <a:stretch>
              <a:fillRect/>
            </a:stretch>
          </p:blipFill>
          <p:spPr>
            <a:xfrm>
              <a:off x="6357937" y="1433513"/>
              <a:ext cx="3829050" cy="3362325"/>
            </a:xfrm>
            <a:prstGeom prst="rect">
              <a:avLst/>
            </a:prstGeom>
          </p:spPr>
        </p:pic>
        <p:sp>
          <p:nvSpPr>
            <p:cNvPr id="10" name="TextBox 9"/>
            <p:cNvSpPr txBox="1"/>
            <p:nvPr/>
          </p:nvSpPr>
          <p:spPr>
            <a:xfrm>
              <a:off x="7489029" y="2061412"/>
              <a:ext cx="611983" cy="369332"/>
            </a:xfrm>
            <a:prstGeom prst="rect">
              <a:avLst/>
            </a:prstGeom>
            <a:noFill/>
          </p:spPr>
          <p:txBody>
            <a:bodyPr wrap="square" rtlCol="0">
              <a:spAutoFit/>
            </a:bodyPr>
            <a:lstStyle/>
            <a:p>
              <a:r>
                <a:rPr lang="en-IN" b="1" dirty="0" smtClean="0">
                  <a:solidFill>
                    <a:schemeClr val="accent6"/>
                  </a:solidFill>
                </a:rPr>
                <a:t>[c,3]</a:t>
              </a:r>
              <a:endParaRPr lang="en-IN" b="1" dirty="0">
                <a:solidFill>
                  <a:schemeClr val="accent6"/>
                </a:solidFill>
              </a:endParaRPr>
            </a:p>
          </p:txBody>
        </p:sp>
        <p:sp>
          <p:nvSpPr>
            <p:cNvPr id="11" name="TextBox 10"/>
            <p:cNvSpPr txBox="1"/>
            <p:nvPr/>
          </p:nvSpPr>
          <p:spPr>
            <a:xfrm>
              <a:off x="8641554" y="1619251"/>
              <a:ext cx="611983" cy="369332"/>
            </a:xfrm>
            <a:prstGeom prst="rect">
              <a:avLst/>
            </a:prstGeom>
            <a:noFill/>
          </p:spPr>
          <p:txBody>
            <a:bodyPr wrap="square" rtlCol="0">
              <a:spAutoFit/>
            </a:bodyPr>
            <a:lstStyle/>
            <a:p>
              <a:r>
                <a:rPr lang="en-IN" b="1" dirty="0" smtClean="0">
                  <a:solidFill>
                    <a:schemeClr val="accent6"/>
                  </a:solidFill>
                </a:rPr>
                <a:t>[d,2]</a:t>
              </a:r>
              <a:endParaRPr lang="en-IN" b="1" dirty="0">
                <a:solidFill>
                  <a:schemeClr val="accent6"/>
                </a:solidFill>
              </a:endParaRPr>
            </a:p>
          </p:txBody>
        </p:sp>
        <p:sp>
          <p:nvSpPr>
            <p:cNvPr id="12" name="TextBox 11"/>
            <p:cNvSpPr txBox="1"/>
            <p:nvPr/>
          </p:nvSpPr>
          <p:spPr>
            <a:xfrm>
              <a:off x="8876107" y="2675216"/>
              <a:ext cx="611983" cy="369332"/>
            </a:xfrm>
            <a:prstGeom prst="rect">
              <a:avLst/>
            </a:prstGeom>
            <a:noFill/>
          </p:spPr>
          <p:txBody>
            <a:bodyPr wrap="square" rtlCol="0">
              <a:spAutoFit/>
            </a:bodyPr>
            <a:lstStyle/>
            <a:p>
              <a:r>
                <a:rPr lang="en-IN" b="1" dirty="0" smtClean="0">
                  <a:solidFill>
                    <a:schemeClr val="accent6"/>
                  </a:solidFill>
                </a:rPr>
                <a:t>[f,4]</a:t>
              </a:r>
              <a:endParaRPr lang="en-IN" b="1" dirty="0">
                <a:solidFill>
                  <a:schemeClr val="accent6"/>
                </a:solidFill>
              </a:endParaRPr>
            </a:p>
          </p:txBody>
        </p:sp>
        <p:sp>
          <p:nvSpPr>
            <p:cNvPr id="13" name="TextBox 12"/>
            <p:cNvSpPr txBox="1"/>
            <p:nvPr/>
          </p:nvSpPr>
          <p:spPr>
            <a:xfrm>
              <a:off x="8876106" y="3761007"/>
              <a:ext cx="611983" cy="369332"/>
            </a:xfrm>
            <a:prstGeom prst="rect">
              <a:avLst/>
            </a:prstGeom>
            <a:noFill/>
          </p:spPr>
          <p:txBody>
            <a:bodyPr wrap="square" rtlCol="0">
              <a:spAutoFit/>
            </a:bodyPr>
            <a:lstStyle/>
            <a:p>
              <a:r>
                <a:rPr lang="en-IN" b="1" dirty="0" smtClean="0">
                  <a:solidFill>
                    <a:schemeClr val="accent6"/>
                  </a:solidFill>
                </a:rPr>
                <a:t>[i,5]</a:t>
              </a:r>
              <a:endParaRPr lang="en-IN" b="1" dirty="0">
                <a:solidFill>
                  <a:schemeClr val="accent6"/>
                </a:solidFill>
              </a:endParaRPr>
            </a:p>
          </p:txBody>
        </p:sp>
        <p:sp>
          <p:nvSpPr>
            <p:cNvPr id="14" name="TextBox 13"/>
            <p:cNvSpPr txBox="1"/>
            <p:nvPr/>
          </p:nvSpPr>
          <p:spPr>
            <a:xfrm>
              <a:off x="8087914" y="3472422"/>
              <a:ext cx="611983" cy="369332"/>
            </a:xfrm>
            <a:prstGeom prst="rect">
              <a:avLst/>
            </a:prstGeom>
            <a:noFill/>
          </p:spPr>
          <p:txBody>
            <a:bodyPr wrap="square" rtlCol="0">
              <a:spAutoFit/>
            </a:bodyPr>
            <a:lstStyle/>
            <a:p>
              <a:r>
                <a:rPr lang="en-IN" b="1" dirty="0" smtClean="0">
                  <a:solidFill>
                    <a:schemeClr val="accent6"/>
                  </a:solidFill>
                </a:rPr>
                <a:t>[h,8]</a:t>
              </a:r>
              <a:endParaRPr lang="en-IN" b="1" dirty="0">
                <a:solidFill>
                  <a:schemeClr val="accent6"/>
                </a:solidFill>
              </a:endParaRPr>
            </a:p>
          </p:txBody>
        </p:sp>
        <p:sp>
          <p:nvSpPr>
            <p:cNvPr id="15" name="TextBox 14"/>
            <p:cNvSpPr txBox="1"/>
            <p:nvPr/>
          </p:nvSpPr>
          <p:spPr>
            <a:xfrm>
              <a:off x="7311031" y="2659345"/>
              <a:ext cx="611983" cy="369332"/>
            </a:xfrm>
            <a:prstGeom prst="rect">
              <a:avLst/>
            </a:prstGeom>
            <a:noFill/>
          </p:spPr>
          <p:txBody>
            <a:bodyPr wrap="square" rtlCol="0">
              <a:spAutoFit/>
            </a:bodyPr>
            <a:lstStyle/>
            <a:p>
              <a:r>
                <a:rPr lang="en-IN" b="1" dirty="0" smtClean="0">
                  <a:solidFill>
                    <a:schemeClr val="accent6"/>
                  </a:solidFill>
                </a:rPr>
                <a:t>[h,8]</a:t>
              </a:r>
              <a:endParaRPr lang="en-IN" b="1" dirty="0">
                <a:solidFill>
                  <a:schemeClr val="accent6"/>
                </a:solidFill>
              </a:endParaRPr>
            </a:p>
          </p:txBody>
        </p:sp>
        <p:sp>
          <p:nvSpPr>
            <p:cNvPr id="16" name="TextBox 15"/>
            <p:cNvSpPr txBox="1"/>
            <p:nvPr/>
          </p:nvSpPr>
          <p:spPr>
            <a:xfrm>
              <a:off x="6408539" y="3085554"/>
              <a:ext cx="611983" cy="369332"/>
            </a:xfrm>
            <a:prstGeom prst="rect">
              <a:avLst/>
            </a:prstGeom>
            <a:noFill/>
          </p:spPr>
          <p:txBody>
            <a:bodyPr wrap="square" rtlCol="0">
              <a:spAutoFit/>
            </a:bodyPr>
            <a:lstStyle/>
            <a:p>
              <a:r>
                <a:rPr lang="en-IN" b="1" dirty="0" smtClean="0">
                  <a:solidFill>
                    <a:schemeClr val="accent6"/>
                  </a:solidFill>
                </a:rPr>
                <a:t>[j,4]</a:t>
              </a:r>
              <a:endParaRPr lang="en-IN" b="1" dirty="0">
                <a:solidFill>
                  <a:schemeClr val="accent6"/>
                </a:solidFill>
              </a:endParaRPr>
            </a:p>
          </p:txBody>
        </p:sp>
        <p:sp>
          <p:nvSpPr>
            <p:cNvPr id="17" name="TextBox 16"/>
            <p:cNvSpPr txBox="1"/>
            <p:nvPr/>
          </p:nvSpPr>
          <p:spPr>
            <a:xfrm>
              <a:off x="6624630" y="2465769"/>
              <a:ext cx="611983" cy="369332"/>
            </a:xfrm>
            <a:prstGeom prst="rect">
              <a:avLst/>
            </a:prstGeom>
            <a:noFill/>
          </p:spPr>
          <p:txBody>
            <a:bodyPr wrap="square" rtlCol="0">
              <a:spAutoFit/>
            </a:bodyPr>
            <a:lstStyle/>
            <a:p>
              <a:r>
                <a:rPr lang="en-IN" b="1" dirty="0" smtClean="0">
                  <a:solidFill>
                    <a:schemeClr val="accent6"/>
                  </a:solidFill>
                </a:rPr>
                <a:t>[h,8]</a:t>
              </a:r>
              <a:endParaRPr lang="en-IN" b="1" dirty="0">
                <a:solidFill>
                  <a:schemeClr val="accent6"/>
                </a:solidFill>
              </a:endParaRPr>
            </a:p>
          </p:txBody>
        </p:sp>
        <p:sp>
          <p:nvSpPr>
            <p:cNvPr id="18" name="TextBox 17"/>
            <p:cNvSpPr txBox="1"/>
            <p:nvPr/>
          </p:nvSpPr>
          <p:spPr>
            <a:xfrm>
              <a:off x="8137026" y="2745343"/>
              <a:ext cx="611983" cy="369332"/>
            </a:xfrm>
            <a:prstGeom prst="rect">
              <a:avLst/>
            </a:prstGeom>
            <a:noFill/>
          </p:spPr>
          <p:txBody>
            <a:bodyPr wrap="square" rtlCol="0">
              <a:spAutoFit/>
            </a:bodyPr>
            <a:lstStyle/>
            <a:p>
              <a:r>
                <a:rPr lang="en-IN" b="1" dirty="0" smtClean="0">
                  <a:solidFill>
                    <a:schemeClr val="accent6"/>
                  </a:solidFill>
                </a:rPr>
                <a:t>[f,4]</a:t>
              </a:r>
              <a:endParaRPr lang="en-IN" b="1" dirty="0">
                <a:solidFill>
                  <a:schemeClr val="accent6"/>
                </a:solidFill>
              </a:endParaRPr>
            </a:p>
          </p:txBody>
        </p:sp>
      </p:grpSp>
    </p:spTree>
    <p:extLst>
      <p:ext uri="{BB962C8B-B14F-4D97-AF65-F5344CB8AC3E}">
        <p14:creationId xmlns:p14="http://schemas.microsoft.com/office/powerpoint/2010/main" val="3942139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Elections in Large-Scale </a:t>
            </a:r>
            <a:r>
              <a:rPr lang="en-US" dirty="0" smtClean="0"/>
              <a:t>Systems</a:t>
            </a:r>
            <a:endParaRPr lang="en-US" dirty="0"/>
          </a:p>
        </p:txBody>
      </p:sp>
      <p:sp>
        <p:nvSpPr>
          <p:cNvPr id="28" name="Content Placeholder 2">
            <a:extLst>
              <a:ext uri="{FF2B5EF4-FFF2-40B4-BE49-F238E27FC236}">
                <a16:creationId xmlns:a16="http://schemas.microsoft.com/office/drawing/2014/main" xmlns="" id="{05FF24D1-5277-417B-BCE3-776DD62CA93A}"/>
              </a:ext>
            </a:extLst>
          </p:cNvPr>
          <p:cNvSpPr>
            <a:spLocks noGrp="1"/>
          </p:cNvSpPr>
          <p:nvPr>
            <p:ph idx="1"/>
          </p:nvPr>
        </p:nvSpPr>
        <p:spPr/>
        <p:txBody>
          <a:bodyPr>
            <a:normAutofit/>
          </a:bodyPr>
          <a:lstStyle/>
          <a:p>
            <a:pPr>
              <a:lnSpc>
                <a:spcPct val="110000"/>
              </a:lnSpc>
              <a:spcBef>
                <a:spcPts val="200"/>
              </a:spcBef>
              <a:spcAft>
                <a:spcPts val="200"/>
              </a:spcAft>
            </a:pPr>
            <a:r>
              <a:rPr lang="en-US" altLang="en-US" dirty="0">
                <a:latin typeface="+mj-lt"/>
              </a:rPr>
              <a:t>Above discussed situations deal with selecting one coordinator as they are small distributed systems</a:t>
            </a:r>
          </a:p>
          <a:p>
            <a:pPr>
              <a:lnSpc>
                <a:spcPct val="110000"/>
              </a:lnSpc>
              <a:spcBef>
                <a:spcPts val="200"/>
              </a:spcBef>
              <a:spcAft>
                <a:spcPts val="200"/>
              </a:spcAft>
            </a:pPr>
            <a:r>
              <a:rPr lang="en-US" altLang="en-US" dirty="0">
                <a:latin typeface="+mj-lt"/>
              </a:rPr>
              <a:t>For a larger network, a situation arises where we need to select super peers in a peer- to-peer network.</a:t>
            </a:r>
          </a:p>
          <a:p>
            <a:pPr>
              <a:lnSpc>
                <a:spcPct val="110000"/>
              </a:lnSpc>
              <a:spcBef>
                <a:spcPts val="200"/>
              </a:spcBef>
              <a:spcAft>
                <a:spcPts val="200"/>
              </a:spcAft>
            </a:pPr>
            <a:r>
              <a:rPr lang="en-US" altLang="en-US" dirty="0" smtClean="0">
                <a:latin typeface="+mj-lt"/>
              </a:rPr>
              <a:t>Requirements </a:t>
            </a:r>
            <a:r>
              <a:rPr lang="en-US" altLang="en-US" dirty="0">
                <a:latin typeface="+mj-lt"/>
              </a:rPr>
              <a:t>for </a:t>
            </a:r>
            <a:r>
              <a:rPr lang="en-US" altLang="en-US" dirty="0" err="1">
                <a:latin typeface="+mj-lt"/>
              </a:rPr>
              <a:t>superpeer</a:t>
            </a:r>
            <a:r>
              <a:rPr lang="en-US" altLang="en-US" dirty="0">
                <a:latin typeface="+mj-lt"/>
              </a:rPr>
              <a:t> selection:</a:t>
            </a:r>
          </a:p>
          <a:p>
            <a:pPr lvl="1">
              <a:lnSpc>
                <a:spcPct val="100000"/>
              </a:lnSpc>
              <a:spcBef>
                <a:spcPts val="200"/>
              </a:spcBef>
              <a:spcAft>
                <a:spcPts val="200"/>
              </a:spcAft>
              <a:buFont typeface="Wingdings" panose="05000000000000000000" pitchFamily="2" charset="2"/>
              <a:buChar char="§"/>
            </a:pPr>
            <a:r>
              <a:rPr lang="en-US" altLang="en-US" sz="2400" dirty="0">
                <a:latin typeface="+mj-lt"/>
                <a:ea typeface="Arial" panose="020B0604020202020204" pitchFamily="34" charset="0"/>
              </a:rPr>
              <a:t>Normal nodes should have low-latency access to </a:t>
            </a:r>
            <a:r>
              <a:rPr lang="en-US" altLang="en-US" sz="2400" dirty="0" err="1">
                <a:latin typeface="+mj-lt"/>
                <a:ea typeface="Arial" panose="020B0604020202020204" pitchFamily="34" charset="0"/>
              </a:rPr>
              <a:t>superpeers</a:t>
            </a:r>
            <a:r>
              <a:rPr lang="en-US" altLang="en-US" sz="2400" dirty="0">
                <a:latin typeface="+mj-lt"/>
                <a:ea typeface="Arial" panose="020B0604020202020204" pitchFamily="34" charset="0"/>
              </a:rPr>
              <a:t>.</a:t>
            </a:r>
          </a:p>
          <a:p>
            <a:pPr lvl="1">
              <a:lnSpc>
                <a:spcPct val="100000"/>
              </a:lnSpc>
              <a:spcBef>
                <a:spcPts val="200"/>
              </a:spcBef>
              <a:spcAft>
                <a:spcPts val="200"/>
              </a:spcAft>
              <a:buFont typeface="Wingdings" panose="05000000000000000000" pitchFamily="2" charset="2"/>
              <a:buChar char="§"/>
            </a:pPr>
            <a:r>
              <a:rPr lang="en-US" altLang="en-US" sz="2400" dirty="0" err="1">
                <a:latin typeface="+mj-lt"/>
                <a:ea typeface="Arial" panose="020B0604020202020204" pitchFamily="34" charset="0"/>
              </a:rPr>
              <a:t>Superpeers</a:t>
            </a:r>
            <a:r>
              <a:rPr lang="en-US" altLang="en-US" sz="2400" dirty="0">
                <a:latin typeface="+mj-lt"/>
                <a:ea typeface="Arial" panose="020B0604020202020204" pitchFamily="34" charset="0"/>
              </a:rPr>
              <a:t> should be evenly distributed across the overlay network.</a:t>
            </a:r>
          </a:p>
          <a:p>
            <a:pPr lvl="1">
              <a:lnSpc>
                <a:spcPct val="100000"/>
              </a:lnSpc>
              <a:spcBef>
                <a:spcPts val="200"/>
              </a:spcBef>
              <a:spcAft>
                <a:spcPts val="200"/>
              </a:spcAft>
              <a:buFont typeface="Wingdings" panose="05000000000000000000" pitchFamily="2" charset="2"/>
              <a:buChar char="§"/>
            </a:pPr>
            <a:r>
              <a:rPr lang="en-US" altLang="en-US" sz="2400" dirty="0">
                <a:latin typeface="+mj-lt"/>
                <a:ea typeface="Arial" panose="020B0604020202020204" pitchFamily="34" charset="0"/>
              </a:rPr>
              <a:t>There should be a predefined portion of </a:t>
            </a:r>
            <a:r>
              <a:rPr lang="en-US" altLang="en-US" sz="2400" dirty="0" err="1">
                <a:latin typeface="+mj-lt"/>
                <a:ea typeface="Arial" panose="020B0604020202020204" pitchFamily="34" charset="0"/>
              </a:rPr>
              <a:t>superpeers</a:t>
            </a:r>
            <a:r>
              <a:rPr lang="en-US" altLang="en-US" sz="2400" dirty="0">
                <a:latin typeface="+mj-lt"/>
                <a:ea typeface="Arial" panose="020B0604020202020204" pitchFamily="34" charset="0"/>
              </a:rPr>
              <a:t> relative to the total number of nodes in the overlay network.</a:t>
            </a:r>
          </a:p>
          <a:p>
            <a:pPr lvl="1">
              <a:lnSpc>
                <a:spcPct val="100000"/>
              </a:lnSpc>
              <a:spcBef>
                <a:spcPts val="200"/>
              </a:spcBef>
              <a:spcAft>
                <a:spcPts val="200"/>
              </a:spcAft>
              <a:buFont typeface="Wingdings" panose="05000000000000000000" pitchFamily="2" charset="2"/>
              <a:buChar char="§"/>
            </a:pPr>
            <a:r>
              <a:rPr lang="en-US" altLang="en-US" sz="2400" dirty="0">
                <a:latin typeface="+mj-lt"/>
                <a:ea typeface="Arial" panose="020B0604020202020204" pitchFamily="34" charset="0"/>
              </a:rPr>
              <a:t>Each </a:t>
            </a:r>
            <a:r>
              <a:rPr lang="en-US" altLang="en-US" sz="2400" dirty="0" err="1">
                <a:latin typeface="+mj-lt"/>
                <a:ea typeface="Arial" panose="020B0604020202020204" pitchFamily="34" charset="0"/>
              </a:rPr>
              <a:t>superpeer</a:t>
            </a:r>
            <a:r>
              <a:rPr lang="en-US" altLang="en-US" sz="2400" dirty="0">
                <a:latin typeface="+mj-lt"/>
                <a:ea typeface="Arial" panose="020B0604020202020204" pitchFamily="34" charset="0"/>
              </a:rPr>
              <a:t> should not need to serve more than a fixed number of normal nodes</a:t>
            </a:r>
            <a:r>
              <a:rPr lang="en-US" altLang="en-US" sz="2400" dirty="0" smtClean="0">
                <a:latin typeface="+mj-lt"/>
                <a:ea typeface="Arial" panose="020B0604020202020204" pitchFamily="34" charset="0"/>
              </a:rPr>
              <a:t>.</a:t>
            </a:r>
            <a:endParaRPr lang="en-US" altLang="en-US" sz="2400" dirty="0">
              <a:latin typeface="+mj-lt"/>
              <a:ea typeface="Arial" panose="020B0604020202020204" pitchFamily="34" charset="0"/>
            </a:endParaRPr>
          </a:p>
        </p:txBody>
      </p:sp>
    </p:spTree>
    <p:extLst>
      <p:ext uri="{BB962C8B-B14F-4D97-AF65-F5344CB8AC3E}">
        <p14:creationId xmlns:p14="http://schemas.microsoft.com/office/powerpoint/2010/main" val="31083975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8">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Elections in Large-Scale </a:t>
            </a:r>
            <a:r>
              <a:rPr lang="en-US" dirty="0" smtClean="0"/>
              <a:t>Systems</a:t>
            </a:r>
            <a:endParaRPr lang="en-US" dirty="0"/>
          </a:p>
        </p:txBody>
      </p:sp>
      <p:sp>
        <p:nvSpPr>
          <p:cNvPr id="28" name="Content Placeholder 2">
            <a:extLst>
              <a:ext uri="{FF2B5EF4-FFF2-40B4-BE49-F238E27FC236}">
                <a16:creationId xmlns:a16="http://schemas.microsoft.com/office/drawing/2014/main" xmlns="" id="{05FF24D1-5277-417B-BCE3-776DD62CA93A}"/>
              </a:ext>
            </a:extLst>
          </p:cNvPr>
          <p:cNvSpPr>
            <a:spLocks noGrp="1"/>
          </p:cNvSpPr>
          <p:nvPr>
            <p:ph idx="1"/>
          </p:nvPr>
        </p:nvSpPr>
        <p:spPr/>
        <p:txBody>
          <a:bodyPr>
            <a:normAutofit/>
          </a:bodyPr>
          <a:lstStyle/>
          <a:p>
            <a:pPr>
              <a:lnSpc>
                <a:spcPct val="110000"/>
              </a:lnSpc>
              <a:spcBef>
                <a:spcPts val="200"/>
              </a:spcBef>
              <a:spcAft>
                <a:spcPts val="200"/>
              </a:spcAft>
            </a:pPr>
            <a:r>
              <a:rPr lang="en-US" altLang="en-US" dirty="0">
                <a:latin typeface="+mj-lt"/>
              </a:rPr>
              <a:t>Requirements are relatively easy to meet in most peer-to-peer systems as the over lay network is either DHT based or randomly unstructured.</a:t>
            </a:r>
          </a:p>
          <a:p>
            <a:pPr>
              <a:lnSpc>
                <a:spcPct val="110000"/>
              </a:lnSpc>
              <a:spcBef>
                <a:spcPts val="200"/>
              </a:spcBef>
              <a:spcAft>
                <a:spcPts val="200"/>
              </a:spcAft>
            </a:pPr>
            <a:r>
              <a:rPr lang="en-US" altLang="en-US" dirty="0">
                <a:latin typeface="+mj-lt"/>
              </a:rPr>
              <a:t>In DHT networks,</a:t>
            </a:r>
          </a:p>
          <a:p>
            <a:pPr lvl="1">
              <a:lnSpc>
                <a:spcPct val="110000"/>
              </a:lnSpc>
              <a:spcBef>
                <a:spcPts val="200"/>
              </a:spcBef>
              <a:spcAft>
                <a:spcPts val="200"/>
              </a:spcAft>
              <a:buFont typeface="Wingdings" panose="05000000000000000000" pitchFamily="2" charset="2"/>
              <a:buChar char="§"/>
            </a:pPr>
            <a:r>
              <a:rPr lang="en-US" altLang="en-US" sz="2400" dirty="0">
                <a:latin typeface="+mj-lt"/>
                <a:ea typeface="Arial" panose="020B0604020202020204" pitchFamily="34" charset="0"/>
              </a:rPr>
              <a:t>Idea is to reserve a fraction of the identifier space for </a:t>
            </a:r>
            <a:r>
              <a:rPr lang="en-US" altLang="en-US" sz="2400" dirty="0" err="1">
                <a:latin typeface="+mj-lt"/>
                <a:ea typeface="Arial" panose="020B0604020202020204" pitchFamily="34" charset="0"/>
              </a:rPr>
              <a:t>Superpeers</a:t>
            </a:r>
            <a:endParaRPr lang="en-US" altLang="en-US" sz="2400" dirty="0">
              <a:latin typeface="+mj-lt"/>
              <a:ea typeface="Arial" panose="020B0604020202020204" pitchFamily="34" charset="0"/>
            </a:endParaRPr>
          </a:p>
          <a:p>
            <a:pPr lvl="1">
              <a:lnSpc>
                <a:spcPct val="110000"/>
              </a:lnSpc>
              <a:spcBef>
                <a:spcPts val="200"/>
              </a:spcBef>
              <a:spcAft>
                <a:spcPts val="200"/>
              </a:spcAft>
              <a:buFont typeface="Wingdings" panose="05000000000000000000" pitchFamily="2" charset="2"/>
              <a:buChar char="§"/>
            </a:pPr>
            <a:r>
              <a:rPr lang="en-US" altLang="en-US" sz="2400" dirty="0">
                <a:latin typeface="+mj-lt"/>
                <a:ea typeface="Arial" panose="020B0604020202020204" pitchFamily="34" charset="0"/>
              </a:rPr>
              <a:t>Each node receives a m-bit identifier and first k bits are reserved to identify the </a:t>
            </a:r>
            <a:r>
              <a:rPr lang="en-US" altLang="en-US" sz="2400" dirty="0" err="1">
                <a:latin typeface="+mj-lt"/>
                <a:ea typeface="Arial" panose="020B0604020202020204" pitchFamily="34" charset="0"/>
              </a:rPr>
              <a:t>Superpeers</a:t>
            </a:r>
            <a:endParaRPr lang="en-US" altLang="en-US" sz="2400" dirty="0">
              <a:latin typeface="+mj-lt"/>
              <a:ea typeface="Arial" panose="020B0604020202020204" pitchFamily="34" charset="0"/>
            </a:endParaRPr>
          </a:p>
          <a:p>
            <a:pPr lvl="1">
              <a:lnSpc>
                <a:spcPct val="110000"/>
              </a:lnSpc>
              <a:spcBef>
                <a:spcPts val="200"/>
              </a:spcBef>
              <a:spcAft>
                <a:spcPts val="200"/>
              </a:spcAft>
              <a:buFont typeface="Wingdings" panose="05000000000000000000" pitchFamily="2" charset="2"/>
              <a:buChar char="§"/>
            </a:pPr>
            <a:r>
              <a:rPr lang="en-US" altLang="en-US" sz="2400" dirty="0">
                <a:latin typeface="+mj-lt"/>
                <a:ea typeface="Arial" panose="020B0604020202020204" pitchFamily="34" charset="0"/>
              </a:rPr>
              <a:t>For N </a:t>
            </a:r>
            <a:r>
              <a:rPr lang="en-US" altLang="en-US" sz="2400" dirty="0" err="1">
                <a:latin typeface="+mj-lt"/>
                <a:ea typeface="Arial" panose="020B0604020202020204" pitchFamily="34" charset="0"/>
              </a:rPr>
              <a:t>superpeers</a:t>
            </a:r>
            <a:r>
              <a:rPr lang="en-US" altLang="en-US" sz="2400" dirty="0">
                <a:latin typeface="+mj-lt"/>
                <a:ea typeface="Arial" panose="020B0604020202020204" pitchFamily="34" charset="0"/>
              </a:rPr>
              <a:t>, first </a:t>
            </a:r>
            <a:r>
              <a:rPr lang="en-US" altLang="en-US" sz="2400" dirty="0" smtClean="0">
                <a:latin typeface="+mj-lt"/>
                <a:ea typeface="Arial" panose="020B0604020202020204" pitchFamily="34" charset="0"/>
              </a:rPr>
              <a:t>log</a:t>
            </a:r>
            <a:r>
              <a:rPr lang="en-US" altLang="en-US" sz="2400" baseline="-25000" dirty="0" smtClean="0">
                <a:latin typeface="+mj-lt"/>
                <a:ea typeface="Arial" panose="020B0604020202020204" pitchFamily="34" charset="0"/>
              </a:rPr>
              <a:t>2</a:t>
            </a:r>
            <a:r>
              <a:rPr lang="en-US" altLang="en-US" sz="2400" dirty="0" smtClean="0">
                <a:latin typeface="+mj-lt"/>
                <a:ea typeface="Arial" panose="020B0604020202020204" pitchFamily="34" charset="0"/>
              </a:rPr>
              <a:t>(N) </a:t>
            </a:r>
            <a:r>
              <a:rPr lang="en-US" altLang="en-US" sz="2400" dirty="0">
                <a:latin typeface="+mj-lt"/>
                <a:ea typeface="Arial" panose="020B0604020202020204" pitchFamily="34" charset="0"/>
              </a:rPr>
              <a:t>bits of any key can be used to identify the </a:t>
            </a:r>
            <a:r>
              <a:rPr lang="en-US" altLang="en-US" sz="2400" dirty="0" err="1" smtClean="0">
                <a:latin typeface="+mj-lt"/>
                <a:ea typeface="Arial" panose="020B0604020202020204" pitchFamily="34" charset="0"/>
              </a:rPr>
              <a:t>Superpeers</a:t>
            </a:r>
            <a:endParaRPr lang="en-US" altLang="en-US" sz="2400" dirty="0">
              <a:latin typeface="+mj-lt"/>
              <a:ea typeface="Arial" panose="020B0604020202020204" pitchFamily="34" charset="0"/>
            </a:endParaRPr>
          </a:p>
        </p:txBody>
      </p:sp>
    </p:spTree>
    <p:extLst>
      <p:ext uri="{BB962C8B-B14F-4D97-AF65-F5344CB8AC3E}">
        <p14:creationId xmlns:p14="http://schemas.microsoft.com/office/powerpoint/2010/main" val="930033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2D5F8-87CB-4B5B-8EC7-5F4CE6485746}"/>
              </a:ext>
            </a:extLst>
          </p:cNvPr>
          <p:cNvSpPr>
            <a:spLocks noGrp="1"/>
          </p:cNvSpPr>
          <p:nvPr>
            <p:ph type="title"/>
          </p:nvPr>
        </p:nvSpPr>
        <p:spPr/>
        <p:txBody>
          <a:bodyPr/>
          <a:lstStyle/>
          <a:p>
            <a:r>
              <a:rPr lang="en-US" dirty="0"/>
              <a:t>Elections in Large-Scale </a:t>
            </a:r>
            <a:r>
              <a:rPr lang="en-US" dirty="0" smtClean="0"/>
              <a:t>Systems</a:t>
            </a:r>
            <a:endParaRPr lang="en-US" dirty="0"/>
          </a:p>
        </p:txBody>
      </p:sp>
      <p:sp>
        <p:nvSpPr>
          <p:cNvPr id="28" name="Content Placeholder 2">
            <a:extLst>
              <a:ext uri="{FF2B5EF4-FFF2-40B4-BE49-F238E27FC236}">
                <a16:creationId xmlns:a16="http://schemas.microsoft.com/office/drawing/2014/main" xmlns="" id="{05FF24D1-5277-417B-BCE3-776DD62CA93A}"/>
              </a:ext>
            </a:extLst>
          </p:cNvPr>
          <p:cNvSpPr>
            <a:spLocks noGrp="1"/>
          </p:cNvSpPr>
          <p:nvPr>
            <p:ph idx="1"/>
          </p:nvPr>
        </p:nvSpPr>
        <p:spPr/>
        <p:txBody>
          <a:bodyPr>
            <a:normAutofit/>
          </a:bodyPr>
          <a:lstStyle/>
          <a:p>
            <a:pPr>
              <a:lnSpc>
                <a:spcPct val="110000"/>
              </a:lnSpc>
              <a:spcBef>
                <a:spcPts val="200"/>
              </a:spcBef>
              <a:spcAft>
                <a:spcPts val="200"/>
              </a:spcAft>
            </a:pPr>
            <a:r>
              <a:rPr lang="en-US" altLang="en-US" dirty="0">
                <a:latin typeface="+mj-lt"/>
              </a:rPr>
              <a:t>Total of N tokens are spread across N randomly-chosen nodes</a:t>
            </a:r>
          </a:p>
          <a:p>
            <a:pPr>
              <a:lnSpc>
                <a:spcPct val="110000"/>
              </a:lnSpc>
              <a:spcBef>
                <a:spcPts val="200"/>
              </a:spcBef>
              <a:spcAft>
                <a:spcPts val="200"/>
              </a:spcAft>
            </a:pPr>
            <a:r>
              <a:rPr lang="en-US" altLang="en-US" dirty="0">
                <a:latin typeface="+mj-lt"/>
              </a:rPr>
              <a:t>Each token represents a repelling force by which another token is inclined to move </a:t>
            </a:r>
            <a:r>
              <a:rPr lang="en-US" altLang="en-US" dirty="0" smtClean="0">
                <a:latin typeface="+mj-lt"/>
              </a:rPr>
              <a:t>away If </a:t>
            </a:r>
            <a:r>
              <a:rPr lang="en-US" altLang="en-US" dirty="0">
                <a:latin typeface="+mj-lt"/>
              </a:rPr>
              <a:t>all tokens exert the same repulsion force, they will move away and spread evenly in the geometric space</a:t>
            </a:r>
            <a:endParaRPr lang="en-US" altLang="en-US" sz="2400" dirty="0">
              <a:latin typeface="+mj-lt"/>
              <a:ea typeface="Arial" panose="020B0604020202020204" pitchFamily="34" charset="0"/>
            </a:endParaRPr>
          </a:p>
        </p:txBody>
      </p:sp>
      <p:grpSp>
        <p:nvGrpSpPr>
          <p:cNvPr id="5" name="Group 4"/>
          <p:cNvGrpSpPr/>
          <p:nvPr/>
        </p:nvGrpSpPr>
        <p:grpSpPr>
          <a:xfrm>
            <a:off x="1460943" y="3144412"/>
            <a:ext cx="8339831" cy="2723809"/>
            <a:chOff x="1803843" y="1238591"/>
            <a:chExt cx="8339831" cy="2723809"/>
          </a:xfrm>
        </p:grpSpPr>
        <p:pic>
          <p:nvPicPr>
            <p:cNvPr id="6" name="Picture 5"/>
            <p:cNvPicPr>
              <a:picLocks noChangeAspect="1"/>
            </p:cNvPicPr>
            <p:nvPr/>
          </p:nvPicPr>
          <p:blipFill>
            <a:blip r:embed="rId2"/>
            <a:stretch>
              <a:fillRect/>
            </a:stretch>
          </p:blipFill>
          <p:spPr>
            <a:xfrm>
              <a:off x="4048306" y="1238591"/>
              <a:ext cx="2895238" cy="2723809"/>
            </a:xfrm>
            <a:prstGeom prst="rect">
              <a:avLst/>
            </a:prstGeom>
          </p:spPr>
        </p:pic>
        <p:sp>
          <p:nvSpPr>
            <p:cNvPr id="7" name="TextBox 6"/>
            <p:cNvSpPr txBox="1"/>
            <p:nvPr/>
          </p:nvSpPr>
          <p:spPr>
            <a:xfrm>
              <a:off x="6324600" y="1511197"/>
              <a:ext cx="2462213" cy="400110"/>
            </a:xfrm>
            <a:prstGeom prst="rect">
              <a:avLst/>
            </a:prstGeom>
            <a:noFill/>
          </p:spPr>
          <p:txBody>
            <a:bodyPr wrap="square" rtlCol="0">
              <a:spAutoFit/>
            </a:bodyPr>
            <a:lstStyle/>
            <a:p>
              <a:r>
                <a:rPr lang="en-IN" sz="2000" b="1" dirty="0" smtClean="0">
                  <a:solidFill>
                    <a:schemeClr val="accent6"/>
                  </a:solidFill>
                </a:rPr>
                <a:t>Token-holding node</a:t>
              </a:r>
              <a:endParaRPr lang="en-IN" sz="2000" b="1" dirty="0">
                <a:solidFill>
                  <a:schemeClr val="accent6"/>
                </a:solidFill>
              </a:endParaRPr>
            </a:p>
          </p:txBody>
        </p:sp>
        <p:sp>
          <p:nvSpPr>
            <p:cNvPr id="8" name="TextBox 7"/>
            <p:cNvSpPr txBox="1"/>
            <p:nvPr/>
          </p:nvSpPr>
          <p:spPr>
            <a:xfrm>
              <a:off x="6943544" y="2183912"/>
              <a:ext cx="1538288" cy="400110"/>
            </a:xfrm>
            <a:prstGeom prst="rect">
              <a:avLst/>
            </a:prstGeom>
            <a:noFill/>
          </p:spPr>
          <p:txBody>
            <a:bodyPr wrap="square" rtlCol="0">
              <a:spAutoFit/>
            </a:bodyPr>
            <a:lstStyle/>
            <a:p>
              <a:r>
                <a:rPr lang="en-IN" sz="2000" b="1" dirty="0" smtClean="0">
                  <a:solidFill>
                    <a:schemeClr val="accent6"/>
                  </a:solidFill>
                </a:rPr>
                <a:t>Normal node</a:t>
              </a:r>
              <a:endParaRPr lang="en-IN" sz="2000" b="1" dirty="0">
                <a:solidFill>
                  <a:schemeClr val="accent6"/>
                </a:solidFill>
              </a:endParaRPr>
            </a:p>
          </p:txBody>
        </p:sp>
        <p:sp>
          <p:nvSpPr>
            <p:cNvPr id="9" name="TextBox 8"/>
            <p:cNvSpPr txBox="1"/>
            <p:nvPr/>
          </p:nvSpPr>
          <p:spPr>
            <a:xfrm>
              <a:off x="2779192" y="1815681"/>
              <a:ext cx="2064272" cy="707886"/>
            </a:xfrm>
            <a:prstGeom prst="rect">
              <a:avLst/>
            </a:prstGeom>
            <a:noFill/>
          </p:spPr>
          <p:txBody>
            <a:bodyPr wrap="square" rtlCol="0">
              <a:spAutoFit/>
            </a:bodyPr>
            <a:lstStyle/>
            <a:p>
              <a:pPr algn="ctr"/>
              <a:r>
                <a:rPr lang="en-IN" sz="2000" b="1" dirty="0" smtClean="0">
                  <a:solidFill>
                    <a:schemeClr val="accent6"/>
                  </a:solidFill>
                </a:rPr>
                <a:t>Repulsion</a:t>
              </a:r>
            </a:p>
            <a:p>
              <a:pPr algn="ctr"/>
              <a:r>
                <a:rPr lang="en-IN" sz="2000" b="1" dirty="0" smtClean="0">
                  <a:solidFill>
                    <a:schemeClr val="accent6"/>
                  </a:solidFill>
                </a:rPr>
                <a:t>force of A on C</a:t>
              </a:r>
              <a:endParaRPr lang="en-IN" sz="2000" b="1" dirty="0">
                <a:solidFill>
                  <a:schemeClr val="accent6"/>
                </a:solidFill>
              </a:endParaRPr>
            </a:p>
          </p:txBody>
        </p:sp>
        <p:sp>
          <p:nvSpPr>
            <p:cNvPr id="10" name="TextBox 9"/>
            <p:cNvSpPr txBox="1"/>
            <p:nvPr/>
          </p:nvSpPr>
          <p:spPr>
            <a:xfrm>
              <a:off x="1803843" y="3405478"/>
              <a:ext cx="3645602" cy="400110"/>
            </a:xfrm>
            <a:prstGeom prst="rect">
              <a:avLst/>
            </a:prstGeom>
            <a:noFill/>
          </p:spPr>
          <p:txBody>
            <a:bodyPr wrap="square" rtlCol="0">
              <a:spAutoFit/>
            </a:bodyPr>
            <a:lstStyle/>
            <a:p>
              <a:r>
                <a:rPr lang="en-IN" sz="2000" b="1" dirty="0" smtClean="0">
                  <a:solidFill>
                    <a:schemeClr val="accent6"/>
                  </a:solidFill>
                </a:rPr>
                <a:t>Node D will become token holder</a:t>
              </a:r>
              <a:endParaRPr lang="en-IN" sz="2000" b="1" dirty="0">
                <a:solidFill>
                  <a:schemeClr val="accent6"/>
                </a:solidFill>
              </a:endParaRPr>
            </a:p>
          </p:txBody>
        </p:sp>
        <p:sp>
          <p:nvSpPr>
            <p:cNvPr id="11" name="TextBox 10"/>
            <p:cNvSpPr txBox="1"/>
            <p:nvPr/>
          </p:nvSpPr>
          <p:spPr>
            <a:xfrm>
              <a:off x="6112578" y="2940889"/>
              <a:ext cx="4031096" cy="707886"/>
            </a:xfrm>
            <a:prstGeom prst="rect">
              <a:avLst/>
            </a:prstGeom>
            <a:noFill/>
          </p:spPr>
          <p:txBody>
            <a:bodyPr wrap="square" rtlCol="0">
              <a:spAutoFit/>
            </a:bodyPr>
            <a:lstStyle/>
            <a:p>
              <a:r>
                <a:rPr lang="en-IN" sz="2000" b="1" dirty="0" smtClean="0">
                  <a:solidFill>
                    <a:schemeClr val="accent6"/>
                  </a:solidFill>
                </a:rPr>
                <a:t>Resulting movement by which the token at C is passed to another node</a:t>
              </a:r>
              <a:endParaRPr lang="en-IN" sz="2000" b="1" dirty="0">
                <a:solidFill>
                  <a:schemeClr val="accent6"/>
                </a:solidFill>
              </a:endParaRPr>
            </a:p>
          </p:txBody>
        </p:sp>
      </p:grpSp>
    </p:spTree>
    <p:extLst>
      <p:ext uri="{BB962C8B-B14F-4D97-AF65-F5344CB8AC3E}">
        <p14:creationId xmlns:p14="http://schemas.microsoft.com/office/powerpoint/2010/main" val="5419924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Jay">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fontScheme name="Custom 1">
      <a:majorFont>
        <a:latin typeface="Roboto Condensed"/>
        <a:ea typeface=""/>
        <a:cs typeface=""/>
      </a:majorFont>
      <a:minorFont>
        <a:latin typeface="Roboto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15694</TotalTime>
  <Words>7110</Words>
  <Application>Microsoft Office PowerPoint</Application>
  <PresentationFormat>Widescreen</PresentationFormat>
  <Paragraphs>1198</Paragraphs>
  <Slides>84</Slides>
  <Notes>3</Notes>
  <HiddenSlides>0</HiddenSlides>
  <MMClips>0</MMClips>
  <ScaleCrop>false</ScaleCrop>
  <HeadingPairs>
    <vt:vector size="8" baseType="variant">
      <vt:variant>
        <vt:lpstr>Fonts Used</vt:lpstr>
      </vt:variant>
      <vt:variant>
        <vt:i4>16</vt:i4>
      </vt:variant>
      <vt:variant>
        <vt:lpstr>Theme</vt:lpstr>
      </vt:variant>
      <vt:variant>
        <vt:i4>1</vt:i4>
      </vt:variant>
      <vt:variant>
        <vt:lpstr>Embedded OLE Servers</vt:lpstr>
      </vt:variant>
      <vt:variant>
        <vt:i4>1</vt:i4>
      </vt:variant>
      <vt:variant>
        <vt:lpstr>Slide Titles</vt:lpstr>
      </vt:variant>
      <vt:variant>
        <vt:i4>84</vt:i4>
      </vt:variant>
    </vt:vector>
  </HeadingPairs>
  <TitlesOfParts>
    <vt:vector size="102" baseType="lpstr">
      <vt:lpstr>ＭＳ Ｐゴシック</vt:lpstr>
      <vt:lpstr>ＭＳ Ｐゴシック</vt:lpstr>
      <vt:lpstr>Arial</vt:lpstr>
      <vt:lpstr>Calibri</vt:lpstr>
      <vt:lpstr>Cambria Math</vt:lpstr>
      <vt:lpstr>Comic Sans MS</vt:lpstr>
      <vt:lpstr>Courier New</vt:lpstr>
      <vt:lpstr>Gill Sans</vt:lpstr>
      <vt:lpstr>Helvetica Neue Medium</vt:lpstr>
      <vt:lpstr>Roboto Condensed</vt:lpstr>
      <vt:lpstr>Roboto Condensed Light</vt:lpstr>
      <vt:lpstr>Segoe UI Black</vt:lpstr>
      <vt:lpstr>Webdings</vt:lpstr>
      <vt:lpstr>Wingdings</vt:lpstr>
      <vt:lpstr>Wingdings 2</vt:lpstr>
      <vt:lpstr>Wingdings 3</vt:lpstr>
      <vt:lpstr>Office Theme</vt:lpstr>
      <vt:lpstr>Equation</vt:lpstr>
      <vt:lpstr>Unit-4  Synchronization</vt:lpstr>
      <vt:lpstr>PowerPoint Presentation</vt:lpstr>
      <vt:lpstr>Synchronization</vt:lpstr>
      <vt:lpstr>Synchronization</vt:lpstr>
      <vt:lpstr>Need for Synchronization – An Example</vt:lpstr>
      <vt:lpstr>Need for Synchronization – An Example</vt:lpstr>
      <vt:lpstr>Clock Synchronization</vt:lpstr>
      <vt:lpstr>Coordinated Universal Time (UTC)</vt:lpstr>
      <vt:lpstr>Tracking Time on a Computer</vt:lpstr>
      <vt:lpstr>Clock Skew</vt:lpstr>
      <vt:lpstr>Clock Skew</vt:lpstr>
      <vt:lpstr>Drifting of Clock</vt:lpstr>
      <vt:lpstr>Dealing with Drift</vt:lpstr>
      <vt:lpstr>Dealing with Drift</vt:lpstr>
      <vt:lpstr>Physical Clocks</vt:lpstr>
      <vt:lpstr>Physical Clocks</vt:lpstr>
      <vt:lpstr>Physical Clocks</vt:lpstr>
      <vt:lpstr>Synchronization to a time server</vt:lpstr>
      <vt:lpstr>Cristian’s Algorithm</vt:lpstr>
      <vt:lpstr>Cristian’s Algorithm</vt:lpstr>
      <vt:lpstr>Cristian’s Algorithm</vt:lpstr>
      <vt:lpstr>Cristian’s Algorithm</vt:lpstr>
      <vt:lpstr>Cristian’s Algorithm</vt:lpstr>
      <vt:lpstr>Error Bounds in Cristian’s Algorithm </vt:lpstr>
      <vt:lpstr>Cristian’s Algorithm</vt:lpstr>
      <vt:lpstr>Berkeley Algorithm</vt:lpstr>
      <vt:lpstr>Berkeley Algorithm</vt:lpstr>
      <vt:lpstr>Network Time Protocol (NTP)</vt:lpstr>
      <vt:lpstr>Network Time Protocol (NTP)</vt:lpstr>
      <vt:lpstr>Hierarchical organization of NTP Servers</vt:lpstr>
      <vt:lpstr>Network Time Protocol (NTP)</vt:lpstr>
      <vt:lpstr>Logical Clocks</vt:lpstr>
      <vt:lpstr>Lamport’s Logical Clock</vt:lpstr>
      <vt:lpstr>The Happened-before Relation</vt:lpstr>
      <vt:lpstr>Properties of Logical Clock</vt:lpstr>
      <vt:lpstr>Synchronizing Logical Clocks</vt:lpstr>
      <vt:lpstr>Lamport’s Clock Algorithm</vt:lpstr>
      <vt:lpstr>Implementation of Lamport’s Clock</vt:lpstr>
      <vt:lpstr>Implementation of Lamport’s Clock</vt:lpstr>
      <vt:lpstr>Vector Clocks</vt:lpstr>
      <vt:lpstr>Updating Vector Clocks</vt:lpstr>
      <vt:lpstr>Vector Clock Update Algorithm</vt:lpstr>
      <vt:lpstr>Inferring Events with Vector Clocks</vt:lpstr>
      <vt:lpstr>Enforcing Causal Communication</vt:lpstr>
      <vt:lpstr>Mutual Exclusion</vt:lpstr>
      <vt:lpstr>Critical Section </vt:lpstr>
      <vt:lpstr>Types of Distributed Mutual Exclusion</vt:lpstr>
      <vt:lpstr>Permission-based Approaches</vt:lpstr>
      <vt:lpstr>Centralized Mutual Exclusion Algorithm</vt:lpstr>
      <vt:lpstr>Centralized Mutual Exclusion Algorithm</vt:lpstr>
      <vt:lpstr>Centralized Mutual Exclusion Algorithm</vt:lpstr>
      <vt:lpstr>A Centralized Algorithm – Advantages and Disadvantages</vt:lpstr>
      <vt:lpstr>Distributed Mutual Exclusion Algorithm</vt:lpstr>
      <vt:lpstr>Distributed Mutual Exclusion Algorithm</vt:lpstr>
      <vt:lpstr>Distributed Mutual Exclusion Algorithm</vt:lpstr>
      <vt:lpstr>A Token Ring Algorithm</vt:lpstr>
      <vt:lpstr>Failure in Token Ring Algorithm</vt:lpstr>
      <vt:lpstr>Failure in Token Ring Algorithm</vt:lpstr>
      <vt:lpstr>Comparison of Mutual Exclusion Algorithms</vt:lpstr>
      <vt:lpstr>Need for a Coordinator</vt:lpstr>
      <vt:lpstr>Election in Distributed Systems</vt:lpstr>
      <vt:lpstr>Election Algorithms</vt:lpstr>
      <vt:lpstr>Assumptions</vt:lpstr>
      <vt:lpstr>Election Algorithms</vt:lpstr>
      <vt:lpstr>Bully Algorithm</vt:lpstr>
      <vt:lpstr>Bully Algorithm</vt:lpstr>
      <vt:lpstr>Ring Algorithm</vt:lpstr>
      <vt:lpstr>Ring Algorithm</vt:lpstr>
      <vt:lpstr>Comparison of Election Algorithms</vt:lpstr>
      <vt:lpstr>Summary of Election Algorithms</vt:lpstr>
      <vt:lpstr>Decentralized Algorithm</vt:lpstr>
      <vt:lpstr>Decentralized Algorithm</vt:lpstr>
      <vt:lpstr>Decentralized Algorithm</vt:lpstr>
      <vt:lpstr>Global Positioning System</vt:lpstr>
      <vt:lpstr>Global Positioning of Nodes</vt:lpstr>
      <vt:lpstr>Global Positioning of Nodes</vt:lpstr>
      <vt:lpstr>Global Positioning of Nodes</vt:lpstr>
      <vt:lpstr>Elections in Wireless Environments</vt:lpstr>
      <vt:lpstr>Elections in Wireless Environments</vt:lpstr>
      <vt:lpstr>Elections in Wireless Environments</vt:lpstr>
      <vt:lpstr>Elections in Wireless Environments</vt:lpstr>
      <vt:lpstr>Elections in Large-Scale Systems</vt:lpstr>
      <vt:lpstr>Elections in Large-Scale Systems</vt:lpstr>
      <vt:lpstr>Elections in Large-Scale Systems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Umesh Thoriya</dc:creator>
  <cp:lastModifiedBy>umesh patel</cp:lastModifiedBy>
  <cp:revision>1675</cp:revision>
  <dcterms:created xsi:type="dcterms:W3CDTF">2020-05-01T05:09:15Z</dcterms:created>
  <dcterms:modified xsi:type="dcterms:W3CDTF">2021-09-28T07:24:30Z</dcterms:modified>
</cp:coreProperties>
</file>